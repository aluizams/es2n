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0" r:id="rId5"/>
    <p:sldId id="258" r:id="rId6"/>
    <p:sldId id="265" r:id="rId7"/>
    <p:sldId id="271" r:id="rId8"/>
    <p:sldId id="270" r:id="rId9"/>
    <p:sldId id="259" r:id="rId10"/>
    <p:sldId id="264" r:id="rId11"/>
    <p:sldId id="272" r:id="rId12"/>
    <p:sldId id="288" r:id="rId13"/>
    <p:sldId id="289" r:id="rId14"/>
    <p:sldId id="290" r:id="rId15"/>
    <p:sldId id="291" r:id="rId16"/>
    <p:sldId id="292" r:id="rId17"/>
    <p:sldId id="261" r:id="rId18"/>
    <p:sldId id="293" r:id="rId19"/>
    <p:sldId id="263" r:id="rId20"/>
    <p:sldId id="294" r:id="rId21"/>
    <p:sldId id="295" r:id="rId22"/>
    <p:sldId id="266" r:id="rId23"/>
    <p:sldId id="267" r:id="rId24"/>
    <p:sldId id="296" r:id="rId25"/>
    <p:sldId id="297" r:id="rId26"/>
    <p:sldId id="298" r:id="rId27"/>
    <p:sldId id="299" r:id="rId28"/>
    <p:sldId id="300" r:id="rId29"/>
    <p:sldId id="273" r:id="rId30"/>
    <p:sldId id="274" r:id="rId31"/>
    <p:sldId id="275" r:id="rId32"/>
    <p:sldId id="301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FC0"/>
    <a:srgbClr val="BC6525"/>
    <a:srgbClr val="69A12B"/>
    <a:srgbClr val="DDA15E"/>
    <a:srgbClr val="EDCDA9"/>
    <a:srgbClr val="FF6C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56" autoAdjust="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D57CF-B6E0-BD05-6BC2-99B158461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D1CC4C-3831-D0B0-865E-A763C7621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68B3B3-BF3B-616F-94FD-4701934C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E05D8C-8709-E672-BAB9-98624B7A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9D8AAC-D136-6253-BA58-930C224F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621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7AB2D-702F-6A0B-AA35-203D5FF0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079B78-0131-2110-2CA6-743C84C8C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4EA4E7-67AA-EDA3-07C8-B729C413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2DF65E-7FAA-C0DC-9384-8AC14F2C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899908-BD6C-E437-7B40-BE7EDDE1B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543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077C1-E178-F760-6FA1-DEC1A5CAF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26E938-56C1-7719-AEC0-D715AAF11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C689E6-6016-E930-7830-DC10D454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02AAAC-5703-13A2-36C1-6BCF215DD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2CB063-1E15-6B83-8056-7632BE74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9395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AB7FA-0443-E295-6702-BDC73E517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A8DC1-72E7-9AA9-DF41-FDBBA89D6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2A94D3-9923-DA10-BC79-09A2EE9AA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47F884-C37E-3C90-6F70-FFE31C4D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BCD036-52DE-2C23-4366-50805A71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5F49A2-F77B-033E-C861-D596B9A8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698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9F7DE-72A2-B873-B323-AA3CEE7DF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517FCF-CA26-6AC7-2FB8-C22B1140D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189B4A-434D-65F7-12CC-1123871E2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3607E1-9981-5E58-ED44-F723A9957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387498-72FB-4071-AA6F-59219DC7F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DD55DE-E9FA-6BFF-408A-77A2BF21D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BE901A-6195-2B3E-4319-6A5C819C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43C402-4395-1671-F4EF-F18DBDD2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056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C6000-D2F8-FFF4-E4DA-AEB8918E1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9949C6-5424-647A-D892-1169308A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51FF4B-5F66-3CD7-2762-647D1E58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4CCCE7-1026-E7A9-0694-2D9516AE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14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82E121-8275-FB23-0C07-94E554C8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D7D49EB-B9A7-DDE0-E58C-CF5522B42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9315F1E-6330-2006-755D-06CBD956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903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7BD49-5652-6655-C09D-77DAD26DD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CDCFDC-A095-BDCF-D32D-6A9CD18F6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778080-2E7A-8EEF-52A1-DBB901F09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DE13C0-74BF-834A-35EC-6769D2552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D74EA7-A552-9FA0-24E1-812B5B6CF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439CF9-4D16-CC75-67FB-7F02C5D7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233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33A5E-421F-E188-2976-31FD9B12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658753-0BB5-F872-643F-9A9C81199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4D7B36-9C1A-03C1-2D3C-99FB34EF1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13A0C2-056E-5782-D299-D35B454BE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0663DB-4957-C4AE-18D5-BDE2C3C5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2E40D-2CAB-24F7-FE90-E2FCFA03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83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E9C08-6F2E-44DB-DB67-8B2A31A2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F07E81-98F0-59A9-01B4-38F4E0B41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3C1DF4-B8AD-F144-9F38-422ADC252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2936E-406F-2E2C-6407-5CAFF8A0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358A9E-862C-27F0-C3DE-AAAB68E2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850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AD0E29-E50B-2666-C711-BCD432648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6895EB-7294-3717-52BD-F2BAAC5E0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8E9F22-6CEF-95E3-7B9D-B2C57C0A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4AFEB5-CF84-A716-DF5D-E3E7B475F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3E7340-F649-22C8-6E05-3E3466BF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0162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378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F68372F-DFA0-74E8-70C8-06E2328B1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8C0435-3A70-0B8F-924D-E4A3E4C04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51B739-D2CC-E037-C288-F67D89409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D7D7E-8B9A-4C4F-AAB3-491229BD4598}" type="datetimeFigureOut">
              <a:rPr lang="pt-BR" smtClean="0"/>
              <a:t>12/06/2025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D966EF-0818-C094-5E3D-FFA739209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D2C3B7-4EF6-E146-C07C-6AA7F1D39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FED5C-7CA7-4E64-AD9B-78D8D984B9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653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1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38.png"/><Relationship Id="rId3" Type="http://schemas.openxmlformats.org/officeDocument/2006/relationships/image" Target="../media/image18.png"/><Relationship Id="rId7" Type="http://schemas.openxmlformats.org/officeDocument/2006/relationships/image" Target="../media/image41.png"/><Relationship Id="rId12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29.png"/><Relationship Id="rId5" Type="http://schemas.openxmlformats.org/officeDocument/2006/relationships/image" Target="../media/image40.png"/><Relationship Id="rId1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42.png"/><Relationship Id="rId1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8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12" Type="http://schemas.openxmlformats.org/officeDocument/2006/relationships/image" Target="../media/image2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24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18.png"/><Relationship Id="rId3" Type="http://schemas.openxmlformats.org/officeDocument/2006/relationships/image" Target="../media/image24.png"/><Relationship Id="rId7" Type="http://schemas.openxmlformats.org/officeDocument/2006/relationships/image" Target="../media/image49.png"/><Relationship Id="rId12" Type="http://schemas.openxmlformats.org/officeDocument/2006/relationships/image" Target="../media/image2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5" Type="http://schemas.openxmlformats.org/officeDocument/2006/relationships/image" Target="../media/image53.png"/><Relationship Id="rId10" Type="http://schemas.openxmlformats.org/officeDocument/2006/relationships/image" Target="../media/image51.png"/><Relationship Id="rId4" Type="http://schemas.openxmlformats.org/officeDocument/2006/relationships/image" Target="../media/image47.png"/><Relationship Id="rId9" Type="http://schemas.openxmlformats.org/officeDocument/2006/relationships/image" Target="../media/image50.png"/><Relationship Id="rId1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4.pn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5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1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59.png"/><Relationship Id="rId15" Type="http://schemas.openxmlformats.org/officeDocument/2006/relationships/image" Target="../media/image38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24.png"/><Relationship Id="rId1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12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52.png"/><Relationship Id="rId5" Type="http://schemas.openxmlformats.org/officeDocument/2006/relationships/image" Target="../media/image64.png"/><Relationship Id="rId10" Type="http://schemas.openxmlformats.org/officeDocument/2006/relationships/image" Target="../media/image70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64.png"/><Relationship Id="rId3" Type="http://schemas.openxmlformats.org/officeDocument/2006/relationships/image" Target="../media/image65.png"/><Relationship Id="rId7" Type="http://schemas.openxmlformats.org/officeDocument/2006/relationships/image" Target="../media/image74.png"/><Relationship Id="rId12" Type="http://schemas.openxmlformats.org/officeDocument/2006/relationships/image" Target="../media/image3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png"/><Relationship Id="rId11" Type="http://schemas.openxmlformats.org/officeDocument/2006/relationships/image" Target="../media/image31.png"/><Relationship Id="rId5" Type="http://schemas.openxmlformats.org/officeDocument/2006/relationships/image" Target="../media/image72.pn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Relationship Id="rId1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89.png"/><Relationship Id="rId3" Type="http://schemas.openxmlformats.org/officeDocument/2006/relationships/image" Target="../media/image24.png"/><Relationship Id="rId21" Type="http://schemas.openxmlformats.org/officeDocument/2006/relationships/image" Target="../media/image6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52.png"/><Relationship Id="rId2" Type="http://schemas.openxmlformats.org/officeDocument/2006/relationships/image" Target="../media/image77.png"/><Relationship Id="rId16" Type="http://schemas.openxmlformats.org/officeDocument/2006/relationships/image" Target="../media/image88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69.png"/><Relationship Id="rId10" Type="http://schemas.openxmlformats.org/officeDocument/2006/relationships/image" Target="../media/image83.png"/><Relationship Id="rId19" Type="http://schemas.openxmlformats.org/officeDocument/2006/relationships/image" Target="../media/image90.png"/><Relationship Id="rId4" Type="http://schemas.openxmlformats.org/officeDocument/2006/relationships/image" Target="../media/image65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Relationship Id="rId22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89.png"/><Relationship Id="rId3" Type="http://schemas.openxmlformats.org/officeDocument/2006/relationships/image" Target="../media/image24.png"/><Relationship Id="rId21" Type="http://schemas.openxmlformats.org/officeDocument/2006/relationships/image" Target="../media/image6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52.png"/><Relationship Id="rId2" Type="http://schemas.openxmlformats.org/officeDocument/2006/relationships/image" Target="../media/image77.png"/><Relationship Id="rId16" Type="http://schemas.openxmlformats.org/officeDocument/2006/relationships/image" Target="../media/image88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24" Type="http://schemas.openxmlformats.org/officeDocument/2006/relationships/image" Target="../media/image91.png"/><Relationship Id="rId5" Type="http://schemas.openxmlformats.org/officeDocument/2006/relationships/image" Target="../media/image78.png"/><Relationship Id="rId15" Type="http://schemas.openxmlformats.org/officeDocument/2006/relationships/image" Target="../media/image69.png"/><Relationship Id="rId23" Type="http://schemas.openxmlformats.org/officeDocument/2006/relationships/image" Target="../media/image42.png"/><Relationship Id="rId10" Type="http://schemas.openxmlformats.org/officeDocument/2006/relationships/image" Target="../media/image83.png"/><Relationship Id="rId19" Type="http://schemas.openxmlformats.org/officeDocument/2006/relationships/image" Target="../media/image90.png"/><Relationship Id="rId4" Type="http://schemas.openxmlformats.org/officeDocument/2006/relationships/image" Target="../media/image65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Relationship Id="rId22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3.png"/><Relationship Id="rId7" Type="http://schemas.openxmlformats.org/officeDocument/2006/relationships/image" Target="../media/image9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3.png"/><Relationship Id="rId7" Type="http://schemas.openxmlformats.org/officeDocument/2006/relationships/image" Target="../media/image9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12" Type="http://schemas.openxmlformats.org/officeDocument/2006/relationships/image" Target="../media/image1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65.png"/><Relationship Id="rId5" Type="http://schemas.openxmlformats.org/officeDocument/2006/relationships/image" Target="../media/image104.png"/><Relationship Id="rId10" Type="http://schemas.openxmlformats.org/officeDocument/2006/relationships/image" Target="../media/image107.png"/><Relationship Id="rId4" Type="http://schemas.openxmlformats.org/officeDocument/2006/relationships/image" Target="../media/image103.png"/><Relationship Id="rId9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108.png"/><Relationship Id="rId3" Type="http://schemas.openxmlformats.org/officeDocument/2006/relationships/image" Target="../media/image52.png"/><Relationship Id="rId7" Type="http://schemas.openxmlformats.org/officeDocument/2006/relationships/image" Target="../media/image102.png"/><Relationship Id="rId12" Type="http://schemas.openxmlformats.org/officeDocument/2006/relationships/image" Target="../media/image4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1.png"/><Relationship Id="rId11" Type="http://schemas.openxmlformats.org/officeDocument/2006/relationships/image" Target="../media/image65.png"/><Relationship Id="rId5" Type="http://schemas.openxmlformats.org/officeDocument/2006/relationships/image" Target="../media/image106.png"/><Relationship Id="rId10" Type="http://schemas.openxmlformats.org/officeDocument/2006/relationships/image" Target="../media/image107.png"/><Relationship Id="rId4" Type="http://schemas.openxmlformats.org/officeDocument/2006/relationships/image" Target="../media/image105.png"/><Relationship Id="rId9" Type="http://schemas.openxmlformats.org/officeDocument/2006/relationships/image" Target="../media/image24.png"/><Relationship Id="rId1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3.png"/><Relationship Id="rId7" Type="http://schemas.openxmlformats.org/officeDocument/2006/relationships/image" Target="../media/image9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52.png"/><Relationship Id="rId7" Type="http://schemas.openxmlformats.org/officeDocument/2006/relationships/image" Target="../media/image68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11" Type="http://schemas.openxmlformats.org/officeDocument/2006/relationships/image" Target="../media/image31.png"/><Relationship Id="rId5" Type="http://schemas.openxmlformats.org/officeDocument/2006/relationships/image" Target="../media/image65.png"/><Relationship Id="rId10" Type="http://schemas.openxmlformats.org/officeDocument/2006/relationships/image" Target="../media/image18.png"/><Relationship Id="rId4" Type="http://schemas.openxmlformats.org/officeDocument/2006/relationships/image" Target="../media/image24.png"/><Relationship Id="rId9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111.png"/><Relationship Id="rId3" Type="http://schemas.openxmlformats.org/officeDocument/2006/relationships/image" Target="../media/image52.png"/><Relationship Id="rId7" Type="http://schemas.openxmlformats.org/officeDocument/2006/relationships/image" Target="../media/image68.png"/><Relationship Id="rId12" Type="http://schemas.openxmlformats.org/officeDocument/2006/relationships/image" Target="../media/image42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11" Type="http://schemas.openxmlformats.org/officeDocument/2006/relationships/image" Target="../media/image31.png"/><Relationship Id="rId5" Type="http://schemas.openxmlformats.org/officeDocument/2006/relationships/image" Target="../media/image65.png"/><Relationship Id="rId10" Type="http://schemas.openxmlformats.org/officeDocument/2006/relationships/image" Target="../media/image18.png"/><Relationship Id="rId4" Type="http://schemas.openxmlformats.org/officeDocument/2006/relationships/image" Target="../media/image24.png"/><Relationship Id="rId9" Type="http://schemas.openxmlformats.org/officeDocument/2006/relationships/image" Target="../media/image88.png"/><Relationship Id="rId14" Type="http://schemas.openxmlformats.org/officeDocument/2006/relationships/image" Target="../media/image1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5">
            <a:extLst>
              <a:ext uri="{FF2B5EF4-FFF2-40B4-BE49-F238E27FC236}">
                <a16:creationId xmlns:a16="http://schemas.microsoft.com/office/drawing/2014/main" id="{29E7DF25-13C6-E8E7-766C-6B23A6431E4B}"/>
              </a:ext>
            </a:extLst>
          </p:cNvPr>
          <p:cNvSpPr/>
          <p:nvPr/>
        </p:nvSpPr>
        <p:spPr>
          <a:xfrm>
            <a:off x="4478694" y="0"/>
            <a:ext cx="7713306" cy="6858000"/>
          </a:xfrm>
          <a:prstGeom prst="parallelogram">
            <a:avLst>
              <a:gd name="adj" fmla="val 0"/>
            </a:avLst>
          </a:prstGeom>
          <a:solidFill>
            <a:srgbClr val="69A12B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AB5276-677D-4125-B83C-AF7ECD7E4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8694" y="1819470"/>
            <a:ext cx="7713306" cy="3608613"/>
          </a:xfrm>
        </p:spPr>
        <p:txBody>
          <a:bodyPr>
            <a:normAutofit lnSpcReduction="10000"/>
          </a:bodyPr>
          <a:lstStyle/>
          <a:p>
            <a:r>
              <a:rPr lang="pt-BR" sz="4400" b="1" dirty="0">
                <a:solidFill>
                  <a:schemeClr val="bg1"/>
                </a:solidFill>
              </a:rPr>
              <a:t>Projeto de Engenharia de Software II</a:t>
            </a:r>
          </a:p>
          <a:p>
            <a:endParaRPr lang="pt-BR" sz="4000" dirty="0">
              <a:solidFill>
                <a:schemeClr val="bg1"/>
              </a:solidFill>
            </a:endParaRPr>
          </a:p>
          <a:p>
            <a:r>
              <a:rPr lang="pt-BR" sz="3200" dirty="0">
                <a:solidFill>
                  <a:schemeClr val="bg1"/>
                </a:solidFill>
              </a:rPr>
              <a:t>DeleteSemWhere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endParaRPr lang="pt-BR" b="1" dirty="0">
              <a:solidFill>
                <a:schemeClr val="bg1"/>
              </a:solidFill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bg1"/>
                </a:solidFill>
              </a:rPr>
              <a:t>Profª Denilce de Almeida Oliveira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7CA279-2427-63D8-1818-264F8C6FF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00" t="20272" r="13175" b="25442"/>
          <a:stretch>
            <a:fillRect/>
          </a:stretch>
        </p:blipFill>
        <p:spPr>
          <a:xfrm>
            <a:off x="195947" y="1933350"/>
            <a:ext cx="4018384" cy="299129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8FA1FD6-CBD5-E958-7C08-E01273520B20}"/>
              </a:ext>
            </a:extLst>
          </p:cNvPr>
          <p:cNvSpPr txBox="1"/>
          <p:nvPr/>
        </p:nvSpPr>
        <p:spPr>
          <a:xfrm>
            <a:off x="8259147" y="5447133"/>
            <a:ext cx="3097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bg1"/>
                </a:solidFill>
              </a:rPr>
              <a:t>Alunos: Ana Luiza Martins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bg1"/>
                </a:solidFill>
              </a:rPr>
              <a:t>              Igor Zanetti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bg1"/>
                </a:solidFill>
              </a:rPr>
              <a:t>              Mateus Aimo Bera</a:t>
            </a:r>
          </a:p>
        </p:txBody>
      </p:sp>
    </p:spTree>
    <p:extLst>
      <p:ext uri="{BB962C8B-B14F-4D97-AF65-F5344CB8AC3E}">
        <p14:creationId xmlns:p14="http://schemas.microsoft.com/office/powerpoint/2010/main" val="926780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4148-830F-06AD-61EC-93D93CFE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5">
            <a:extLst>
              <a:ext uri="{FF2B5EF4-FFF2-40B4-BE49-F238E27FC236}">
                <a16:creationId xmlns:a16="http://schemas.microsoft.com/office/drawing/2014/main" id="{30364226-2CCE-1C18-303C-65D625B7CE6A}"/>
              </a:ext>
            </a:extLst>
          </p:cNvPr>
          <p:cNvSpPr/>
          <p:nvPr/>
        </p:nvSpPr>
        <p:spPr>
          <a:xfrm>
            <a:off x="0" y="0"/>
            <a:ext cx="12192000" cy="1323976"/>
          </a:xfrm>
          <a:prstGeom prst="parallelogram">
            <a:avLst>
              <a:gd name="adj" fmla="val 0"/>
            </a:avLst>
          </a:prstGeom>
          <a:solidFill>
            <a:srgbClr val="69A12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9D861EA2-E4AB-F0E8-C9F4-B9731C93D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10" y="-1"/>
            <a:ext cx="9479902" cy="685799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r>
              <a:rPr lang="pt-BR" sz="4000" b="1" dirty="0">
                <a:solidFill>
                  <a:srgbClr val="EDCDA9"/>
                </a:solidFill>
              </a:rPr>
              <a:t>  APRESENTAÇÃO DO CASO</a:t>
            </a:r>
          </a:p>
          <a:p>
            <a:pPr algn="l"/>
            <a:endParaRPr lang="pt-BR" dirty="0"/>
          </a:p>
          <a:p>
            <a:pPr marL="396000" indent="-3429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/>
              <a:t>Empresa de máquinas automotivas voltadas à área de agronomia</a:t>
            </a:r>
          </a:p>
          <a:p>
            <a:pPr marL="396000" indent="-3429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/>
              <a:t>Quando um cliente solicita uma cotação, esta passa por três pessoas antes de ser finalizada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5911C0E-C3E4-9313-3504-313E70DB1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370" y="4049482"/>
            <a:ext cx="7587260" cy="23085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6926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CCF2-4B38-90CE-0CBF-17F559F4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5">
            <a:extLst>
              <a:ext uri="{FF2B5EF4-FFF2-40B4-BE49-F238E27FC236}">
                <a16:creationId xmlns:a16="http://schemas.microsoft.com/office/drawing/2014/main" id="{1B41FA4B-3313-7EBD-BA83-22ACAC959364}"/>
              </a:ext>
            </a:extLst>
          </p:cNvPr>
          <p:cNvSpPr/>
          <p:nvPr/>
        </p:nvSpPr>
        <p:spPr>
          <a:xfrm>
            <a:off x="0" y="0"/>
            <a:ext cx="12192000" cy="1323976"/>
          </a:xfrm>
          <a:prstGeom prst="parallelogram">
            <a:avLst>
              <a:gd name="adj" fmla="val 0"/>
            </a:avLst>
          </a:prstGeom>
          <a:solidFill>
            <a:srgbClr val="69A12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0F4A36E8-7794-FDAA-E583-B32A9D090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10" y="-1"/>
            <a:ext cx="9479902" cy="685799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r>
              <a:rPr lang="pt-BR" sz="4000" b="1" dirty="0">
                <a:solidFill>
                  <a:srgbClr val="EDCDA9"/>
                </a:solidFill>
              </a:rPr>
              <a:t>  APRESENTAÇÃO DO CASO</a:t>
            </a:r>
          </a:p>
          <a:p>
            <a:pPr algn="l"/>
            <a:endParaRPr lang="pt-BR" dirty="0"/>
          </a:p>
          <a:p>
            <a:pPr marL="396000" indent="-3429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/>
              <a:t>Existem pacotes prontos, mas também é possível personalizar</a:t>
            </a:r>
          </a:p>
          <a:p>
            <a:pPr marL="396000" indent="-3429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/>
              <a:t>O controle de pacotes e equipamentos é feito por planilha</a:t>
            </a:r>
          </a:p>
          <a:p>
            <a:pPr marL="396000" indent="-3429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/>
              <a:t>Os preços são atualizados trimestralmente</a:t>
            </a:r>
          </a:p>
          <a:p>
            <a:pPr marL="396000" indent="-3429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/>
              <a:t>As atualizações de compatibilidade e mudanças de pacotes são realizadas via e-mail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BEEA49C-C541-EDD7-5A7B-70A380DD58C1}"/>
              </a:ext>
            </a:extLst>
          </p:cNvPr>
          <p:cNvSpPr/>
          <p:nvPr/>
        </p:nvSpPr>
        <p:spPr>
          <a:xfrm>
            <a:off x="-35514" y="5708343"/>
            <a:ext cx="11088391" cy="11541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D0240E6-D051-1EA1-0A3C-4D12EB03B158}"/>
              </a:ext>
            </a:extLst>
          </p:cNvPr>
          <p:cNvSpPr/>
          <p:nvPr/>
        </p:nvSpPr>
        <p:spPr>
          <a:xfrm>
            <a:off x="-833025" y="5933244"/>
            <a:ext cx="11088391" cy="457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321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CE49-0E8A-214E-2994-5AB02FFD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5">
            <a:extLst>
              <a:ext uri="{FF2B5EF4-FFF2-40B4-BE49-F238E27FC236}">
                <a16:creationId xmlns:a16="http://schemas.microsoft.com/office/drawing/2014/main" id="{737F2209-7000-3685-D6D6-0DE0A55617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parallelogram">
            <a:avLst/>
          </a:prstGeom>
          <a:solidFill>
            <a:srgbClr val="69A12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0F36E05-E597-0B5D-8951-BE5300038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10" y="-1"/>
            <a:ext cx="9069355" cy="685799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r>
              <a:rPr lang="pt-BR" sz="4000" b="1" dirty="0">
                <a:solidFill>
                  <a:srgbClr val="EDCDA9"/>
                </a:solidFill>
              </a:rPr>
              <a:t>  PROBLEMAS IDENTIFICADOS</a:t>
            </a:r>
          </a:p>
          <a:p>
            <a:pPr algn="l"/>
            <a:endParaRPr lang="pt-BR" dirty="0"/>
          </a:p>
          <a:p>
            <a:pPr marL="396000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Lentidão no processo de cotação</a:t>
            </a:r>
          </a:p>
          <a:p>
            <a:pPr marL="396000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Dificuldade no controle de pacotes</a:t>
            </a:r>
          </a:p>
          <a:p>
            <a:pPr marL="396000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Falta de organização nos componentes compatíveis ente si</a:t>
            </a:r>
          </a:p>
          <a:p>
            <a:pPr marL="396000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Processo de cotação envolvendo muitos setores</a:t>
            </a:r>
          </a:p>
          <a:p>
            <a:pPr marL="396000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Dificuldade na atualização dos valores</a:t>
            </a:r>
          </a:p>
          <a:p>
            <a:pPr marL="396000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Falta de histórico digital para facilitar pesquisas</a:t>
            </a:r>
          </a:p>
        </p:txBody>
      </p:sp>
      <p:pic>
        <p:nvPicPr>
          <p:cNvPr id="1026" name="Picture 2" descr="Design PNG E SVG De Videira Decorativa De Outono Para Camisetas">
            <a:extLst>
              <a:ext uri="{FF2B5EF4-FFF2-40B4-BE49-F238E27FC236}">
                <a16:creationId xmlns:a16="http://schemas.microsoft.com/office/drawing/2014/main" id="{4974000C-C2A2-D60E-5230-4DC13C7D9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4058"/>
            <a:ext cx="3193509" cy="319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76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8400C-F3CB-1E59-1D28-7ECA9E90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BE90A9F1-AB68-18CF-A202-5D76F148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497" y="-3"/>
            <a:ext cx="12087745" cy="6858001"/>
          </a:xfrm>
          <a:prstGeom prst="rect">
            <a:avLst/>
          </a:prstGeom>
        </p:spPr>
      </p:pic>
      <p:sp>
        <p:nvSpPr>
          <p:cNvPr id="6" name="Paralelogramo 5">
            <a:extLst>
              <a:ext uri="{FF2B5EF4-FFF2-40B4-BE49-F238E27FC236}">
                <a16:creationId xmlns:a16="http://schemas.microsoft.com/office/drawing/2014/main" id="{9946D012-63F8-EB6B-D8B7-868456159A0A}"/>
              </a:ext>
            </a:extLst>
          </p:cNvPr>
          <p:cNvSpPr/>
          <p:nvPr/>
        </p:nvSpPr>
        <p:spPr>
          <a:xfrm>
            <a:off x="0" y="0"/>
            <a:ext cx="5667375" cy="6858000"/>
          </a:xfrm>
          <a:prstGeom prst="parallelogram">
            <a:avLst>
              <a:gd name="adj" fmla="val 0"/>
            </a:avLst>
          </a:prstGeom>
          <a:solidFill>
            <a:srgbClr val="69A12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Único Canto Recortado 12">
            <a:extLst>
              <a:ext uri="{FF2B5EF4-FFF2-40B4-BE49-F238E27FC236}">
                <a16:creationId xmlns:a16="http://schemas.microsoft.com/office/drawing/2014/main" id="{8748642E-37C0-A385-A042-D261B6100FE0}"/>
              </a:ext>
            </a:extLst>
          </p:cNvPr>
          <p:cNvSpPr/>
          <p:nvPr/>
        </p:nvSpPr>
        <p:spPr>
          <a:xfrm>
            <a:off x="1000315" y="338328"/>
            <a:ext cx="3666744" cy="969264"/>
          </a:xfrm>
          <a:prstGeom prst="snip1Rect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3EE14126-ADBC-475B-F132-F5F37F775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80" y="91435"/>
            <a:ext cx="5188014" cy="6857999"/>
          </a:xfrm>
        </p:spPr>
        <p:txBody>
          <a:bodyPr/>
          <a:lstStyle/>
          <a:p>
            <a:endParaRPr lang="pt-BR" dirty="0"/>
          </a:p>
          <a:p>
            <a:r>
              <a:rPr lang="pt-BR" sz="4000" b="1" dirty="0">
                <a:solidFill>
                  <a:schemeClr val="bg1"/>
                </a:solidFill>
              </a:rPr>
              <a:t>OBJETIVO</a:t>
            </a:r>
          </a:p>
          <a:p>
            <a:pPr algn="l"/>
            <a:endParaRPr lang="pt-BR" sz="2800" dirty="0">
              <a:solidFill>
                <a:srgbClr val="FF6CA2"/>
              </a:solidFill>
            </a:endParaRPr>
          </a:p>
          <a:p>
            <a:pPr marL="53100" algn="just">
              <a:lnSpc>
                <a:spcPct val="100000"/>
              </a:lnSpc>
              <a:spcBef>
                <a:spcPts val="1200"/>
              </a:spcBef>
            </a:pPr>
            <a:r>
              <a:rPr lang="pt-BR" sz="2800" dirty="0"/>
              <a:t>	</a:t>
            </a:r>
            <a:r>
              <a:rPr lang="pt-BR" sz="2800" dirty="0">
                <a:solidFill>
                  <a:schemeClr val="bg1"/>
                </a:solidFill>
              </a:rPr>
              <a:t>Desenvolver um software para automatizar as etapas de atualização de preços e pacotes, evitando complicações ao gerar cotações. Integrar os sistemas de gerenciamento de usuários, controle de equipamentos, notificação de mudanças internas, dashboars e geração de cotações.</a:t>
            </a:r>
          </a:p>
        </p:txBody>
      </p:sp>
    </p:spTree>
    <p:extLst>
      <p:ext uri="{BB962C8B-B14F-4D97-AF65-F5344CB8AC3E}">
        <p14:creationId xmlns:p14="http://schemas.microsoft.com/office/powerpoint/2010/main" val="78689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480FC-624B-ECCC-7992-466AD168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F1C017E8-AA99-3CAD-D8C5-086346DB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190" y="828673"/>
            <a:ext cx="5276850" cy="5200650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B32ADE07-7703-8C20-C2CB-612E2D11C373}"/>
              </a:ext>
            </a:extLst>
          </p:cNvPr>
          <p:cNvSpPr/>
          <p:nvPr/>
        </p:nvSpPr>
        <p:spPr>
          <a:xfrm>
            <a:off x="3971926" y="-547688"/>
            <a:ext cx="4629150" cy="7953375"/>
          </a:xfrm>
          <a:prstGeom prst="ellipse">
            <a:avLst/>
          </a:prstGeom>
          <a:solidFill>
            <a:srgbClr val="69A12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77E0080-1C42-9361-6765-F5F543E3F2FB}"/>
              </a:ext>
            </a:extLst>
          </p:cNvPr>
          <p:cNvSpPr/>
          <p:nvPr/>
        </p:nvSpPr>
        <p:spPr>
          <a:xfrm>
            <a:off x="5572125" y="-85725"/>
            <a:ext cx="6724650" cy="6953248"/>
          </a:xfrm>
          <a:prstGeom prst="rect">
            <a:avLst/>
          </a:prstGeom>
          <a:solidFill>
            <a:srgbClr val="69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B54CCDB3-50B7-9799-341F-72D0B13D3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2475" y="-1"/>
            <a:ext cx="7527278" cy="685799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r>
              <a:rPr lang="pt-BR" sz="4000" b="1" dirty="0">
                <a:solidFill>
                  <a:srgbClr val="EDCDA9"/>
                </a:solidFill>
              </a:rPr>
              <a:t>  PRINCIPAIS FUNÇÕES</a:t>
            </a:r>
          </a:p>
          <a:p>
            <a:pPr algn="l"/>
            <a:endParaRPr lang="pt-BR" sz="1800" dirty="0"/>
          </a:p>
          <a:p>
            <a:pPr marL="510300" indent="-4572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Login dos usuários com e-mail e senha para controle</a:t>
            </a:r>
          </a:p>
          <a:p>
            <a:pPr marL="510300" indent="-4572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Consulta de histórico de cotações</a:t>
            </a:r>
          </a:p>
          <a:p>
            <a:pPr marL="510300" indent="-4572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Usuários divididos em Concessionário, Administrador e Pricing, tendo cada um suas permissões e restrições</a:t>
            </a:r>
          </a:p>
          <a:p>
            <a:pPr marL="510300" indent="-4572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Gerenciamento de máquinas, acessórios, pacotes e cotações</a:t>
            </a:r>
          </a:p>
          <a:p>
            <a:pPr marL="510300" indent="-4572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Dashboard para visualização rápida de informações importantes</a:t>
            </a:r>
          </a:p>
        </p:txBody>
      </p:sp>
    </p:spTree>
    <p:extLst>
      <p:ext uri="{BB962C8B-B14F-4D97-AF65-F5344CB8AC3E}">
        <p14:creationId xmlns:p14="http://schemas.microsoft.com/office/powerpoint/2010/main" val="119045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549B-2975-25B0-4914-3F513FE6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473D0256-76E4-9CF1-9CAC-71F95C8461EA}"/>
              </a:ext>
            </a:extLst>
          </p:cNvPr>
          <p:cNvGrpSpPr/>
          <p:nvPr/>
        </p:nvGrpSpPr>
        <p:grpSpPr>
          <a:xfrm>
            <a:off x="5631611" y="3553930"/>
            <a:ext cx="6327933" cy="2235875"/>
            <a:chOff x="5607368" y="4010740"/>
            <a:chExt cx="6327933" cy="2235875"/>
          </a:xfrm>
        </p:grpSpPr>
        <p:pic>
          <p:nvPicPr>
            <p:cNvPr id="13" name="Image 2" descr="preencoded.png">
              <a:extLst>
                <a:ext uri="{FF2B5EF4-FFF2-40B4-BE49-F238E27FC236}">
                  <a16:creationId xmlns:a16="http://schemas.microsoft.com/office/drawing/2014/main" id="{21F2213E-E279-A41D-F0CE-D9F3275FC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7368" y="4010740"/>
              <a:ext cx="598408" cy="598408"/>
            </a:xfrm>
            <a:prstGeom prst="rect">
              <a:avLst/>
            </a:prstGeom>
          </p:spPr>
        </p:pic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D452FE75-928E-686C-3ADB-9D5D38EF9DA7}"/>
                </a:ext>
              </a:extLst>
            </p:cNvPr>
            <p:cNvSpPr/>
            <p:nvPr/>
          </p:nvSpPr>
          <p:spPr>
            <a:xfrm>
              <a:off x="6504980" y="4152782"/>
              <a:ext cx="2116693" cy="7038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BC6525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Banco de Dados</a:t>
              </a:r>
              <a:endParaRPr lang="en-US" sz="2200" dirty="0">
                <a:solidFill>
                  <a:srgbClr val="BC6525"/>
                </a:solidFill>
              </a:endParaRP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1AD2F76A-A890-E1C4-4F3B-A226D5C50F0A}"/>
                </a:ext>
              </a:extLst>
            </p:cNvPr>
            <p:cNvSpPr/>
            <p:nvPr/>
          </p:nvSpPr>
          <p:spPr>
            <a:xfrm>
              <a:off x="6504980" y="4714519"/>
              <a:ext cx="2116693" cy="1532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000"/>
                </a:lnSpc>
                <a:buNone/>
              </a:pPr>
              <a:r>
                <a:rPr lang="en-US" sz="1850" dirty="0">
                  <a:solidFill>
                    <a:srgbClr val="BC6525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MySQL ou SQLite para armazenamento seguro de dados.</a:t>
              </a:r>
              <a:endParaRPr lang="en-US" sz="1850" dirty="0">
                <a:solidFill>
                  <a:srgbClr val="BC6525"/>
                </a:solidFill>
              </a:endParaRPr>
            </a:p>
          </p:txBody>
        </p:sp>
        <p:pic>
          <p:nvPicPr>
            <p:cNvPr id="16" name="Image 3" descr="preencoded.png">
              <a:extLst>
                <a:ext uri="{FF2B5EF4-FFF2-40B4-BE49-F238E27FC236}">
                  <a16:creationId xmlns:a16="http://schemas.microsoft.com/office/drawing/2014/main" id="{19B37C22-D185-0C1A-B46D-500B65F46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20877" y="4010740"/>
              <a:ext cx="598408" cy="598408"/>
            </a:xfrm>
            <a:prstGeom prst="rect">
              <a:avLst/>
            </a:prstGeom>
          </p:spPr>
        </p:pic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C3CC0DF0-CF98-06B0-EA3F-A1B3F4956248}"/>
                </a:ext>
              </a:extLst>
            </p:cNvPr>
            <p:cNvSpPr/>
            <p:nvPr/>
          </p:nvSpPr>
          <p:spPr>
            <a:xfrm>
              <a:off x="9818489" y="4152782"/>
              <a:ext cx="2116812" cy="7038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BC6525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Geração PDF</a:t>
              </a:r>
              <a:endParaRPr lang="en-US" sz="2200" dirty="0">
                <a:solidFill>
                  <a:srgbClr val="BC6525"/>
                </a:solidFill>
              </a:endParaRPr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2D342B4C-93E5-F92D-075C-68B91DB63628}"/>
                </a:ext>
              </a:extLst>
            </p:cNvPr>
            <p:cNvSpPr/>
            <p:nvPr/>
          </p:nvSpPr>
          <p:spPr>
            <a:xfrm>
              <a:off x="9818489" y="4714519"/>
              <a:ext cx="2116812" cy="1532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000"/>
                </a:lnSpc>
                <a:buNone/>
              </a:pPr>
              <a:r>
                <a:rPr lang="en-US" sz="1850" dirty="0">
                  <a:solidFill>
                    <a:srgbClr val="BC6525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Ferramentas </a:t>
              </a:r>
              <a:r>
                <a:rPr lang="en-US" sz="1850" dirty="0" err="1">
                  <a:solidFill>
                    <a:srgbClr val="BC6525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como</a:t>
              </a:r>
              <a:r>
                <a:rPr lang="en-US" sz="1850" dirty="0">
                  <a:solidFill>
                    <a:srgbClr val="BC6525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PDF para documentos detalhados.</a:t>
              </a:r>
              <a:endParaRPr lang="en-US" sz="1850" dirty="0">
                <a:solidFill>
                  <a:srgbClr val="BC6525"/>
                </a:solidFill>
              </a:endParaRPr>
            </a:p>
          </p:txBody>
        </p:sp>
      </p:grpSp>
      <p:sp>
        <p:nvSpPr>
          <p:cNvPr id="27" name="Retângulo 26">
            <a:extLst>
              <a:ext uri="{FF2B5EF4-FFF2-40B4-BE49-F238E27FC236}">
                <a16:creationId xmlns:a16="http://schemas.microsoft.com/office/drawing/2014/main" id="{6D1388E3-DE4A-648E-C84F-89C069A43CA6}"/>
              </a:ext>
            </a:extLst>
          </p:cNvPr>
          <p:cNvSpPr/>
          <p:nvPr/>
        </p:nvSpPr>
        <p:spPr>
          <a:xfrm>
            <a:off x="-22346" y="0"/>
            <a:ext cx="5180907" cy="6858000"/>
          </a:xfrm>
          <a:prstGeom prst="rect">
            <a:avLst/>
          </a:prstGeom>
          <a:solidFill>
            <a:srgbClr val="69A12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E03C472-83BD-4BD7-FC25-6822F54AD994}"/>
              </a:ext>
            </a:extLst>
          </p:cNvPr>
          <p:cNvGrpSpPr/>
          <p:nvPr/>
        </p:nvGrpSpPr>
        <p:grpSpPr>
          <a:xfrm>
            <a:off x="5607308" y="449047"/>
            <a:ext cx="6327814" cy="2169676"/>
            <a:chOff x="1037454" y="994967"/>
            <a:chExt cx="6327814" cy="2169676"/>
          </a:xfrm>
        </p:grpSpPr>
        <p:sp>
          <p:nvSpPr>
            <p:cNvPr id="8" name="Text 1">
              <a:extLst>
                <a:ext uri="{FF2B5EF4-FFF2-40B4-BE49-F238E27FC236}">
                  <a16:creationId xmlns:a16="http://schemas.microsoft.com/office/drawing/2014/main" id="{103F485C-6730-66B9-477B-8870FEFFAD59}"/>
                </a:ext>
              </a:extLst>
            </p:cNvPr>
            <p:cNvSpPr/>
            <p:nvPr/>
          </p:nvSpPr>
          <p:spPr>
            <a:xfrm>
              <a:off x="1935066" y="1137009"/>
              <a:ext cx="2116693" cy="3519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BC6525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Front-End</a:t>
              </a:r>
              <a:endParaRPr lang="en-US" sz="2200" dirty="0">
                <a:solidFill>
                  <a:srgbClr val="BC6525"/>
                </a:solidFill>
              </a:endParaRPr>
            </a:p>
          </p:txBody>
        </p:sp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3B7F0022-666C-4F52-DC58-77CB54FBC99C}"/>
                </a:ext>
              </a:extLst>
            </p:cNvPr>
            <p:cNvSpPr/>
            <p:nvPr/>
          </p:nvSpPr>
          <p:spPr>
            <a:xfrm>
              <a:off x="1935066" y="1632547"/>
              <a:ext cx="2116693" cy="1532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000"/>
                </a:lnSpc>
                <a:buNone/>
              </a:pPr>
              <a:r>
                <a:rPr lang="en-US" sz="1850" dirty="0">
                  <a:solidFill>
                    <a:srgbClr val="BC6525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HTML, CSS, JavaScript para interface responsiva e dinâmica.</a:t>
              </a:r>
              <a:endParaRPr lang="en-US" sz="1850" dirty="0">
                <a:solidFill>
                  <a:srgbClr val="BC6525"/>
                </a:solidFill>
              </a:endParaRPr>
            </a:p>
          </p:txBody>
        </p:sp>
        <p:pic>
          <p:nvPicPr>
            <p:cNvPr id="10" name="Image 1" descr="preencoded.png">
              <a:extLst>
                <a:ext uri="{FF2B5EF4-FFF2-40B4-BE49-F238E27FC236}">
                  <a16:creationId xmlns:a16="http://schemas.microsoft.com/office/drawing/2014/main" id="{E612EEE0-BA05-E148-5A39-175047637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0963" y="994967"/>
              <a:ext cx="598408" cy="598408"/>
            </a:xfrm>
            <a:prstGeom prst="rect">
              <a:avLst/>
            </a:prstGeom>
          </p:spPr>
        </p:pic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D6779094-12DB-DC77-4424-0051F06EBCC0}"/>
                </a:ext>
              </a:extLst>
            </p:cNvPr>
            <p:cNvSpPr/>
            <p:nvPr/>
          </p:nvSpPr>
          <p:spPr>
            <a:xfrm>
              <a:off x="5248575" y="1137009"/>
              <a:ext cx="2116693" cy="3519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BC6525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Back-End</a:t>
              </a:r>
              <a:endParaRPr lang="en-US" sz="2200" dirty="0">
                <a:solidFill>
                  <a:srgbClr val="BC6525"/>
                </a:solidFill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49D1926D-69B2-7148-5793-0A810ECC1442}"/>
                </a:ext>
              </a:extLst>
            </p:cNvPr>
            <p:cNvSpPr/>
            <p:nvPr/>
          </p:nvSpPr>
          <p:spPr>
            <a:xfrm>
              <a:off x="5248575" y="1632547"/>
              <a:ext cx="2116693" cy="1532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000"/>
                </a:lnSpc>
                <a:buNone/>
              </a:pPr>
              <a:r>
                <a:rPr lang="en-US" sz="1850" dirty="0">
                  <a:solidFill>
                    <a:srgbClr val="BC6525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Python (Flask) para a lógica de negócio e processamento.</a:t>
              </a:r>
              <a:endParaRPr lang="en-US" sz="1850" dirty="0">
                <a:solidFill>
                  <a:srgbClr val="BC6525"/>
                </a:solidFill>
              </a:endParaRPr>
            </a:p>
          </p:txBody>
        </p:sp>
        <p:pic>
          <p:nvPicPr>
            <p:cNvPr id="29" name="Image 0" descr="preencoded.png">
              <a:extLst>
                <a:ext uri="{FF2B5EF4-FFF2-40B4-BE49-F238E27FC236}">
                  <a16:creationId xmlns:a16="http://schemas.microsoft.com/office/drawing/2014/main" id="{166BE521-17BA-25EE-29AD-4FF5738BE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7454" y="994967"/>
              <a:ext cx="598408" cy="598408"/>
            </a:xfrm>
            <a:prstGeom prst="rect">
              <a:avLst/>
            </a:prstGeom>
          </p:spPr>
        </p:pic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1587955-2505-D41E-1041-CF885F316439}"/>
              </a:ext>
            </a:extLst>
          </p:cNvPr>
          <p:cNvSpPr txBox="1"/>
          <p:nvPr/>
        </p:nvSpPr>
        <p:spPr>
          <a:xfrm>
            <a:off x="-22346" y="353999"/>
            <a:ext cx="5180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DCDA9"/>
                </a:solidFill>
              </a:rPr>
              <a:t>TECNOLOGIAS UTILIZADAS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199C8ECF-0413-F55F-52D7-5160848DD5EC}"/>
              </a:ext>
            </a:extLst>
          </p:cNvPr>
          <p:cNvGrpSpPr/>
          <p:nvPr/>
        </p:nvGrpSpPr>
        <p:grpSpPr>
          <a:xfrm>
            <a:off x="359132" y="3078937"/>
            <a:ext cx="4383086" cy="3555507"/>
            <a:chOff x="256699" y="3267886"/>
            <a:chExt cx="4383086" cy="3555507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9EBAA1B-5A6B-6DD2-3C34-D0DE9DE9E939}"/>
                </a:ext>
              </a:extLst>
            </p:cNvPr>
            <p:cNvGrpSpPr/>
            <p:nvPr/>
          </p:nvGrpSpPr>
          <p:grpSpPr>
            <a:xfrm>
              <a:off x="256699" y="3267886"/>
              <a:ext cx="4383086" cy="3555507"/>
              <a:chOff x="256699" y="3267886"/>
              <a:chExt cx="4383086" cy="3555507"/>
            </a:xfrm>
          </p:grpSpPr>
          <p:sp>
            <p:nvSpPr>
              <p:cNvPr id="3116" name="Fluxograma: Processo Alternativo 3115">
                <a:extLst>
                  <a:ext uri="{FF2B5EF4-FFF2-40B4-BE49-F238E27FC236}">
                    <a16:creationId xmlns:a16="http://schemas.microsoft.com/office/drawing/2014/main" id="{6A9235C6-4944-7CA9-521C-377F59F8426A}"/>
                  </a:ext>
                </a:extLst>
              </p:cNvPr>
              <p:cNvSpPr/>
              <p:nvPr/>
            </p:nvSpPr>
            <p:spPr>
              <a:xfrm>
                <a:off x="256699" y="3267886"/>
                <a:ext cx="4383086" cy="3555507"/>
              </a:xfrm>
              <a:prstGeom prst="flowChartAlternateProcess">
                <a:avLst/>
              </a:prstGeom>
              <a:solidFill>
                <a:srgbClr val="69A1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3077" name="Conector reto 3076">
                <a:extLst>
                  <a:ext uri="{FF2B5EF4-FFF2-40B4-BE49-F238E27FC236}">
                    <a16:creationId xmlns:a16="http://schemas.microsoft.com/office/drawing/2014/main" id="{AF964A2E-EADE-0722-D6E2-5AC031496B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10510" y="3742879"/>
                <a:ext cx="908119" cy="1251763"/>
              </a:xfrm>
              <a:prstGeom prst="line">
                <a:avLst/>
              </a:prstGeom>
              <a:ln w="28575">
                <a:solidFill>
                  <a:srgbClr val="DDA15E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80" name="Conector reto 3079">
                <a:extLst>
                  <a:ext uri="{FF2B5EF4-FFF2-40B4-BE49-F238E27FC236}">
                    <a16:creationId xmlns:a16="http://schemas.microsoft.com/office/drawing/2014/main" id="{1AFCEABB-CF75-08ED-75E5-1E7AC5BD7105}"/>
                  </a:ext>
                </a:extLst>
              </p:cNvPr>
              <p:cNvCxnSpPr>
                <a:cxnSpLocks/>
                <a:stCxn id="3072" idx="2"/>
                <a:endCxn id="3075" idx="0"/>
              </p:cNvCxnSpPr>
              <p:nvPr/>
            </p:nvCxnSpPr>
            <p:spPr>
              <a:xfrm>
                <a:off x="2410510" y="5402425"/>
                <a:ext cx="0" cy="614865"/>
              </a:xfrm>
              <a:prstGeom prst="line">
                <a:avLst/>
              </a:prstGeom>
              <a:ln w="28575">
                <a:solidFill>
                  <a:srgbClr val="DDA15E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84" name="Conector reto 3083">
                <a:extLst>
                  <a:ext uri="{FF2B5EF4-FFF2-40B4-BE49-F238E27FC236}">
                    <a16:creationId xmlns:a16="http://schemas.microsoft.com/office/drawing/2014/main" id="{22DA7E9E-5139-4928-B12E-57F27D0EC0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10510" y="4994642"/>
                <a:ext cx="1424643" cy="326751"/>
              </a:xfrm>
              <a:prstGeom prst="line">
                <a:avLst/>
              </a:prstGeom>
              <a:ln w="28575">
                <a:solidFill>
                  <a:srgbClr val="DDA15E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pic>
            <p:nvPicPr>
              <p:cNvPr id="22" name="Imagem 21">
                <a:extLst>
                  <a:ext uri="{FF2B5EF4-FFF2-40B4-BE49-F238E27FC236}">
                    <a16:creationId xmlns:a16="http://schemas.microsoft.com/office/drawing/2014/main" id="{2E7BA966-0F6D-452F-BD5B-6B100083B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4881" y="5045640"/>
                <a:ext cx="612000" cy="612000"/>
              </a:xfrm>
              <a:prstGeom prst="rect">
                <a:avLst/>
              </a:prstGeom>
            </p:spPr>
          </p:pic>
          <p:cxnSp>
            <p:nvCxnSpPr>
              <p:cNvPr id="3087" name="Conector reto 3086">
                <a:extLst>
                  <a:ext uri="{FF2B5EF4-FFF2-40B4-BE49-F238E27FC236}">
                    <a16:creationId xmlns:a16="http://schemas.microsoft.com/office/drawing/2014/main" id="{046F5685-CC36-F493-E6F5-11AE78E170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0932" y="4994642"/>
                <a:ext cx="1389578" cy="354226"/>
              </a:xfrm>
              <a:prstGeom prst="line">
                <a:avLst/>
              </a:prstGeom>
              <a:ln w="28575">
                <a:solidFill>
                  <a:srgbClr val="DDA15E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89" name="Conector reto 3088">
                <a:extLst>
                  <a:ext uri="{FF2B5EF4-FFF2-40B4-BE49-F238E27FC236}">
                    <a16:creationId xmlns:a16="http://schemas.microsoft.com/office/drawing/2014/main" id="{A5F4AF3C-9F62-F9DD-BFFD-6BEF38A2EA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62470" y="3779154"/>
                <a:ext cx="848040" cy="1206688"/>
              </a:xfrm>
              <a:prstGeom prst="line">
                <a:avLst/>
              </a:prstGeom>
              <a:ln w="28575">
                <a:solidFill>
                  <a:srgbClr val="DDA15E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pic>
            <p:nvPicPr>
              <p:cNvPr id="3074" name="Picture 2" descr="Css - ícones de interface grátis">
                <a:extLst>
                  <a:ext uri="{FF2B5EF4-FFF2-40B4-BE49-F238E27FC236}">
                    <a16:creationId xmlns:a16="http://schemas.microsoft.com/office/drawing/2014/main" id="{29798FAD-0655-761C-BD9C-BEB0840733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7858" y="5045640"/>
                <a:ext cx="612000" cy="61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95" name="Retângulo 3094">
                <a:extLst>
                  <a:ext uri="{FF2B5EF4-FFF2-40B4-BE49-F238E27FC236}">
                    <a16:creationId xmlns:a16="http://schemas.microsoft.com/office/drawing/2014/main" id="{545FEB3D-24C6-C281-938A-5D363076BCA4}"/>
                  </a:ext>
                </a:extLst>
              </p:cNvPr>
              <p:cNvSpPr/>
              <p:nvPr/>
            </p:nvSpPr>
            <p:spPr>
              <a:xfrm>
                <a:off x="3108740" y="3869695"/>
                <a:ext cx="417265" cy="1737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96" name="Retângulo 3095">
                <a:extLst>
                  <a:ext uri="{FF2B5EF4-FFF2-40B4-BE49-F238E27FC236}">
                    <a16:creationId xmlns:a16="http://schemas.microsoft.com/office/drawing/2014/main" id="{0CC567E6-00D4-A2A5-46D2-9604B467D681}"/>
                  </a:ext>
                </a:extLst>
              </p:cNvPr>
              <p:cNvSpPr/>
              <p:nvPr/>
            </p:nvSpPr>
            <p:spPr>
              <a:xfrm>
                <a:off x="3108740" y="3470061"/>
                <a:ext cx="285553" cy="39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97" name="Retângulo 3096">
                <a:extLst>
                  <a:ext uri="{FF2B5EF4-FFF2-40B4-BE49-F238E27FC236}">
                    <a16:creationId xmlns:a16="http://schemas.microsoft.com/office/drawing/2014/main" id="{6A43BBD0-06B4-F75D-A75C-E39FE3E1688B}"/>
                  </a:ext>
                </a:extLst>
              </p:cNvPr>
              <p:cNvSpPr/>
              <p:nvPr/>
            </p:nvSpPr>
            <p:spPr>
              <a:xfrm>
                <a:off x="3249191" y="3583737"/>
                <a:ext cx="277093" cy="39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26" name="Imagem 25">
                <a:extLst>
                  <a:ext uri="{FF2B5EF4-FFF2-40B4-BE49-F238E27FC236}">
                    <a16:creationId xmlns:a16="http://schemas.microsoft.com/office/drawing/2014/main" id="{57DC9C95-289E-D9AF-4B92-F25875FC9E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07562" y="3447851"/>
                <a:ext cx="612000" cy="612000"/>
              </a:xfrm>
              <a:prstGeom prst="rect">
                <a:avLst/>
              </a:prstGeom>
            </p:spPr>
          </p:pic>
          <p:sp>
            <p:nvSpPr>
              <p:cNvPr id="3102" name="Elipse 3101">
                <a:extLst>
                  <a:ext uri="{FF2B5EF4-FFF2-40B4-BE49-F238E27FC236}">
                    <a16:creationId xmlns:a16="http://schemas.microsoft.com/office/drawing/2014/main" id="{FF31E87A-86D5-6937-AFA4-362E43D4F026}"/>
                  </a:ext>
                </a:extLst>
              </p:cNvPr>
              <p:cNvSpPr/>
              <p:nvPr/>
            </p:nvSpPr>
            <p:spPr>
              <a:xfrm>
                <a:off x="2233038" y="4804083"/>
                <a:ext cx="354943" cy="13939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03" name="Elipse 3102">
                <a:extLst>
                  <a:ext uri="{FF2B5EF4-FFF2-40B4-BE49-F238E27FC236}">
                    <a16:creationId xmlns:a16="http://schemas.microsoft.com/office/drawing/2014/main" id="{EFD69302-5FA1-6871-2AC0-A1F141A5A394}"/>
                  </a:ext>
                </a:extLst>
              </p:cNvPr>
              <p:cNvSpPr/>
              <p:nvPr/>
            </p:nvSpPr>
            <p:spPr>
              <a:xfrm>
                <a:off x="2233038" y="5022117"/>
                <a:ext cx="354943" cy="13939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04" name="Elipse 3103">
                <a:extLst>
                  <a:ext uri="{FF2B5EF4-FFF2-40B4-BE49-F238E27FC236}">
                    <a16:creationId xmlns:a16="http://schemas.microsoft.com/office/drawing/2014/main" id="{561B89D3-3EBE-8FCC-37F8-52923B22BA1E}"/>
                  </a:ext>
                </a:extLst>
              </p:cNvPr>
              <p:cNvSpPr/>
              <p:nvPr/>
            </p:nvSpPr>
            <p:spPr>
              <a:xfrm>
                <a:off x="2233038" y="4827270"/>
                <a:ext cx="354943" cy="29815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3072" name="Imagem 3071">
                <a:extLst>
                  <a:ext uri="{FF2B5EF4-FFF2-40B4-BE49-F238E27FC236}">
                    <a16:creationId xmlns:a16="http://schemas.microsoft.com/office/drawing/2014/main" id="{6CC92677-AAA8-886A-399E-DF363CA991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04510" y="4790425"/>
                <a:ext cx="612000" cy="612000"/>
              </a:xfrm>
              <a:prstGeom prst="rect">
                <a:avLst/>
              </a:prstGeom>
            </p:spPr>
          </p:pic>
          <p:pic>
            <p:nvPicPr>
              <p:cNvPr id="24" name="Imagem 23">
                <a:extLst>
                  <a:ext uri="{FF2B5EF4-FFF2-40B4-BE49-F238E27FC236}">
                    <a16:creationId xmlns:a16="http://schemas.microsoft.com/office/drawing/2014/main" id="{3928614C-8A96-5B1E-A0F5-E09464818C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6192" y="3475322"/>
                <a:ext cx="612000" cy="612000"/>
              </a:xfrm>
              <a:prstGeom prst="rect">
                <a:avLst/>
              </a:prstGeom>
            </p:spPr>
          </p:pic>
        </p:grpSp>
        <p:pic>
          <p:nvPicPr>
            <p:cNvPr id="3075" name="Imagem 3074">
              <a:extLst>
                <a:ext uri="{FF2B5EF4-FFF2-40B4-BE49-F238E27FC236}">
                  <a16:creationId xmlns:a16="http://schemas.microsoft.com/office/drawing/2014/main" id="{3A47DFAA-7A00-7B55-2115-73005D9F2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04510" y="6017290"/>
              <a:ext cx="612000" cy="612000"/>
            </a:xfrm>
            <a:prstGeom prst="rect">
              <a:avLst/>
            </a:prstGeom>
          </p:spPr>
        </p:pic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A9301A7D-A4DF-28F5-A06B-D1EBC54C6D9C}"/>
              </a:ext>
            </a:extLst>
          </p:cNvPr>
          <p:cNvSpPr/>
          <p:nvPr/>
        </p:nvSpPr>
        <p:spPr>
          <a:xfrm>
            <a:off x="-22345" y="2048997"/>
            <a:ext cx="4922820" cy="10343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21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10D9A-C84A-C503-52E4-6457686C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5">
            <a:extLst>
              <a:ext uri="{FF2B5EF4-FFF2-40B4-BE49-F238E27FC236}">
                <a16:creationId xmlns:a16="http://schemas.microsoft.com/office/drawing/2014/main" id="{A2DAD08E-82E2-A463-F11F-CB7F0D09F9FF}"/>
              </a:ext>
            </a:extLst>
          </p:cNvPr>
          <p:cNvSpPr/>
          <p:nvPr/>
        </p:nvSpPr>
        <p:spPr>
          <a:xfrm flipH="1">
            <a:off x="0" y="0"/>
            <a:ext cx="12192000" cy="6858000"/>
          </a:xfrm>
          <a:prstGeom prst="parallelogram">
            <a:avLst/>
          </a:prstGeom>
          <a:solidFill>
            <a:srgbClr val="69A12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6D0E0438-5EA0-0491-A0DB-2A5E51A42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11" y="-1"/>
            <a:ext cx="9060024" cy="685799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r>
              <a:rPr lang="pt-BR" sz="4000" b="1" dirty="0"/>
              <a:t>  </a:t>
            </a:r>
            <a:r>
              <a:rPr lang="pt-BR" sz="4000" b="1" dirty="0">
                <a:solidFill>
                  <a:srgbClr val="EDCDA9"/>
                </a:solidFill>
              </a:rPr>
              <a:t>CUSTO PREVISTO</a:t>
            </a:r>
          </a:p>
          <a:p>
            <a:pPr algn="l"/>
            <a:endParaRPr lang="pt-BR" sz="2800" dirty="0"/>
          </a:p>
          <a:p>
            <a:pPr algn="l"/>
            <a:endParaRPr lang="pt-BR" sz="2800" dirty="0"/>
          </a:p>
        </p:txBody>
      </p:sp>
      <p:sp>
        <p:nvSpPr>
          <p:cNvPr id="63" name="Shape 1">
            <a:extLst>
              <a:ext uri="{FF2B5EF4-FFF2-40B4-BE49-F238E27FC236}">
                <a16:creationId xmlns:a16="http://schemas.microsoft.com/office/drawing/2014/main" id="{F6A9DE60-E2F5-12A2-CFED-F088DB1F00EA}"/>
              </a:ext>
            </a:extLst>
          </p:cNvPr>
          <p:cNvSpPr/>
          <p:nvPr/>
        </p:nvSpPr>
        <p:spPr>
          <a:xfrm>
            <a:off x="1877862" y="1243721"/>
            <a:ext cx="7916752" cy="4739703"/>
          </a:xfrm>
          <a:prstGeom prst="roundRect">
            <a:avLst>
              <a:gd name="adj" fmla="val 307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6E68EBF6-91C4-91A7-3012-2FDAE39D259A}"/>
              </a:ext>
            </a:extLst>
          </p:cNvPr>
          <p:cNvSpPr/>
          <p:nvPr/>
        </p:nvSpPr>
        <p:spPr>
          <a:xfrm>
            <a:off x="1885482" y="1251342"/>
            <a:ext cx="7909132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5" name="Text 3">
            <a:extLst>
              <a:ext uri="{FF2B5EF4-FFF2-40B4-BE49-F238E27FC236}">
                <a16:creationId xmlns:a16="http://schemas.microsoft.com/office/drawing/2014/main" id="{3F335EBD-11E4-6864-D791-46A3F95C731C}"/>
              </a:ext>
            </a:extLst>
          </p:cNvPr>
          <p:cNvSpPr/>
          <p:nvPr/>
        </p:nvSpPr>
        <p:spPr>
          <a:xfrm>
            <a:off x="2055859" y="1360999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Serviço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39138FBA-3887-C047-07BA-40B221B48D6C}"/>
              </a:ext>
            </a:extLst>
          </p:cNvPr>
          <p:cNvSpPr/>
          <p:nvPr/>
        </p:nvSpPr>
        <p:spPr>
          <a:xfrm>
            <a:off x="4665114" y="1360999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Preço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9857BF1B-7B07-F212-E882-9A4B2BA1BE6E}"/>
              </a:ext>
            </a:extLst>
          </p:cNvPr>
          <p:cNvSpPr/>
          <p:nvPr/>
        </p:nvSpPr>
        <p:spPr>
          <a:xfrm>
            <a:off x="6207293" y="1360999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Qtd de Tempo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8EF71E6C-A0B4-C650-2AB7-5A76757BD452}"/>
              </a:ext>
            </a:extLst>
          </p:cNvPr>
          <p:cNvSpPr/>
          <p:nvPr/>
        </p:nvSpPr>
        <p:spPr>
          <a:xfrm>
            <a:off x="7536831" y="1360999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Valor/h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9" name="Shape 8">
            <a:extLst>
              <a:ext uri="{FF2B5EF4-FFF2-40B4-BE49-F238E27FC236}">
                <a16:creationId xmlns:a16="http://schemas.microsoft.com/office/drawing/2014/main" id="{24B9F8E6-00ED-A84B-5403-021F9706CB6E}"/>
              </a:ext>
            </a:extLst>
          </p:cNvPr>
          <p:cNvSpPr/>
          <p:nvPr/>
        </p:nvSpPr>
        <p:spPr>
          <a:xfrm>
            <a:off x="1885482" y="1742832"/>
            <a:ext cx="7909132" cy="7636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1E3A8D39-F21E-76CA-8B54-D03BC6E249C5}"/>
              </a:ext>
            </a:extLst>
          </p:cNvPr>
          <p:cNvSpPr/>
          <p:nvPr/>
        </p:nvSpPr>
        <p:spPr>
          <a:xfrm>
            <a:off x="2055859" y="1852489"/>
            <a:ext cx="2261592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Desenvolvimento Front-End (Junior)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F09732A-D681-1261-A002-5C68E04A408A}"/>
              </a:ext>
            </a:extLst>
          </p:cNvPr>
          <p:cNvSpPr/>
          <p:nvPr/>
        </p:nvSpPr>
        <p:spPr>
          <a:xfrm>
            <a:off x="4665114" y="1852489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R$ 2.625,00/mês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6A8989D4-B2A7-4EF7-CC20-539376F30316}"/>
              </a:ext>
            </a:extLst>
          </p:cNvPr>
          <p:cNvSpPr/>
          <p:nvPr/>
        </p:nvSpPr>
        <p:spPr>
          <a:xfrm>
            <a:off x="6207293" y="1852489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160 h/mês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2550F0CE-BCE6-614C-D52A-6E4671318D76}"/>
              </a:ext>
            </a:extLst>
          </p:cNvPr>
          <p:cNvSpPr/>
          <p:nvPr/>
        </p:nvSpPr>
        <p:spPr>
          <a:xfrm>
            <a:off x="7536831" y="1852489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R$ 16,41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B9653BA6-2CD9-B1DE-2553-A332165B274F}"/>
              </a:ext>
            </a:extLst>
          </p:cNvPr>
          <p:cNvSpPr/>
          <p:nvPr/>
        </p:nvSpPr>
        <p:spPr>
          <a:xfrm>
            <a:off x="2055859" y="2616156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Desenvolvimento Back-End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171BA603-9326-39F4-96D5-5EC20B59514F}"/>
              </a:ext>
            </a:extLst>
          </p:cNvPr>
          <p:cNvSpPr/>
          <p:nvPr/>
        </p:nvSpPr>
        <p:spPr>
          <a:xfrm>
            <a:off x="4665114" y="261615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R$ 4.000,00/mês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597E2104-C883-86E2-851D-1B47761379A8}"/>
              </a:ext>
            </a:extLst>
          </p:cNvPr>
          <p:cNvSpPr/>
          <p:nvPr/>
        </p:nvSpPr>
        <p:spPr>
          <a:xfrm>
            <a:off x="6207293" y="261615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160 h/mês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CFB54B96-00B8-8540-5CFE-F7C3AC73F16E}"/>
              </a:ext>
            </a:extLst>
          </p:cNvPr>
          <p:cNvSpPr/>
          <p:nvPr/>
        </p:nvSpPr>
        <p:spPr>
          <a:xfrm>
            <a:off x="7536831" y="261615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R$ 25,00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6E1E4897-1547-EE6A-DECD-E5B7B96FE3DD}"/>
              </a:ext>
            </a:extLst>
          </p:cNvPr>
          <p:cNvSpPr/>
          <p:nvPr/>
        </p:nvSpPr>
        <p:spPr>
          <a:xfrm>
            <a:off x="1885482" y="2997989"/>
            <a:ext cx="7916752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574497E2-DBD3-DD3C-2B77-313B6A3C5061}"/>
              </a:ext>
            </a:extLst>
          </p:cNvPr>
          <p:cNvSpPr/>
          <p:nvPr/>
        </p:nvSpPr>
        <p:spPr>
          <a:xfrm>
            <a:off x="2055859" y="3107646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Hospedagem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526AF8E4-C447-5BE3-A0B0-7D516BAD46AA}"/>
              </a:ext>
            </a:extLst>
          </p:cNvPr>
          <p:cNvSpPr/>
          <p:nvPr/>
        </p:nvSpPr>
        <p:spPr>
          <a:xfrm>
            <a:off x="4665114" y="310764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R$ 139,99 /mensal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F6EBD93C-7E40-8E68-717F-EFB4D305F68C}"/>
              </a:ext>
            </a:extLst>
          </p:cNvPr>
          <p:cNvSpPr/>
          <p:nvPr/>
        </p:nvSpPr>
        <p:spPr>
          <a:xfrm>
            <a:off x="6207293" y="310764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160 h/mês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007EA904-E793-B1BA-DD0C-33ED02B676AC}"/>
              </a:ext>
            </a:extLst>
          </p:cNvPr>
          <p:cNvSpPr/>
          <p:nvPr/>
        </p:nvSpPr>
        <p:spPr>
          <a:xfrm>
            <a:off x="7536831" y="310764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R$ 0,87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3" name="Text 27">
            <a:extLst>
              <a:ext uri="{FF2B5EF4-FFF2-40B4-BE49-F238E27FC236}">
                <a16:creationId xmlns:a16="http://schemas.microsoft.com/office/drawing/2014/main" id="{D3616B38-5F96-C0FF-9D4A-EA532302CE66}"/>
              </a:ext>
            </a:extLst>
          </p:cNvPr>
          <p:cNvSpPr/>
          <p:nvPr/>
        </p:nvSpPr>
        <p:spPr>
          <a:xfrm>
            <a:off x="2055859" y="3599136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Infraestrutura (Amazon S3)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4" name="Text 28">
            <a:extLst>
              <a:ext uri="{FF2B5EF4-FFF2-40B4-BE49-F238E27FC236}">
                <a16:creationId xmlns:a16="http://schemas.microsoft.com/office/drawing/2014/main" id="{22CE9A3C-57B6-762B-013F-DB98DDE393CD}"/>
              </a:ext>
            </a:extLst>
          </p:cNvPr>
          <p:cNvSpPr/>
          <p:nvPr/>
        </p:nvSpPr>
        <p:spPr>
          <a:xfrm>
            <a:off x="4665114" y="359913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R$ 230,00 /anual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5" name="Text 29">
            <a:extLst>
              <a:ext uri="{FF2B5EF4-FFF2-40B4-BE49-F238E27FC236}">
                <a16:creationId xmlns:a16="http://schemas.microsoft.com/office/drawing/2014/main" id="{3BC1D0FE-FF15-589C-D358-29C75BD006FB}"/>
              </a:ext>
            </a:extLst>
          </p:cNvPr>
          <p:cNvSpPr/>
          <p:nvPr/>
        </p:nvSpPr>
        <p:spPr>
          <a:xfrm>
            <a:off x="6207293" y="359913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160 h/mês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66C78162-AF9A-CAD5-D874-BDF258C8AFBA}"/>
              </a:ext>
            </a:extLst>
          </p:cNvPr>
          <p:cNvSpPr/>
          <p:nvPr/>
        </p:nvSpPr>
        <p:spPr>
          <a:xfrm>
            <a:off x="7536831" y="359913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R$ 0,12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7" name="Shape 32">
            <a:extLst>
              <a:ext uri="{FF2B5EF4-FFF2-40B4-BE49-F238E27FC236}">
                <a16:creationId xmlns:a16="http://schemas.microsoft.com/office/drawing/2014/main" id="{3E3B1825-2221-7B84-6DED-68FC824B895B}"/>
              </a:ext>
            </a:extLst>
          </p:cNvPr>
          <p:cNvSpPr/>
          <p:nvPr/>
        </p:nvSpPr>
        <p:spPr>
          <a:xfrm>
            <a:off x="1885482" y="3980969"/>
            <a:ext cx="7909132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8" name="Text 33">
            <a:extLst>
              <a:ext uri="{FF2B5EF4-FFF2-40B4-BE49-F238E27FC236}">
                <a16:creationId xmlns:a16="http://schemas.microsoft.com/office/drawing/2014/main" id="{04237A78-771B-04DF-0E32-4698D77EDFBC}"/>
              </a:ext>
            </a:extLst>
          </p:cNvPr>
          <p:cNvSpPr/>
          <p:nvPr/>
        </p:nvSpPr>
        <p:spPr>
          <a:xfrm>
            <a:off x="2055859" y="4090626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da Interface (UI/UX)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9" name="Text 34">
            <a:extLst>
              <a:ext uri="{FF2B5EF4-FFF2-40B4-BE49-F238E27FC236}">
                <a16:creationId xmlns:a16="http://schemas.microsoft.com/office/drawing/2014/main" id="{20375987-D164-7FA3-CA24-A611A1E53151}"/>
              </a:ext>
            </a:extLst>
          </p:cNvPr>
          <p:cNvSpPr/>
          <p:nvPr/>
        </p:nvSpPr>
        <p:spPr>
          <a:xfrm>
            <a:off x="4665114" y="409062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R$ 50,00/h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AF7E13D5-A6F3-6A6A-03DF-835419DBDBEF}"/>
              </a:ext>
            </a:extLst>
          </p:cNvPr>
          <p:cNvSpPr/>
          <p:nvPr/>
        </p:nvSpPr>
        <p:spPr>
          <a:xfrm>
            <a:off x="6207293" y="409062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40 h/mês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1" name="Text 36">
            <a:extLst>
              <a:ext uri="{FF2B5EF4-FFF2-40B4-BE49-F238E27FC236}">
                <a16:creationId xmlns:a16="http://schemas.microsoft.com/office/drawing/2014/main" id="{DBDFF558-EA13-A974-D722-2491CF7826AA}"/>
              </a:ext>
            </a:extLst>
          </p:cNvPr>
          <p:cNvSpPr/>
          <p:nvPr/>
        </p:nvSpPr>
        <p:spPr>
          <a:xfrm>
            <a:off x="7536831" y="409062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R$ 50,00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2" name="Text 39">
            <a:extLst>
              <a:ext uri="{FF2B5EF4-FFF2-40B4-BE49-F238E27FC236}">
                <a16:creationId xmlns:a16="http://schemas.microsoft.com/office/drawing/2014/main" id="{1E8EB72B-17C9-29B4-F208-0A2F4404B437}"/>
              </a:ext>
            </a:extLst>
          </p:cNvPr>
          <p:cNvSpPr/>
          <p:nvPr/>
        </p:nvSpPr>
        <p:spPr>
          <a:xfrm>
            <a:off x="2055859" y="4582116"/>
            <a:ext cx="2261592" cy="279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Manutenção e suporte técnico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01832C3B-7378-D9A4-3012-33ECD2B7D1F3}"/>
              </a:ext>
            </a:extLst>
          </p:cNvPr>
          <p:cNvSpPr/>
          <p:nvPr/>
        </p:nvSpPr>
        <p:spPr>
          <a:xfrm>
            <a:off x="4665114" y="458211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R$ 500,00/mês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4" name="Text 41">
            <a:extLst>
              <a:ext uri="{FF2B5EF4-FFF2-40B4-BE49-F238E27FC236}">
                <a16:creationId xmlns:a16="http://schemas.microsoft.com/office/drawing/2014/main" id="{3BF77D9C-D360-5B62-3F10-8B3B77D6D209}"/>
              </a:ext>
            </a:extLst>
          </p:cNvPr>
          <p:cNvSpPr/>
          <p:nvPr/>
        </p:nvSpPr>
        <p:spPr>
          <a:xfrm>
            <a:off x="6207293" y="458211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160 h/mês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5" name="Text 42">
            <a:extLst>
              <a:ext uri="{FF2B5EF4-FFF2-40B4-BE49-F238E27FC236}">
                <a16:creationId xmlns:a16="http://schemas.microsoft.com/office/drawing/2014/main" id="{1DBAC4B5-7BFA-F527-1D3F-236E10BC94FD}"/>
              </a:ext>
            </a:extLst>
          </p:cNvPr>
          <p:cNvSpPr/>
          <p:nvPr/>
        </p:nvSpPr>
        <p:spPr>
          <a:xfrm>
            <a:off x="7536831" y="4582116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R$ 3,13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6" name="Shape 44">
            <a:extLst>
              <a:ext uri="{FF2B5EF4-FFF2-40B4-BE49-F238E27FC236}">
                <a16:creationId xmlns:a16="http://schemas.microsoft.com/office/drawing/2014/main" id="{7F0516B4-7154-D29D-EFD7-03CCC98157AE}"/>
              </a:ext>
            </a:extLst>
          </p:cNvPr>
          <p:cNvSpPr/>
          <p:nvPr/>
        </p:nvSpPr>
        <p:spPr>
          <a:xfrm>
            <a:off x="1885481" y="4950376"/>
            <a:ext cx="7916753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7" name="Text 45">
            <a:extLst>
              <a:ext uri="{FF2B5EF4-FFF2-40B4-BE49-F238E27FC236}">
                <a16:creationId xmlns:a16="http://schemas.microsoft.com/office/drawing/2014/main" id="{ED951A77-4D03-EA77-176E-0C8835A0CDFC}"/>
              </a:ext>
            </a:extLst>
          </p:cNvPr>
          <p:cNvSpPr/>
          <p:nvPr/>
        </p:nvSpPr>
        <p:spPr>
          <a:xfrm>
            <a:off x="2055859" y="5060033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Ferramentas de colaboração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8" name="Text 46">
            <a:extLst>
              <a:ext uri="{FF2B5EF4-FFF2-40B4-BE49-F238E27FC236}">
                <a16:creationId xmlns:a16="http://schemas.microsoft.com/office/drawing/2014/main" id="{1231CDCA-66F7-5361-6628-746BDBF36C71}"/>
              </a:ext>
            </a:extLst>
          </p:cNvPr>
          <p:cNvSpPr/>
          <p:nvPr/>
        </p:nvSpPr>
        <p:spPr>
          <a:xfrm>
            <a:off x="4665114" y="5060033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R$ 58,61/mês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3CBB93DF-234B-4C5D-3B09-5EA289FCBA96}"/>
              </a:ext>
            </a:extLst>
          </p:cNvPr>
          <p:cNvSpPr/>
          <p:nvPr/>
        </p:nvSpPr>
        <p:spPr>
          <a:xfrm>
            <a:off x="6207293" y="5060033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160 h/mês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0" name="Text 48">
            <a:extLst>
              <a:ext uri="{FF2B5EF4-FFF2-40B4-BE49-F238E27FC236}">
                <a16:creationId xmlns:a16="http://schemas.microsoft.com/office/drawing/2014/main" id="{62172B59-D1E0-EB58-A2F0-474BD8D72331}"/>
              </a:ext>
            </a:extLst>
          </p:cNvPr>
          <p:cNvSpPr/>
          <p:nvPr/>
        </p:nvSpPr>
        <p:spPr>
          <a:xfrm>
            <a:off x="7536831" y="5060033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R$ 0,37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1" name="Text 51">
            <a:extLst>
              <a:ext uri="{FF2B5EF4-FFF2-40B4-BE49-F238E27FC236}">
                <a16:creationId xmlns:a16="http://schemas.microsoft.com/office/drawing/2014/main" id="{D8212EE1-5A37-820B-7EBF-A103890C851A}"/>
              </a:ext>
            </a:extLst>
          </p:cNvPr>
          <p:cNvSpPr/>
          <p:nvPr/>
        </p:nvSpPr>
        <p:spPr>
          <a:xfrm>
            <a:off x="2055859" y="5551523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Análise de requisitos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2" name="Text 52">
            <a:extLst>
              <a:ext uri="{FF2B5EF4-FFF2-40B4-BE49-F238E27FC236}">
                <a16:creationId xmlns:a16="http://schemas.microsoft.com/office/drawing/2014/main" id="{3E844B6B-C85C-9704-C92B-96AFA37520A1}"/>
              </a:ext>
            </a:extLst>
          </p:cNvPr>
          <p:cNvSpPr/>
          <p:nvPr/>
        </p:nvSpPr>
        <p:spPr>
          <a:xfrm>
            <a:off x="4665114" y="5551523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R$ 60,00/h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3" name="Text 53">
            <a:extLst>
              <a:ext uri="{FF2B5EF4-FFF2-40B4-BE49-F238E27FC236}">
                <a16:creationId xmlns:a16="http://schemas.microsoft.com/office/drawing/2014/main" id="{B18DFC1B-8F03-AD7D-8F21-CC3AFF59C09C}"/>
              </a:ext>
            </a:extLst>
          </p:cNvPr>
          <p:cNvSpPr/>
          <p:nvPr/>
        </p:nvSpPr>
        <p:spPr>
          <a:xfrm>
            <a:off x="6207293" y="5551523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80 h totais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4" name="Text 54">
            <a:extLst>
              <a:ext uri="{FF2B5EF4-FFF2-40B4-BE49-F238E27FC236}">
                <a16:creationId xmlns:a16="http://schemas.microsoft.com/office/drawing/2014/main" id="{B724B4EF-25D6-EF5B-0B03-BB5D7C455405}"/>
              </a:ext>
            </a:extLst>
          </p:cNvPr>
          <p:cNvSpPr/>
          <p:nvPr/>
        </p:nvSpPr>
        <p:spPr>
          <a:xfrm>
            <a:off x="7536831" y="5551523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R$ 60,00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5" name="Text 56">
            <a:extLst>
              <a:ext uri="{FF2B5EF4-FFF2-40B4-BE49-F238E27FC236}">
                <a16:creationId xmlns:a16="http://schemas.microsoft.com/office/drawing/2014/main" id="{7185C3C0-1119-6270-EF3A-2883C46C4BE6}"/>
              </a:ext>
            </a:extLst>
          </p:cNvPr>
          <p:cNvSpPr/>
          <p:nvPr/>
        </p:nvSpPr>
        <p:spPr>
          <a:xfrm>
            <a:off x="7536831" y="5983427"/>
            <a:ext cx="173923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Total:               R$ 55.163,20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6" name="Text 7">
            <a:extLst>
              <a:ext uri="{FF2B5EF4-FFF2-40B4-BE49-F238E27FC236}">
                <a16:creationId xmlns:a16="http://schemas.microsoft.com/office/drawing/2014/main" id="{347ACBDB-47AA-D7F6-264D-832771419AD7}"/>
              </a:ext>
            </a:extLst>
          </p:cNvPr>
          <p:cNvSpPr/>
          <p:nvPr/>
        </p:nvSpPr>
        <p:spPr>
          <a:xfrm>
            <a:off x="8477943" y="1353732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Valor Total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7" name="Text 13">
            <a:extLst>
              <a:ext uri="{FF2B5EF4-FFF2-40B4-BE49-F238E27FC236}">
                <a16:creationId xmlns:a16="http://schemas.microsoft.com/office/drawing/2014/main" id="{2148E135-63A7-2022-ED74-08331D39221D}"/>
              </a:ext>
            </a:extLst>
          </p:cNvPr>
          <p:cNvSpPr/>
          <p:nvPr/>
        </p:nvSpPr>
        <p:spPr>
          <a:xfrm>
            <a:off x="8477943" y="1845222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R$ 15.750,00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8" name="Text 19">
            <a:extLst>
              <a:ext uri="{FF2B5EF4-FFF2-40B4-BE49-F238E27FC236}">
                <a16:creationId xmlns:a16="http://schemas.microsoft.com/office/drawing/2014/main" id="{C51DB020-A1F2-82A9-4101-0533E2385FA8}"/>
              </a:ext>
            </a:extLst>
          </p:cNvPr>
          <p:cNvSpPr/>
          <p:nvPr/>
        </p:nvSpPr>
        <p:spPr>
          <a:xfrm>
            <a:off x="8477943" y="2608889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R$ 24.000,00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9" name="Text 25">
            <a:extLst>
              <a:ext uri="{FF2B5EF4-FFF2-40B4-BE49-F238E27FC236}">
                <a16:creationId xmlns:a16="http://schemas.microsoft.com/office/drawing/2014/main" id="{3CE5F205-3C1B-AB2E-3495-736F7E897E71}"/>
              </a:ext>
            </a:extLst>
          </p:cNvPr>
          <p:cNvSpPr/>
          <p:nvPr/>
        </p:nvSpPr>
        <p:spPr>
          <a:xfrm>
            <a:off x="8477943" y="3100379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R$ 1.679,88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0" name="Text 31">
            <a:extLst>
              <a:ext uri="{FF2B5EF4-FFF2-40B4-BE49-F238E27FC236}">
                <a16:creationId xmlns:a16="http://schemas.microsoft.com/office/drawing/2014/main" id="{671A5962-61D4-77BB-0E62-E961D255C13A}"/>
              </a:ext>
            </a:extLst>
          </p:cNvPr>
          <p:cNvSpPr/>
          <p:nvPr/>
        </p:nvSpPr>
        <p:spPr>
          <a:xfrm>
            <a:off x="8477943" y="3591869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R$ 230,00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1" name="Text 37">
            <a:extLst>
              <a:ext uri="{FF2B5EF4-FFF2-40B4-BE49-F238E27FC236}">
                <a16:creationId xmlns:a16="http://schemas.microsoft.com/office/drawing/2014/main" id="{64FC0022-36BC-B972-53B3-A486A7FADCD6}"/>
              </a:ext>
            </a:extLst>
          </p:cNvPr>
          <p:cNvSpPr/>
          <p:nvPr/>
        </p:nvSpPr>
        <p:spPr>
          <a:xfrm>
            <a:off x="8477943" y="4083359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R$ 2.000,00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F341FBC3-2ECD-A892-AA93-BF59729A148F}"/>
              </a:ext>
            </a:extLst>
          </p:cNvPr>
          <p:cNvSpPr/>
          <p:nvPr/>
        </p:nvSpPr>
        <p:spPr>
          <a:xfrm>
            <a:off x="8477943" y="4574849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R$ 6.000,00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3" name="Text 49">
            <a:extLst>
              <a:ext uri="{FF2B5EF4-FFF2-40B4-BE49-F238E27FC236}">
                <a16:creationId xmlns:a16="http://schemas.microsoft.com/office/drawing/2014/main" id="{8922D49F-B731-2A94-CFC9-4D3D96FF28D3}"/>
              </a:ext>
            </a:extLst>
          </p:cNvPr>
          <p:cNvSpPr/>
          <p:nvPr/>
        </p:nvSpPr>
        <p:spPr>
          <a:xfrm>
            <a:off x="8477943" y="5043241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R$ 703,32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4" name="Text 55">
            <a:extLst>
              <a:ext uri="{FF2B5EF4-FFF2-40B4-BE49-F238E27FC236}">
                <a16:creationId xmlns:a16="http://schemas.microsoft.com/office/drawing/2014/main" id="{EF22A1FD-D816-033C-82E3-98E9607758D5}"/>
              </a:ext>
            </a:extLst>
          </p:cNvPr>
          <p:cNvSpPr/>
          <p:nvPr/>
        </p:nvSpPr>
        <p:spPr>
          <a:xfrm>
            <a:off x="8477943" y="5553781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R$ 4.800,00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763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DB4C-2246-CD2D-14E9-7900B44D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5">
            <a:extLst>
              <a:ext uri="{FF2B5EF4-FFF2-40B4-BE49-F238E27FC236}">
                <a16:creationId xmlns:a16="http://schemas.microsoft.com/office/drawing/2014/main" id="{F6052C17-CE8E-4ECC-122E-1F4CB4C918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parallelogram">
            <a:avLst/>
          </a:prstGeom>
          <a:solidFill>
            <a:srgbClr val="69A12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6A7523CA-7727-F4C3-1858-4BDB53605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10" y="-1"/>
            <a:ext cx="8817429" cy="6857999"/>
          </a:xfrm>
        </p:spPr>
        <p:txBody>
          <a:bodyPr/>
          <a:lstStyle/>
          <a:p>
            <a:pPr algn="l"/>
            <a:endParaRPr lang="pt-BR" dirty="0"/>
          </a:p>
          <a:p>
            <a:pPr algn="l"/>
            <a:r>
              <a:rPr lang="pt-BR" sz="4000" b="1" dirty="0">
                <a:solidFill>
                  <a:srgbClr val="EDCDA9"/>
                </a:solidFill>
              </a:rPr>
              <a:t>  DIAGRAMA DE CASO DE USO</a:t>
            </a:r>
          </a:p>
          <a:p>
            <a:pPr algn="l"/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80C5FAB-F495-ED72-F615-0CAF31FF0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346" y="1586208"/>
            <a:ext cx="7549005" cy="46187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1913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CC7A0-6957-B201-C678-AD756DDE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5">
            <a:extLst>
              <a:ext uri="{FF2B5EF4-FFF2-40B4-BE49-F238E27FC236}">
                <a16:creationId xmlns:a16="http://schemas.microsoft.com/office/drawing/2014/main" id="{8B63F42B-D48A-35F5-C7A9-B39423EAC7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parallelogram">
            <a:avLst/>
          </a:prstGeom>
          <a:solidFill>
            <a:srgbClr val="69A12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DBDEAB4C-FD06-72FD-20E8-B54FDE637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10" y="-1"/>
            <a:ext cx="8817429" cy="685799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r>
              <a:rPr lang="pt-BR" sz="4000" b="1" dirty="0">
                <a:solidFill>
                  <a:srgbClr val="EDCDA9"/>
                </a:solidFill>
              </a:rPr>
              <a:t>  DIAGRAMA DE CLASSES</a:t>
            </a:r>
          </a:p>
          <a:p>
            <a:pPr algn="l"/>
            <a:endParaRPr lang="pt-BR" sz="2800" b="1" dirty="0">
              <a:solidFill>
                <a:srgbClr val="BC6525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BFA388-0EE7-C95A-42A1-018940740A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92" y="1670187"/>
            <a:ext cx="8702063" cy="4818046"/>
          </a:xfrm>
          <a:prstGeom prst="round2DiagRect">
            <a:avLst>
              <a:gd name="adj1" fmla="val 6209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315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2241E-8567-19DA-7691-5B26BADC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5">
            <a:extLst>
              <a:ext uri="{FF2B5EF4-FFF2-40B4-BE49-F238E27FC236}">
                <a16:creationId xmlns:a16="http://schemas.microsoft.com/office/drawing/2014/main" id="{4492E60D-2762-9E28-3877-0E12E76993DF}"/>
              </a:ext>
            </a:extLst>
          </p:cNvPr>
          <p:cNvSpPr/>
          <p:nvPr/>
        </p:nvSpPr>
        <p:spPr>
          <a:xfrm>
            <a:off x="0" y="3338009"/>
            <a:ext cx="12192000" cy="985422"/>
          </a:xfrm>
          <a:prstGeom prst="parallelogram">
            <a:avLst>
              <a:gd name="adj" fmla="val 0"/>
            </a:avLst>
          </a:prstGeom>
          <a:solidFill>
            <a:srgbClr val="69A12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791278FF-E288-03B7-8AD9-81227F65B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399" y="3535535"/>
            <a:ext cx="6705599" cy="710215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EDCDA9"/>
                </a:solidFill>
              </a:rPr>
              <a:t>PROTÓTIPO DO SOFTWARE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2C142EF-8272-704D-43BC-8D0BE87CF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00" t="20272" r="13175" b="25442"/>
          <a:stretch>
            <a:fillRect/>
          </a:stretch>
        </p:blipFill>
        <p:spPr>
          <a:xfrm>
            <a:off x="284724" y="209106"/>
            <a:ext cx="4018384" cy="299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50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92889" y="4147328"/>
            <a:ext cx="6324901" cy="451779"/>
          </a:xfrm>
          <a:custGeom>
            <a:avLst/>
            <a:gdLst/>
            <a:ahLst/>
            <a:cxnLst/>
            <a:rect l="l" t="t" r="r" b="b"/>
            <a:pathLst>
              <a:path w="8890000" h="635000">
                <a:moveTo>
                  <a:pt x="8763000" y="0"/>
                </a:moveTo>
                <a:lnTo>
                  <a:pt x="127000" y="0"/>
                </a:lnTo>
                <a:lnTo>
                  <a:pt x="77565" y="9980"/>
                </a:lnTo>
                <a:lnTo>
                  <a:pt x="37197" y="37197"/>
                </a:lnTo>
                <a:lnTo>
                  <a:pt x="9980" y="77565"/>
                </a:lnTo>
                <a:lnTo>
                  <a:pt x="0" y="127000"/>
                </a:lnTo>
                <a:lnTo>
                  <a:pt x="0" y="508000"/>
                </a:lnTo>
                <a:lnTo>
                  <a:pt x="9980" y="557434"/>
                </a:lnTo>
                <a:lnTo>
                  <a:pt x="37197" y="597802"/>
                </a:lnTo>
                <a:lnTo>
                  <a:pt x="77565" y="625019"/>
                </a:lnTo>
                <a:lnTo>
                  <a:pt x="126999" y="635000"/>
                </a:lnTo>
                <a:lnTo>
                  <a:pt x="8763000" y="635000"/>
                </a:lnTo>
                <a:lnTo>
                  <a:pt x="8812434" y="625019"/>
                </a:lnTo>
                <a:lnTo>
                  <a:pt x="8852802" y="597802"/>
                </a:lnTo>
                <a:lnTo>
                  <a:pt x="8880019" y="557434"/>
                </a:lnTo>
                <a:lnTo>
                  <a:pt x="8890000" y="508000"/>
                </a:lnTo>
                <a:lnTo>
                  <a:pt x="8890000" y="127000"/>
                </a:lnTo>
                <a:lnTo>
                  <a:pt x="8880019" y="77565"/>
                </a:lnTo>
                <a:lnTo>
                  <a:pt x="8852802" y="37197"/>
                </a:lnTo>
                <a:lnTo>
                  <a:pt x="8812434" y="9980"/>
                </a:lnTo>
                <a:lnTo>
                  <a:pt x="8763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3" name="object 3"/>
          <p:cNvGrpSpPr/>
          <p:nvPr/>
        </p:nvGrpSpPr>
        <p:grpSpPr>
          <a:xfrm>
            <a:off x="2892889" y="2801027"/>
            <a:ext cx="6324901" cy="451779"/>
            <a:chOff x="3683000" y="3937000"/>
            <a:chExt cx="8890000" cy="635000"/>
          </a:xfrm>
        </p:grpSpPr>
        <p:sp>
          <p:nvSpPr>
            <p:cNvPr id="4" name="object 4"/>
            <p:cNvSpPr/>
            <p:nvPr/>
          </p:nvSpPr>
          <p:spPr>
            <a:xfrm>
              <a:off x="3683000" y="3937000"/>
              <a:ext cx="8890000" cy="635000"/>
            </a:xfrm>
            <a:custGeom>
              <a:avLst/>
              <a:gdLst/>
              <a:ahLst/>
              <a:cxnLst/>
              <a:rect l="l" t="t" r="r" b="b"/>
              <a:pathLst>
                <a:path w="8890000" h="635000">
                  <a:moveTo>
                    <a:pt x="876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6999" y="635000"/>
                  </a:lnTo>
                  <a:lnTo>
                    <a:pt x="8763000" y="635000"/>
                  </a:lnTo>
                  <a:lnTo>
                    <a:pt x="8812434" y="625019"/>
                  </a:lnTo>
                  <a:lnTo>
                    <a:pt x="8852802" y="597802"/>
                  </a:lnTo>
                  <a:lnTo>
                    <a:pt x="8880019" y="557434"/>
                  </a:lnTo>
                  <a:lnTo>
                    <a:pt x="8890000" y="508000"/>
                  </a:lnTo>
                  <a:lnTo>
                    <a:pt x="8890000" y="127000"/>
                  </a:lnTo>
                  <a:lnTo>
                    <a:pt x="8880019" y="77565"/>
                  </a:lnTo>
                  <a:lnTo>
                    <a:pt x="8852802" y="37197"/>
                  </a:lnTo>
                  <a:lnTo>
                    <a:pt x="8812434" y="998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" name="object 5"/>
            <p:cNvSpPr/>
            <p:nvPr/>
          </p:nvSpPr>
          <p:spPr>
            <a:xfrm>
              <a:off x="4607790" y="4102100"/>
              <a:ext cx="2148840" cy="310515"/>
            </a:xfrm>
            <a:custGeom>
              <a:avLst/>
              <a:gdLst/>
              <a:ahLst/>
              <a:cxnLst/>
              <a:rect l="l" t="t" r="r" b="b"/>
              <a:pathLst>
                <a:path w="2148840" h="310514">
                  <a:moveTo>
                    <a:pt x="42718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33481" y="304799"/>
                  </a:lnTo>
                  <a:lnTo>
                    <a:pt x="33481" y="80240"/>
                  </a:lnTo>
                  <a:lnTo>
                    <a:pt x="71788" y="80240"/>
                  </a:lnTo>
                  <a:lnTo>
                    <a:pt x="42718" y="9236"/>
                  </a:lnTo>
                  <a:close/>
                </a:path>
                <a:path w="2148840" h="310514">
                  <a:moveTo>
                    <a:pt x="71788" y="80240"/>
                  </a:moveTo>
                  <a:lnTo>
                    <a:pt x="36368" y="80240"/>
                  </a:lnTo>
                  <a:lnTo>
                    <a:pt x="128731" y="304799"/>
                  </a:lnTo>
                  <a:lnTo>
                    <a:pt x="161059" y="304799"/>
                  </a:lnTo>
                  <a:lnTo>
                    <a:pt x="181716" y="254577"/>
                  </a:lnTo>
                  <a:lnTo>
                    <a:pt x="143163" y="254577"/>
                  </a:lnTo>
                  <a:lnTo>
                    <a:pt x="71788" y="80240"/>
                  </a:lnTo>
                  <a:close/>
                </a:path>
                <a:path w="2148840" h="310514">
                  <a:moveTo>
                    <a:pt x="289790" y="80240"/>
                  </a:moveTo>
                  <a:lnTo>
                    <a:pt x="256309" y="80240"/>
                  </a:lnTo>
                  <a:lnTo>
                    <a:pt x="256309" y="304799"/>
                  </a:lnTo>
                  <a:lnTo>
                    <a:pt x="289790" y="304799"/>
                  </a:lnTo>
                  <a:lnTo>
                    <a:pt x="289790" y="80240"/>
                  </a:lnTo>
                  <a:close/>
                </a:path>
                <a:path w="2148840" h="310514">
                  <a:moveTo>
                    <a:pt x="289790" y="9236"/>
                  </a:moveTo>
                  <a:lnTo>
                    <a:pt x="247072" y="9236"/>
                  </a:lnTo>
                  <a:lnTo>
                    <a:pt x="146627" y="254577"/>
                  </a:lnTo>
                  <a:lnTo>
                    <a:pt x="181716" y="254577"/>
                  </a:lnTo>
                  <a:lnTo>
                    <a:pt x="253422" y="80240"/>
                  </a:lnTo>
                  <a:lnTo>
                    <a:pt x="289790" y="80240"/>
                  </a:lnTo>
                  <a:lnTo>
                    <a:pt x="289790" y="9236"/>
                  </a:lnTo>
                  <a:close/>
                </a:path>
                <a:path w="2148840" h="310514">
                  <a:moveTo>
                    <a:pt x="511136" y="110259"/>
                  </a:moveTo>
                  <a:lnTo>
                    <a:pt x="442948" y="110259"/>
                  </a:lnTo>
                  <a:lnTo>
                    <a:pt x="453961" y="110998"/>
                  </a:lnTo>
                  <a:lnTo>
                    <a:pt x="463477" y="113217"/>
                  </a:lnTo>
                  <a:lnTo>
                    <a:pt x="488977" y="145202"/>
                  </a:lnTo>
                  <a:lnTo>
                    <a:pt x="489707" y="155286"/>
                  </a:lnTo>
                  <a:lnTo>
                    <a:pt x="489707" y="161924"/>
                  </a:lnTo>
                  <a:lnTo>
                    <a:pt x="487735" y="165773"/>
                  </a:lnTo>
                  <a:lnTo>
                    <a:pt x="483790" y="167986"/>
                  </a:lnTo>
                  <a:lnTo>
                    <a:pt x="479942" y="170199"/>
                  </a:lnTo>
                  <a:lnTo>
                    <a:pt x="473784" y="171786"/>
                  </a:lnTo>
                  <a:lnTo>
                    <a:pt x="458561" y="173479"/>
                  </a:lnTo>
                  <a:lnTo>
                    <a:pt x="432557" y="176645"/>
                  </a:lnTo>
                  <a:lnTo>
                    <a:pt x="394403" y="184005"/>
                  </a:lnTo>
                  <a:lnTo>
                    <a:pt x="358116" y="205328"/>
                  </a:lnTo>
                  <a:lnTo>
                    <a:pt x="346648" y="243609"/>
                  </a:lnTo>
                  <a:lnTo>
                    <a:pt x="347175" y="252304"/>
                  </a:lnTo>
                  <a:lnTo>
                    <a:pt x="368516" y="292208"/>
                  </a:lnTo>
                  <a:lnTo>
                    <a:pt x="411875" y="309499"/>
                  </a:lnTo>
                  <a:lnTo>
                    <a:pt x="422166" y="309995"/>
                  </a:lnTo>
                  <a:lnTo>
                    <a:pt x="431466" y="309634"/>
                  </a:lnTo>
                  <a:lnTo>
                    <a:pt x="472055" y="294183"/>
                  </a:lnTo>
                  <a:lnTo>
                    <a:pt x="485759" y="279399"/>
                  </a:lnTo>
                  <a:lnTo>
                    <a:pt x="427362" y="279399"/>
                  </a:lnTo>
                  <a:lnTo>
                    <a:pt x="417534" y="278822"/>
                  </a:lnTo>
                  <a:lnTo>
                    <a:pt x="383886" y="259195"/>
                  </a:lnTo>
                  <a:lnTo>
                    <a:pt x="380603" y="234949"/>
                  </a:lnTo>
                  <a:lnTo>
                    <a:pt x="382912" y="228118"/>
                  </a:lnTo>
                  <a:lnTo>
                    <a:pt x="417981" y="208359"/>
                  </a:lnTo>
                  <a:lnTo>
                    <a:pt x="445113" y="204354"/>
                  </a:lnTo>
                  <a:lnTo>
                    <a:pt x="451078" y="203584"/>
                  </a:lnTo>
                  <a:lnTo>
                    <a:pt x="488264" y="195118"/>
                  </a:lnTo>
                  <a:lnTo>
                    <a:pt x="489707" y="193386"/>
                  </a:lnTo>
                  <a:lnTo>
                    <a:pt x="523766" y="193386"/>
                  </a:lnTo>
                  <a:lnTo>
                    <a:pt x="523766" y="158749"/>
                  </a:lnTo>
                  <a:lnTo>
                    <a:pt x="523225" y="146212"/>
                  </a:lnTo>
                  <a:lnTo>
                    <a:pt x="521602" y="135009"/>
                  </a:lnTo>
                  <a:lnTo>
                    <a:pt x="518896" y="125141"/>
                  </a:lnTo>
                  <a:lnTo>
                    <a:pt x="515107" y="116609"/>
                  </a:lnTo>
                  <a:lnTo>
                    <a:pt x="511136" y="110259"/>
                  </a:lnTo>
                  <a:close/>
                </a:path>
                <a:path w="2148840" h="310514">
                  <a:moveTo>
                    <a:pt x="523766" y="274781"/>
                  </a:moveTo>
                  <a:lnTo>
                    <a:pt x="489707" y="274781"/>
                  </a:lnTo>
                  <a:lnTo>
                    <a:pt x="489707" y="304799"/>
                  </a:lnTo>
                  <a:lnTo>
                    <a:pt x="523766" y="304799"/>
                  </a:lnTo>
                  <a:lnTo>
                    <a:pt x="523766" y="274781"/>
                  </a:lnTo>
                  <a:close/>
                </a:path>
                <a:path w="2148840" h="310514">
                  <a:moveTo>
                    <a:pt x="523766" y="193386"/>
                  </a:moveTo>
                  <a:lnTo>
                    <a:pt x="489707" y="193386"/>
                  </a:lnTo>
                  <a:lnTo>
                    <a:pt x="489702" y="224631"/>
                  </a:lnTo>
                  <a:lnTo>
                    <a:pt x="489256" y="231405"/>
                  </a:lnTo>
                  <a:lnTo>
                    <a:pt x="467987" y="267205"/>
                  </a:lnTo>
                  <a:lnTo>
                    <a:pt x="427362" y="279399"/>
                  </a:lnTo>
                  <a:lnTo>
                    <a:pt x="485759" y="279399"/>
                  </a:lnTo>
                  <a:lnTo>
                    <a:pt x="487975" y="274781"/>
                  </a:lnTo>
                  <a:lnTo>
                    <a:pt x="523766" y="274781"/>
                  </a:lnTo>
                  <a:lnTo>
                    <a:pt x="523766" y="193386"/>
                  </a:lnTo>
                  <a:close/>
                </a:path>
                <a:path w="2148840" h="310514">
                  <a:moveTo>
                    <a:pt x="448913" y="80240"/>
                  </a:moveTo>
                  <a:lnTo>
                    <a:pt x="441794" y="80240"/>
                  </a:lnTo>
                  <a:lnTo>
                    <a:pt x="433387" y="80529"/>
                  </a:lnTo>
                  <a:lnTo>
                    <a:pt x="391210" y="91064"/>
                  </a:lnTo>
                  <a:lnTo>
                    <a:pt x="357584" y="122652"/>
                  </a:lnTo>
                  <a:lnTo>
                    <a:pt x="352894" y="132195"/>
                  </a:lnTo>
                  <a:lnTo>
                    <a:pt x="385221" y="143740"/>
                  </a:lnTo>
                  <a:lnTo>
                    <a:pt x="388549" y="137769"/>
                  </a:lnTo>
                  <a:lnTo>
                    <a:pt x="392906" y="131978"/>
                  </a:lnTo>
                  <a:lnTo>
                    <a:pt x="431412" y="110926"/>
                  </a:lnTo>
                  <a:lnTo>
                    <a:pt x="442948" y="110259"/>
                  </a:lnTo>
                  <a:lnTo>
                    <a:pt x="511136" y="110259"/>
                  </a:lnTo>
                  <a:lnTo>
                    <a:pt x="510498" y="109239"/>
                  </a:lnTo>
                  <a:lnTo>
                    <a:pt x="473264" y="84399"/>
                  </a:lnTo>
                  <a:lnTo>
                    <a:pt x="457091" y="81106"/>
                  </a:lnTo>
                  <a:lnTo>
                    <a:pt x="448913" y="80240"/>
                  </a:lnTo>
                  <a:close/>
                </a:path>
                <a:path w="2148840" h="310514">
                  <a:moveTo>
                    <a:pt x="618836" y="83127"/>
                  </a:moveTo>
                  <a:lnTo>
                    <a:pt x="585931" y="83127"/>
                  </a:lnTo>
                  <a:lnTo>
                    <a:pt x="585931" y="304799"/>
                  </a:lnTo>
                  <a:lnTo>
                    <a:pt x="619990" y="304800"/>
                  </a:lnTo>
                  <a:lnTo>
                    <a:pt x="619990" y="164522"/>
                  </a:lnTo>
                  <a:lnTo>
                    <a:pt x="620441" y="157225"/>
                  </a:lnTo>
                  <a:lnTo>
                    <a:pt x="641169" y="122995"/>
                  </a:lnTo>
                  <a:lnTo>
                    <a:pt x="653190" y="116609"/>
                  </a:lnTo>
                  <a:lnTo>
                    <a:pt x="618836" y="116609"/>
                  </a:lnTo>
                  <a:lnTo>
                    <a:pt x="618836" y="83127"/>
                  </a:lnTo>
                  <a:close/>
                </a:path>
                <a:path w="2148840" h="310514">
                  <a:moveTo>
                    <a:pt x="681374" y="79663"/>
                  </a:moveTo>
                  <a:lnTo>
                    <a:pt x="678872" y="79663"/>
                  </a:lnTo>
                  <a:lnTo>
                    <a:pt x="669167" y="80304"/>
                  </a:lnTo>
                  <a:lnTo>
                    <a:pt x="629660" y="101708"/>
                  </a:lnTo>
                  <a:lnTo>
                    <a:pt x="621145" y="116609"/>
                  </a:lnTo>
                  <a:lnTo>
                    <a:pt x="653190" y="116609"/>
                  </a:lnTo>
                  <a:lnTo>
                    <a:pt x="653689" y="116383"/>
                  </a:lnTo>
                  <a:lnTo>
                    <a:pt x="660688" y="114263"/>
                  </a:lnTo>
                  <a:lnTo>
                    <a:pt x="668121" y="112992"/>
                  </a:lnTo>
                  <a:lnTo>
                    <a:pt x="675986" y="112568"/>
                  </a:lnTo>
                  <a:lnTo>
                    <a:pt x="696768" y="112568"/>
                  </a:lnTo>
                  <a:lnTo>
                    <a:pt x="696768" y="80240"/>
                  </a:lnTo>
                  <a:lnTo>
                    <a:pt x="694843" y="80048"/>
                  </a:lnTo>
                  <a:lnTo>
                    <a:pt x="692005" y="79904"/>
                  </a:lnTo>
                  <a:lnTo>
                    <a:pt x="684501" y="79711"/>
                  </a:lnTo>
                  <a:lnTo>
                    <a:pt x="681374" y="79663"/>
                  </a:lnTo>
                  <a:close/>
                </a:path>
                <a:path w="2148840" h="310514">
                  <a:moveTo>
                    <a:pt x="696768" y="112568"/>
                  </a:moveTo>
                  <a:lnTo>
                    <a:pt x="680508" y="112568"/>
                  </a:lnTo>
                  <a:lnTo>
                    <a:pt x="684789" y="112904"/>
                  </a:lnTo>
                  <a:lnTo>
                    <a:pt x="688830" y="113578"/>
                  </a:lnTo>
                  <a:lnTo>
                    <a:pt x="692967" y="114155"/>
                  </a:lnTo>
                  <a:lnTo>
                    <a:pt x="695613" y="114588"/>
                  </a:lnTo>
                  <a:lnTo>
                    <a:pt x="696768" y="114877"/>
                  </a:lnTo>
                  <a:lnTo>
                    <a:pt x="696768" y="112568"/>
                  </a:lnTo>
                  <a:close/>
                </a:path>
                <a:path w="2148840" h="310514">
                  <a:moveTo>
                    <a:pt x="771200" y="83127"/>
                  </a:moveTo>
                  <a:lnTo>
                    <a:pt x="737141" y="83127"/>
                  </a:lnTo>
                  <a:lnTo>
                    <a:pt x="737141" y="304799"/>
                  </a:lnTo>
                  <a:lnTo>
                    <a:pt x="771200" y="304800"/>
                  </a:lnTo>
                  <a:lnTo>
                    <a:pt x="771200" y="83127"/>
                  </a:lnTo>
                  <a:close/>
                </a:path>
                <a:path w="2148840" h="310514">
                  <a:moveTo>
                    <a:pt x="761097" y="0"/>
                  </a:moveTo>
                  <a:lnTo>
                    <a:pt x="747820" y="0"/>
                  </a:lnTo>
                  <a:lnTo>
                    <a:pt x="742096" y="2260"/>
                  </a:lnTo>
                  <a:lnTo>
                    <a:pt x="737285" y="6782"/>
                  </a:lnTo>
                  <a:lnTo>
                    <a:pt x="732571" y="11304"/>
                  </a:lnTo>
                  <a:lnTo>
                    <a:pt x="730213" y="16740"/>
                  </a:lnTo>
                  <a:lnTo>
                    <a:pt x="730213" y="29440"/>
                  </a:lnTo>
                  <a:lnTo>
                    <a:pt x="732571" y="34876"/>
                  </a:lnTo>
                  <a:lnTo>
                    <a:pt x="737285" y="39398"/>
                  </a:lnTo>
                  <a:lnTo>
                    <a:pt x="742096" y="43920"/>
                  </a:lnTo>
                  <a:lnTo>
                    <a:pt x="747820" y="46181"/>
                  </a:lnTo>
                  <a:lnTo>
                    <a:pt x="761097" y="46181"/>
                  </a:lnTo>
                  <a:lnTo>
                    <a:pt x="766774" y="43920"/>
                  </a:lnTo>
                  <a:lnTo>
                    <a:pt x="771488" y="39398"/>
                  </a:lnTo>
                  <a:lnTo>
                    <a:pt x="776299" y="34876"/>
                  </a:lnTo>
                  <a:lnTo>
                    <a:pt x="778704" y="29440"/>
                  </a:lnTo>
                  <a:lnTo>
                    <a:pt x="778704" y="16740"/>
                  </a:lnTo>
                  <a:lnTo>
                    <a:pt x="776299" y="11304"/>
                  </a:lnTo>
                  <a:lnTo>
                    <a:pt x="771488" y="6782"/>
                  </a:lnTo>
                  <a:lnTo>
                    <a:pt x="766774" y="2260"/>
                  </a:lnTo>
                  <a:lnTo>
                    <a:pt x="761097" y="0"/>
                  </a:lnTo>
                  <a:close/>
                </a:path>
                <a:path w="2148840" h="310514">
                  <a:moveTo>
                    <a:pt x="923059" y="80240"/>
                  </a:moveTo>
                  <a:lnTo>
                    <a:pt x="882253" y="88521"/>
                  </a:lnTo>
                  <a:lnTo>
                    <a:pt x="850611" y="112423"/>
                  </a:lnTo>
                  <a:lnTo>
                    <a:pt x="830172" y="149152"/>
                  </a:lnTo>
                  <a:lnTo>
                    <a:pt x="823190" y="195695"/>
                  </a:lnTo>
                  <a:lnTo>
                    <a:pt x="823966" y="212201"/>
                  </a:lnTo>
                  <a:lnTo>
                    <a:pt x="835602" y="255443"/>
                  </a:lnTo>
                  <a:lnTo>
                    <a:pt x="860361" y="287427"/>
                  </a:lnTo>
                  <a:lnTo>
                    <a:pt x="896684" y="305882"/>
                  </a:lnTo>
                  <a:lnTo>
                    <a:pt x="926522" y="309418"/>
                  </a:lnTo>
                  <a:lnTo>
                    <a:pt x="937499" y="308985"/>
                  </a:lnTo>
                  <a:lnTo>
                    <a:pt x="975735" y="298612"/>
                  </a:lnTo>
                  <a:lnTo>
                    <a:pt x="1000866" y="278822"/>
                  </a:lnTo>
                  <a:lnTo>
                    <a:pt x="926522" y="278822"/>
                  </a:lnTo>
                  <a:lnTo>
                    <a:pt x="916519" y="278263"/>
                  </a:lnTo>
                  <a:lnTo>
                    <a:pt x="876408" y="258726"/>
                  </a:lnTo>
                  <a:lnTo>
                    <a:pt x="859414" y="224090"/>
                  </a:lnTo>
                  <a:lnTo>
                    <a:pt x="857456" y="205509"/>
                  </a:lnTo>
                  <a:lnTo>
                    <a:pt x="847436" y="205509"/>
                  </a:lnTo>
                  <a:lnTo>
                    <a:pt x="847436" y="176068"/>
                  </a:lnTo>
                  <a:lnTo>
                    <a:pt x="857535" y="176068"/>
                  </a:lnTo>
                  <a:lnTo>
                    <a:pt x="857746" y="172243"/>
                  </a:lnTo>
                  <a:lnTo>
                    <a:pt x="874820" y="132411"/>
                  </a:lnTo>
                  <a:lnTo>
                    <a:pt x="913227" y="111467"/>
                  </a:lnTo>
                  <a:lnTo>
                    <a:pt x="923059" y="110836"/>
                  </a:lnTo>
                  <a:lnTo>
                    <a:pt x="993740" y="110836"/>
                  </a:lnTo>
                  <a:lnTo>
                    <a:pt x="988002" y="104774"/>
                  </a:lnTo>
                  <a:lnTo>
                    <a:pt x="948792" y="83488"/>
                  </a:lnTo>
                  <a:lnTo>
                    <a:pt x="931691" y="80601"/>
                  </a:lnTo>
                  <a:lnTo>
                    <a:pt x="923059" y="80240"/>
                  </a:lnTo>
                  <a:close/>
                </a:path>
                <a:path w="2148840" h="310514">
                  <a:moveTo>
                    <a:pt x="981940" y="244186"/>
                  </a:moveTo>
                  <a:lnTo>
                    <a:pt x="943552" y="277571"/>
                  </a:lnTo>
                  <a:lnTo>
                    <a:pt x="935470" y="278822"/>
                  </a:lnTo>
                  <a:lnTo>
                    <a:pt x="1000866" y="278822"/>
                  </a:lnTo>
                  <a:lnTo>
                    <a:pt x="1003074" y="276261"/>
                  </a:lnTo>
                  <a:lnTo>
                    <a:pt x="1007882" y="269153"/>
                  </a:lnTo>
                  <a:lnTo>
                    <a:pt x="1011805" y="261540"/>
                  </a:lnTo>
                  <a:lnTo>
                    <a:pt x="1014845" y="253422"/>
                  </a:lnTo>
                  <a:lnTo>
                    <a:pt x="981940" y="244186"/>
                  </a:lnTo>
                  <a:close/>
                </a:path>
                <a:path w="2148840" h="310514">
                  <a:moveTo>
                    <a:pt x="857535" y="176068"/>
                  </a:moveTo>
                  <a:lnTo>
                    <a:pt x="847436" y="176068"/>
                  </a:lnTo>
                  <a:lnTo>
                    <a:pt x="847436" y="205509"/>
                  </a:lnTo>
                  <a:lnTo>
                    <a:pt x="857456" y="205509"/>
                  </a:lnTo>
                  <a:lnTo>
                    <a:pt x="857250" y="200890"/>
                  </a:lnTo>
                  <a:lnTo>
                    <a:pt x="857365" y="179171"/>
                  </a:lnTo>
                  <a:lnTo>
                    <a:pt x="857535" y="176068"/>
                  </a:lnTo>
                  <a:close/>
                </a:path>
                <a:path w="2148840" h="310514">
                  <a:moveTo>
                    <a:pt x="993740" y="110836"/>
                  </a:moveTo>
                  <a:lnTo>
                    <a:pt x="923059" y="110836"/>
                  </a:lnTo>
                  <a:lnTo>
                    <a:pt x="931988" y="111368"/>
                  </a:lnTo>
                  <a:lnTo>
                    <a:pt x="940305" y="112965"/>
                  </a:lnTo>
                  <a:lnTo>
                    <a:pt x="972117" y="135659"/>
                  </a:lnTo>
                  <a:lnTo>
                    <a:pt x="983672" y="176068"/>
                  </a:lnTo>
                  <a:lnTo>
                    <a:pt x="857535" y="176068"/>
                  </a:lnTo>
                  <a:lnTo>
                    <a:pt x="857365" y="179171"/>
                  </a:lnTo>
                  <a:lnTo>
                    <a:pt x="857250" y="200890"/>
                  </a:lnTo>
                  <a:lnTo>
                    <a:pt x="857456" y="205509"/>
                  </a:lnTo>
                  <a:lnTo>
                    <a:pt x="1018309" y="205509"/>
                  </a:lnTo>
                  <a:lnTo>
                    <a:pt x="1018309" y="191077"/>
                  </a:lnTo>
                  <a:lnTo>
                    <a:pt x="1017782" y="176068"/>
                  </a:lnTo>
                  <a:lnTo>
                    <a:pt x="1005618" y="128749"/>
                  </a:lnTo>
                  <a:lnTo>
                    <a:pt x="994577" y="111720"/>
                  </a:lnTo>
                  <a:lnTo>
                    <a:pt x="993740" y="110836"/>
                  </a:lnTo>
                  <a:close/>
                </a:path>
                <a:path w="2148840" h="310514">
                  <a:moveTo>
                    <a:pt x="1307955" y="5195"/>
                  </a:moveTo>
                  <a:lnTo>
                    <a:pt x="1255947" y="15586"/>
                  </a:lnTo>
                  <a:lnTo>
                    <a:pt x="1214401" y="46037"/>
                  </a:lnTo>
                  <a:lnTo>
                    <a:pt x="1186965" y="94113"/>
                  </a:lnTo>
                  <a:lnTo>
                    <a:pt x="1178547" y="134432"/>
                  </a:lnTo>
                  <a:lnTo>
                    <a:pt x="1177492" y="157018"/>
                  </a:lnTo>
                  <a:lnTo>
                    <a:pt x="1178547" y="179603"/>
                  </a:lnTo>
                  <a:lnTo>
                    <a:pt x="1186989" y="220013"/>
                  </a:lnTo>
                  <a:lnTo>
                    <a:pt x="1214401" y="267998"/>
                  </a:lnTo>
                  <a:lnTo>
                    <a:pt x="1255947" y="298450"/>
                  </a:lnTo>
                  <a:lnTo>
                    <a:pt x="1307955" y="308840"/>
                  </a:lnTo>
                  <a:lnTo>
                    <a:pt x="1318968" y="308435"/>
                  </a:lnTo>
                  <a:lnTo>
                    <a:pt x="1359594" y="298729"/>
                  </a:lnTo>
                  <a:lnTo>
                    <a:pt x="1393211" y="276829"/>
                  </a:lnTo>
                  <a:lnTo>
                    <a:pt x="1394618" y="275359"/>
                  </a:lnTo>
                  <a:lnTo>
                    <a:pt x="1307955" y="275359"/>
                  </a:lnTo>
                  <a:lnTo>
                    <a:pt x="1294849" y="274511"/>
                  </a:lnTo>
                  <a:lnTo>
                    <a:pt x="1249046" y="254207"/>
                  </a:lnTo>
                  <a:lnTo>
                    <a:pt x="1224828" y="221817"/>
                  </a:lnTo>
                  <a:lnTo>
                    <a:pt x="1212922" y="175463"/>
                  </a:lnTo>
                  <a:lnTo>
                    <a:pt x="1212128" y="157018"/>
                  </a:lnTo>
                  <a:lnTo>
                    <a:pt x="1212922" y="138572"/>
                  </a:lnTo>
                  <a:lnTo>
                    <a:pt x="1224828" y="92219"/>
                  </a:lnTo>
                  <a:lnTo>
                    <a:pt x="1249046" y="59828"/>
                  </a:lnTo>
                  <a:lnTo>
                    <a:pt x="1294849" y="39525"/>
                  </a:lnTo>
                  <a:lnTo>
                    <a:pt x="1307955" y="38677"/>
                  </a:lnTo>
                  <a:lnTo>
                    <a:pt x="1394548" y="38677"/>
                  </a:lnTo>
                  <a:lnTo>
                    <a:pt x="1393211" y="37288"/>
                  </a:lnTo>
                  <a:lnTo>
                    <a:pt x="1359594" y="15315"/>
                  </a:lnTo>
                  <a:lnTo>
                    <a:pt x="1318968" y="5601"/>
                  </a:lnTo>
                  <a:lnTo>
                    <a:pt x="1307955" y="5195"/>
                  </a:lnTo>
                  <a:close/>
                </a:path>
                <a:path w="2148840" h="310514">
                  <a:moveTo>
                    <a:pt x="1426873" y="212436"/>
                  </a:moveTo>
                  <a:lnTo>
                    <a:pt x="1391082" y="212436"/>
                  </a:lnTo>
                  <a:lnTo>
                    <a:pt x="1389197" y="219868"/>
                  </a:lnTo>
                  <a:lnTo>
                    <a:pt x="1386717" y="226868"/>
                  </a:lnTo>
                  <a:lnTo>
                    <a:pt x="1360920" y="259339"/>
                  </a:lnTo>
                  <a:lnTo>
                    <a:pt x="1322387" y="274348"/>
                  </a:lnTo>
                  <a:lnTo>
                    <a:pt x="1307955" y="275359"/>
                  </a:lnTo>
                  <a:lnTo>
                    <a:pt x="1394618" y="275359"/>
                  </a:lnTo>
                  <a:lnTo>
                    <a:pt x="1417078" y="243744"/>
                  </a:lnTo>
                  <a:lnTo>
                    <a:pt x="1424438" y="223467"/>
                  </a:lnTo>
                  <a:lnTo>
                    <a:pt x="1426873" y="212436"/>
                  </a:lnTo>
                  <a:close/>
                </a:path>
                <a:path w="2148840" h="310514">
                  <a:moveTo>
                    <a:pt x="1394548" y="38677"/>
                  </a:moveTo>
                  <a:lnTo>
                    <a:pt x="1307955" y="38677"/>
                  </a:lnTo>
                  <a:lnTo>
                    <a:pt x="1315243" y="38929"/>
                  </a:lnTo>
                  <a:lnTo>
                    <a:pt x="1322387" y="39687"/>
                  </a:lnTo>
                  <a:lnTo>
                    <a:pt x="1360920" y="54840"/>
                  </a:lnTo>
                  <a:lnTo>
                    <a:pt x="1386717" y="87096"/>
                  </a:lnTo>
                  <a:lnTo>
                    <a:pt x="1391082" y="101599"/>
                  </a:lnTo>
                  <a:lnTo>
                    <a:pt x="1426873" y="101599"/>
                  </a:lnTo>
                  <a:lnTo>
                    <a:pt x="1412153" y="61046"/>
                  </a:lnTo>
                  <a:lnTo>
                    <a:pt x="1400175" y="44522"/>
                  </a:lnTo>
                  <a:lnTo>
                    <a:pt x="1394548" y="38677"/>
                  </a:lnTo>
                  <a:close/>
                </a:path>
                <a:path w="2148840" h="310514">
                  <a:moveTo>
                    <a:pt x="1514150" y="83127"/>
                  </a:moveTo>
                  <a:lnTo>
                    <a:pt x="1480091" y="83127"/>
                  </a:lnTo>
                  <a:lnTo>
                    <a:pt x="1480096" y="224099"/>
                  </a:lnTo>
                  <a:lnTo>
                    <a:pt x="1489327" y="270885"/>
                  </a:lnTo>
                  <a:lnTo>
                    <a:pt x="1523098" y="302572"/>
                  </a:lnTo>
                  <a:lnTo>
                    <a:pt x="1551673" y="307686"/>
                  </a:lnTo>
                  <a:lnTo>
                    <a:pt x="1563687" y="306955"/>
                  </a:lnTo>
                  <a:lnTo>
                    <a:pt x="1600921" y="289763"/>
                  </a:lnTo>
                  <a:lnTo>
                    <a:pt x="1613384" y="274781"/>
                  </a:lnTo>
                  <a:lnTo>
                    <a:pt x="1562641" y="274781"/>
                  </a:lnTo>
                  <a:lnTo>
                    <a:pt x="1552502" y="273879"/>
                  </a:lnTo>
                  <a:lnTo>
                    <a:pt x="1517541" y="243464"/>
                  </a:lnTo>
                  <a:lnTo>
                    <a:pt x="1514150" y="221672"/>
                  </a:lnTo>
                  <a:lnTo>
                    <a:pt x="1514150" y="83127"/>
                  </a:lnTo>
                  <a:close/>
                </a:path>
                <a:path w="2148840" h="310514">
                  <a:moveTo>
                    <a:pt x="1653850" y="267277"/>
                  </a:moveTo>
                  <a:lnTo>
                    <a:pt x="1619791" y="267277"/>
                  </a:lnTo>
                  <a:lnTo>
                    <a:pt x="1619791" y="304799"/>
                  </a:lnTo>
                  <a:lnTo>
                    <a:pt x="1653850" y="304800"/>
                  </a:lnTo>
                  <a:lnTo>
                    <a:pt x="1653850" y="267277"/>
                  </a:lnTo>
                  <a:close/>
                </a:path>
                <a:path w="2148840" h="310514">
                  <a:moveTo>
                    <a:pt x="1653850" y="83127"/>
                  </a:moveTo>
                  <a:lnTo>
                    <a:pt x="1619791" y="83127"/>
                  </a:lnTo>
                  <a:lnTo>
                    <a:pt x="1619791" y="214168"/>
                  </a:lnTo>
                  <a:lnTo>
                    <a:pt x="1619222" y="224099"/>
                  </a:lnTo>
                  <a:lnTo>
                    <a:pt x="1600669" y="260061"/>
                  </a:lnTo>
                  <a:lnTo>
                    <a:pt x="1562641" y="274781"/>
                  </a:lnTo>
                  <a:lnTo>
                    <a:pt x="1613384" y="274781"/>
                  </a:lnTo>
                  <a:lnTo>
                    <a:pt x="1617482" y="267277"/>
                  </a:lnTo>
                  <a:lnTo>
                    <a:pt x="1653850" y="267277"/>
                  </a:lnTo>
                  <a:lnTo>
                    <a:pt x="1653850" y="83127"/>
                  </a:lnTo>
                  <a:close/>
                </a:path>
                <a:path w="2148840" h="310514">
                  <a:moveTo>
                    <a:pt x="1749136" y="83127"/>
                  </a:moveTo>
                  <a:lnTo>
                    <a:pt x="1716231" y="83127"/>
                  </a:lnTo>
                  <a:lnTo>
                    <a:pt x="1716231" y="304799"/>
                  </a:lnTo>
                  <a:lnTo>
                    <a:pt x="1750290" y="304800"/>
                  </a:lnTo>
                  <a:lnTo>
                    <a:pt x="1750290" y="164522"/>
                  </a:lnTo>
                  <a:lnTo>
                    <a:pt x="1750741" y="157225"/>
                  </a:lnTo>
                  <a:lnTo>
                    <a:pt x="1771469" y="122995"/>
                  </a:lnTo>
                  <a:lnTo>
                    <a:pt x="1783490" y="116609"/>
                  </a:lnTo>
                  <a:lnTo>
                    <a:pt x="1749136" y="116609"/>
                  </a:lnTo>
                  <a:lnTo>
                    <a:pt x="1749136" y="83127"/>
                  </a:lnTo>
                  <a:close/>
                </a:path>
                <a:path w="2148840" h="310514">
                  <a:moveTo>
                    <a:pt x="1811674" y="79663"/>
                  </a:moveTo>
                  <a:lnTo>
                    <a:pt x="1809172" y="79663"/>
                  </a:lnTo>
                  <a:lnTo>
                    <a:pt x="1799467" y="80304"/>
                  </a:lnTo>
                  <a:lnTo>
                    <a:pt x="1759960" y="101708"/>
                  </a:lnTo>
                  <a:lnTo>
                    <a:pt x="1751445" y="116609"/>
                  </a:lnTo>
                  <a:lnTo>
                    <a:pt x="1783490" y="116609"/>
                  </a:lnTo>
                  <a:lnTo>
                    <a:pt x="1783989" y="116383"/>
                  </a:lnTo>
                  <a:lnTo>
                    <a:pt x="1790988" y="114263"/>
                  </a:lnTo>
                  <a:lnTo>
                    <a:pt x="1798421" y="112992"/>
                  </a:lnTo>
                  <a:lnTo>
                    <a:pt x="1806286" y="112568"/>
                  </a:lnTo>
                  <a:lnTo>
                    <a:pt x="1827068" y="112568"/>
                  </a:lnTo>
                  <a:lnTo>
                    <a:pt x="1827068" y="80240"/>
                  </a:lnTo>
                  <a:lnTo>
                    <a:pt x="1825143" y="80048"/>
                  </a:lnTo>
                  <a:lnTo>
                    <a:pt x="1822305" y="79904"/>
                  </a:lnTo>
                  <a:lnTo>
                    <a:pt x="1814801" y="79711"/>
                  </a:lnTo>
                  <a:lnTo>
                    <a:pt x="1811674" y="79663"/>
                  </a:lnTo>
                  <a:close/>
                </a:path>
                <a:path w="2148840" h="310514">
                  <a:moveTo>
                    <a:pt x="1827068" y="112568"/>
                  </a:moveTo>
                  <a:lnTo>
                    <a:pt x="1810808" y="112568"/>
                  </a:lnTo>
                  <a:lnTo>
                    <a:pt x="1815089" y="112904"/>
                  </a:lnTo>
                  <a:lnTo>
                    <a:pt x="1819130" y="113578"/>
                  </a:lnTo>
                  <a:lnTo>
                    <a:pt x="1823267" y="114155"/>
                  </a:lnTo>
                  <a:lnTo>
                    <a:pt x="1825913" y="114588"/>
                  </a:lnTo>
                  <a:lnTo>
                    <a:pt x="1827068" y="114877"/>
                  </a:lnTo>
                  <a:lnTo>
                    <a:pt x="1827068" y="112568"/>
                  </a:lnTo>
                  <a:close/>
                </a:path>
                <a:path w="2148840" h="310514">
                  <a:moveTo>
                    <a:pt x="1901500" y="83127"/>
                  </a:moveTo>
                  <a:lnTo>
                    <a:pt x="1867441" y="83127"/>
                  </a:lnTo>
                  <a:lnTo>
                    <a:pt x="1867441" y="304799"/>
                  </a:lnTo>
                  <a:lnTo>
                    <a:pt x="1901500" y="304800"/>
                  </a:lnTo>
                  <a:lnTo>
                    <a:pt x="1901500" y="83127"/>
                  </a:lnTo>
                  <a:close/>
                </a:path>
                <a:path w="2148840" h="310514">
                  <a:moveTo>
                    <a:pt x="1891398" y="0"/>
                  </a:moveTo>
                  <a:lnTo>
                    <a:pt x="1878120" y="0"/>
                  </a:lnTo>
                  <a:lnTo>
                    <a:pt x="1872396" y="2260"/>
                  </a:lnTo>
                  <a:lnTo>
                    <a:pt x="1867585" y="6782"/>
                  </a:lnTo>
                  <a:lnTo>
                    <a:pt x="1862871" y="11304"/>
                  </a:lnTo>
                  <a:lnTo>
                    <a:pt x="1860513" y="16740"/>
                  </a:lnTo>
                  <a:lnTo>
                    <a:pt x="1860513" y="29440"/>
                  </a:lnTo>
                  <a:lnTo>
                    <a:pt x="1862871" y="34876"/>
                  </a:lnTo>
                  <a:lnTo>
                    <a:pt x="1867585" y="39398"/>
                  </a:lnTo>
                  <a:lnTo>
                    <a:pt x="1872396" y="43920"/>
                  </a:lnTo>
                  <a:lnTo>
                    <a:pt x="1878120" y="46181"/>
                  </a:lnTo>
                  <a:lnTo>
                    <a:pt x="1891398" y="46181"/>
                  </a:lnTo>
                  <a:lnTo>
                    <a:pt x="1897074" y="43920"/>
                  </a:lnTo>
                  <a:lnTo>
                    <a:pt x="1901788" y="39398"/>
                  </a:lnTo>
                  <a:lnTo>
                    <a:pt x="1906599" y="34876"/>
                  </a:lnTo>
                  <a:lnTo>
                    <a:pt x="1909004" y="29440"/>
                  </a:lnTo>
                  <a:lnTo>
                    <a:pt x="1909004" y="16740"/>
                  </a:lnTo>
                  <a:lnTo>
                    <a:pt x="1906599" y="11304"/>
                  </a:lnTo>
                  <a:lnTo>
                    <a:pt x="1901788" y="6782"/>
                  </a:lnTo>
                  <a:lnTo>
                    <a:pt x="1897074" y="2260"/>
                  </a:lnTo>
                  <a:lnTo>
                    <a:pt x="1891398" y="0"/>
                  </a:lnTo>
                  <a:close/>
                </a:path>
                <a:path w="2148840" h="310514">
                  <a:moveTo>
                    <a:pt x="2053359" y="80240"/>
                  </a:moveTo>
                  <a:lnTo>
                    <a:pt x="2012553" y="88521"/>
                  </a:lnTo>
                  <a:lnTo>
                    <a:pt x="1980911" y="112423"/>
                  </a:lnTo>
                  <a:lnTo>
                    <a:pt x="1960472" y="149152"/>
                  </a:lnTo>
                  <a:lnTo>
                    <a:pt x="1953490" y="195695"/>
                  </a:lnTo>
                  <a:lnTo>
                    <a:pt x="1954266" y="212201"/>
                  </a:lnTo>
                  <a:lnTo>
                    <a:pt x="1965902" y="255443"/>
                  </a:lnTo>
                  <a:lnTo>
                    <a:pt x="1990661" y="287427"/>
                  </a:lnTo>
                  <a:lnTo>
                    <a:pt x="2026984" y="305882"/>
                  </a:lnTo>
                  <a:lnTo>
                    <a:pt x="2056822" y="309418"/>
                  </a:lnTo>
                  <a:lnTo>
                    <a:pt x="2067799" y="308985"/>
                  </a:lnTo>
                  <a:lnTo>
                    <a:pt x="2106035" y="298612"/>
                  </a:lnTo>
                  <a:lnTo>
                    <a:pt x="2131166" y="278822"/>
                  </a:lnTo>
                  <a:lnTo>
                    <a:pt x="2056822" y="278822"/>
                  </a:lnTo>
                  <a:lnTo>
                    <a:pt x="2046819" y="278263"/>
                  </a:lnTo>
                  <a:lnTo>
                    <a:pt x="2006708" y="258726"/>
                  </a:lnTo>
                  <a:lnTo>
                    <a:pt x="1989714" y="224090"/>
                  </a:lnTo>
                  <a:lnTo>
                    <a:pt x="1987756" y="205509"/>
                  </a:lnTo>
                  <a:lnTo>
                    <a:pt x="1977736" y="205509"/>
                  </a:lnTo>
                  <a:lnTo>
                    <a:pt x="1977736" y="176068"/>
                  </a:lnTo>
                  <a:lnTo>
                    <a:pt x="1987835" y="176068"/>
                  </a:lnTo>
                  <a:lnTo>
                    <a:pt x="1988046" y="172243"/>
                  </a:lnTo>
                  <a:lnTo>
                    <a:pt x="2005120" y="132411"/>
                  </a:lnTo>
                  <a:lnTo>
                    <a:pt x="2043527" y="111467"/>
                  </a:lnTo>
                  <a:lnTo>
                    <a:pt x="2053359" y="110836"/>
                  </a:lnTo>
                  <a:lnTo>
                    <a:pt x="2124040" y="110836"/>
                  </a:lnTo>
                  <a:lnTo>
                    <a:pt x="2118302" y="104774"/>
                  </a:lnTo>
                  <a:lnTo>
                    <a:pt x="2079092" y="83488"/>
                  </a:lnTo>
                  <a:lnTo>
                    <a:pt x="2061991" y="80601"/>
                  </a:lnTo>
                  <a:lnTo>
                    <a:pt x="2053359" y="80240"/>
                  </a:lnTo>
                  <a:close/>
                </a:path>
                <a:path w="2148840" h="310514">
                  <a:moveTo>
                    <a:pt x="2112240" y="244186"/>
                  </a:moveTo>
                  <a:lnTo>
                    <a:pt x="2073852" y="277571"/>
                  </a:lnTo>
                  <a:lnTo>
                    <a:pt x="2065770" y="278822"/>
                  </a:lnTo>
                  <a:lnTo>
                    <a:pt x="2131166" y="278822"/>
                  </a:lnTo>
                  <a:lnTo>
                    <a:pt x="2133374" y="276261"/>
                  </a:lnTo>
                  <a:lnTo>
                    <a:pt x="2138182" y="269153"/>
                  </a:lnTo>
                  <a:lnTo>
                    <a:pt x="2142105" y="261540"/>
                  </a:lnTo>
                  <a:lnTo>
                    <a:pt x="2145145" y="253422"/>
                  </a:lnTo>
                  <a:lnTo>
                    <a:pt x="2112240" y="244186"/>
                  </a:lnTo>
                  <a:close/>
                </a:path>
                <a:path w="2148840" h="310514">
                  <a:moveTo>
                    <a:pt x="1987835" y="176068"/>
                  </a:moveTo>
                  <a:lnTo>
                    <a:pt x="1977736" y="176068"/>
                  </a:lnTo>
                  <a:lnTo>
                    <a:pt x="1977736" y="205509"/>
                  </a:lnTo>
                  <a:lnTo>
                    <a:pt x="1987756" y="205509"/>
                  </a:lnTo>
                  <a:lnTo>
                    <a:pt x="1987549" y="200890"/>
                  </a:lnTo>
                  <a:lnTo>
                    <a:pt x="1987665" y="179171"/>
                  </a:lnTo>
                  <a:lnTo>
                    <a:pt x="1987835" y="176068"/>
                  </a:lnTo>
                  <a:close/>
                </a:path>
                <a:path w="2148840" h="310514">
                  <a:moveTo>
                    <a:pt x="2124040" y="110836"/>
                  </a:moveTo>
                  <a:lnTo>
                    <a:pt x="2053359" y="110836"/>
                  </a:lnTo>
                  <a:lnTo>
                    <a:pt x="2062288" y="111368"/>
                  </a:lnTo>
                  <a:lnTo>
                    <a:pt x="2070605" y="112965"/>
                  </a:lnTo>
                  <a:lnTo>
                    <a:pt x="2102417" y="135659"/>
                  </a:lnTo>
                  <a:lnTo>
                    <a:pt x="2113972" y="176068"/>
                  </a:lnTo>
                  <a:lnTo>
                    <a:pt x="1987835" y="176068"/>
                  </a:lnTo>
                  <a:lnTo>
                    <a:pt x="1987665" y="179171"/>
                  </a:lnTo>
                  <a:lnTo>
                    <a:pt x="1987549" y="200890"/>
                  </a:lnTo>
                  <a:lnTo>
                    <a:pt x="1987756" y="205509"/>
                  </a:lnTo>
                  <a:lnTo>
                    <a:pt x="2148609" y="205509"/>
                  </a:lnTo>
                  <a:lnTo>
                    <a:pt x="2148609" y="191077"/>
                  </a:lnTo>
                  <a:lnTo>
                    <a:pt x="2148082" y="176068"/>
                  </a:lnTo>
                  <a:lnTo>
                    <a:pt x="2135918" y="128749"/>
                  </a:lnTo>
                  <a:lnTo>
                    <a:pt x="2124877" y="111720"/>
                  </a:lnTo>
                  <a:lnTo>
                    <a:pt x="2124040" y="110836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6" name="object 6"/>
          <p:cNvSpPr/>
          <p:nvPr/>
        </p:nvSpPr>
        <p:spPr>
          <a:xfrm>
            <a:off x="3541396" y="4289433"/>
            <a:ext cx="980360" cy="118366"/>
          </a:xfrm>
          <a:custGeom>
            <a:avLst/>
            <a:gdLst/>
            <a:ahLst/>
            <a:cxnLst/>
            <a:rect l="l" t="t" r="r" b="b"/>
            <a:pathLst>
              <a:path w="1377950" h="166370">
                <a:moveTo>
                  <a:pt x="90631" y="102754"/>
                </a:moveTo>
                <a:lnTo>
                  <a:pt x="67540" y="102754"/>
                </a:lnTo>
                <a:lnTo>
                  <a:pt x="65231" y="166254"/>
                </a:lnTo>
                <a:lnTo>
                  <a:pt x="92940" y="166254"/>
                </a:lnTo>
                <a:lnTo>
                  <a:pt x="90631" y="102754"/>
                </a:lnTo>
                <a:close/>
              </a:path>
              <a:path w="1377950" h="166370">
                <a:moveTo>
                  <a:pt x="13854" y="29440"/>
                </a:moveTo>
                <a:lnTo>
                  <a:pt x="0" y="53686"/>
                </a:lnTo>
                <a:lnTo>
                  <a:pt x="56572" y="83127"/>
                </a:lnTo>
                <a:lnTo>
                  <a:pt x="0" y="112568"/>
                </a:lnTo>
                <a:lnTo>
                  <a:pt x="13854" y="136813"/>
                </a:lnTo>
                <a:lnTo>
                  <a:pt x="67540" y="102754"/>
                </a:lnTo>
                <a:lnTo>
                  <a:pt x="139315" y="102754"/>
                </a:lnTo>
                <a:lnTo>
                  <a:pt x="101600" y="83127"/>
                </a:lnTo>
                <a:lnTo>
                  <a:pt x="139315" y="63500"/>
                </a:lnTo>
                <a:lnTo>
                  <a:pt x="67540" y="63500"/>
                </a:lnTo>
                <a:lnTo>
                  <a:pt x="13854" y="29440"/>
                </a:lnTo>
                <a:close/>
              </a:path>
              <a:path w="1377950" h="166370">
                <a:moveTo>
                  <a:pt x="139315" y="102754"/>
                </a:moveTo>
                <a:lnTo>
                  <a:pt x="90631" y="102754"/>
                </a:lnTo>
                <a:lnTo>
                  <a:pt x="144318" y="136813"/>
                </a:lnTo>
                <a:lnTo>
                  <a:pt x="158172" y="112568"/>
                </a:lnTo>
                <a:lnTo>
                  <a:pt x="139315" y="102754"/>
                </a:lnTo>
                <a:close/>
              </a:path>
              <a:path w="1377950" h="166370">
                <a:moveTo>
                  <a:pt x="92940" y="0"/>
                </a:moveTo>
                <a:lnTo>
                  <a:pt x="65231" y="0"/>
                </a:lnTo>
                <a:lnTo>
                  <a:pt x="67540" y="63500"/>
                </a:lnTo>
                <a:lnTo>
                  <a:pt x="90631" y="63500"/>
                </a:lnTo>
                <a:lnTo>
                  <a:pt x="92940" y="0"/>
                </a:lnTo>
                <a:close/>
              </a:path>
              <a:path w="1377950" h="166370">
                <a:moveTo>
                  <a:pt x="144318" y="29440"/>
                </a:moveTo>
                <a:lnTo>
                  <a:pt x="90631" y="63500"/>
                </a:lnTo>
                <a:lnTo>
                  <a:pt x="139315" y="63500"/>
                </a:lnTo>
                <a:lnTo>
                  <a:pt x="158172" y="53686"/>
                </a:lnTo>
                <a:lnTo>
                  <a:pt x="144318" y="29440"/>
                </a:lnTo>
                <a:close/>
              </a:path>
              <a:path w="1377950" h="166370">
                <a:moveTo>
                  <a:pt x="293831" y="102754"/>
                </a:moveTo>
                <a:lnTo>
                  <a:pt x="270740" y="102754"/>
                </a:lnTo>
                <a:lnTo>
                  <a:pt x="268431" y="166254"/>
                </a:lnTo>
                <a:lnTo>
                  <a:pt x="296140" y="166254"/>
                </a:lnTo>
                <a:lnTo>
                  <a:pt x="293831" y="102754"/>
                </a:lnTo>
                <a:close/>
              </a:path>
              <a:path w="1377950" h="166370">
                <a:moveTo>
                  <a:pt x="217054" y="29440"/>
                </a:moveTo>
                <a:lnTo>
                  <a:pt x="203200" y="53686"/>
                </a:lnTo>
                <a:lnTo>
                  <a:pt x="259772" y="83127"/>
                </a:lnTo>
                <a:lnTo>
                  <a:pt x="203200" y="112568"/>
                </a:lnTo>
                <a:lnTo>
                  <a:pt x="217054" y="136813"/>
                </a:lnTo>
                <a:lnTo>
                  <a:pt x="270740" y="102754"/>
                </a:lnTo>
                <a:lnTo>
                  <a:pt x="342515" y="102754"/>
                </a:lnTo>
                <a:lnTo>
                  <a:pt x="304800" y="83127"/>
                </a:lnTo>
                <a:lnTo>
                  <a:pt x="342515" y="63500"/>
                </a:lnTo>
                <a:lnTo>
                  <a:pt x="270740" y="63500"/>
                </a:lnTo>
                <a:lnTo>
                  <a:pt x="217054" y="29440"/>
                </a:lnTo>
                <a:close/>
              </a:path>
              <a:path w="1377950" h="166370">
                <a:moveTo>
                  <a:pt x="342515" y="102754"/>
                </a:moveTo>
                <a:lnTo>
                  <a:pt x="293831" y="102754"/>
                </a:lnTo>
                <a:lnTo>
                  <a:pt x="347518" y="136813"/>
                </a:lnTo>
                <a:lnTo>
                  <a:pt x="361372" y="112568"/>
                </a:lnTo>
                <a:lnTo>
                  <a:pt x="342515" y="102754"/>
                </a:lnTo>
                <a:close/>
              </a:path>
              <a:path w="1377950" h="166370">
                <a:moveTo>
                  <a:pt x="296140" y="0"/>
                </a:moveTo>
                <a:lnTo>
                  <a:pt x="268431" y="0"/>
                </a:lnTo>
                <a:lnTo>
                  <a:pt x="270740" y="63500"/>
                </a:lnTo>
                <a:lnTo>
                  <a:pt x="293831" y="63500"/>
                </a:lnTo>
                <a:lnTo>
                  <a:pt x="296140" y="0"/>
                </a:lnTo>
                <a:close/>
              </a:path>
              <a:path w="1377950" h="166370">
                <a:moveTo>
                  <a:pt x="347518" y="29440"/>
                </a:moveTo>
                <a:lnTo>
                  <a:pt x="293831" y="63500"/>
                </a:lnTo>
                <a:lnTo>
                  <a:pt x="342515" y="63500"/>
                </a:lnTo>
                <a:lnTo>
                  <a:pt x="361372" y="53686"/>
                </a:lnTo>
                <a:lnTo>
                  <a:pt x="347518" y="29440"/>
                </a:lnTo>
                <a:close/>
              </a:path>
              <a:path w="1377950" h="166370">
                <a:moveTo>
                  <a:pt x="497031" y="102754"/>
                </a:moveTo>
                <a:lnTo>
                  <a:pt x="473940" y="102754"/>
                </a:lnTo>
                <a:lnTo>
                  <a:pt x="471631" y="166254"/>
                </a:lnTo>
                <a:lnTo>
                  <a:pt x="499340" y="166254"/>
                </a:lnTo>
                <a:lnTo>
                  <a:pt x="497031" y="102754"/>
                </a:lnTo>
                <a:close/>
              </a:path>
              <a:path w="1377950" h="166370">
                <a:moveTo>
                  <a:pt x="420254" y="29440"/>
                </a:moveTo>
                <a:lnTo>
                  <a:pt x="406400" y="53686"/>
                </a:lnTo>
                <a:lnTo>
                  <a:pt x="462972" y="83127"/>
                </a:lnTo>
                <a:lnTo>
                  <a:pt x="406400" y="112568"/>
                </a:lnTo>
                <a:lnTo>
                  <a:pt x="420254" y="136813"/>
                </a:lnTo>
                <a:lnTo>
                  <a:pt x="473940" y="102754"/>
                </a:lnTo>
                <a:lnTo>
                  <a:pt x="545715" y="102754"/>
                </a:lnTo>
                <a:lnTo>
                  <a:pt x="508000" y="83127"/>
                </a:lnTo>
                <a:lnTo>
                  <a:pt x="545715" y="63500"/>
                </a:lnTo>
                <a:lnTo>
                  <a:pt x="473940" y="63500"/>
                </a:lnTo>
                <a:lnTo>
                  <a:pt x="420254" y="29440"/>
                </a:lnTo>
                <a:close/>
              </a:path>
              <a:path w="1377950" h="166370">
                <a:moveTo>
                  <a:pt x="545715" y="102754"/>
                </a:moveTo>
                <a:lnTo>
                  <a:pt x="497031" y="102754"/>
                </a:lnTo>
                <a:lnTo>
                  <a:pt x="550718" y="136813"/>
                </a:lnTo>
                <a:lnTo>
                  <a:pt x="564572" y="112568"/>
                </a:lnTo>
                <a:lnTo>
                  <a:pt x="545715" y="102754"/>
                </a:lnTo>
                <a:close/>
              </a:path>
              <a:path w="1377950" h="166370">
                <a:moveTo>
                  <a:pt x="499340" y="0"/>
                </a:moveTo>
                <a:lnTo>
                  <a:pt x="471631" y="0"/>
                </a:lnTo>
                <a:lnTo>
                  <a:pt x="473940" y="63500"/>
                </a:lnTo>
                <a:lnTo>
                  <a:pt x="497031" y="63500"/>
                </a:lnTo>
                <a:lnTo>
                  <a:pt x="499340" y="0"/>
                </a:lnTo>
                <a:close/>
              </a:path>
              <a:path w="1377950" h="166370">
                <a:moveTo>
                  <a:pt x="550718" y="29440"/>
                </a:moveTo>
                <a:lnTo>
                  <a:pt x="497031" y="63500"/>
                </a:lnTo>
                <a:lnTo>
                  <a:pt x="545715" y="63500"/>
                </a:lnTo>
                <a:lnTo>
                  <a:pt x="564572" y="53686"/>
                </a:lnTo>
                <a:lnTo>
                  <a:pt x="550718" y="29440"/>
                </a:lnTo>
                <a:close/>
              </a:path>
              <a:path w="1377950" h="166370">
                <a:moveTo>
                  <a:pt x="700231" y="102754"/>
                </a:moveTo>
                <a:lnTo>
                  <a:pt x="677140" y="102754"/>
                </a:lnTo>
                <a:lnTo>
                  <a:pt x="674831" y="166254"/>
                </a:lnTo>
                <a:lnTo>
                  <a:pt x="702540" y="166254"/>
                </a:lnTo>
                <a:lnTo>
                  <a:pt x="700231" y="102754"/>
                </a:lnTo>
                <a:close/>
              </a:path>
              <a:path w="1377950" h="166370">
                <a:moveTo>
                  <a:pt x="623454" y="29440"/>
                </a:moveTo>
                <a:lnTo>
                  <a:pt x="609600" y="53686"/>
                </a:lnTo>
                <a:lnTo>
                  <a:pt x="666172" y="83127"/>
                </a:lnTo>
                <a:lnTo>
                  <a:pt x="609600" y="112568"/>
                </a:lnTo>
                <a:lnTo>
                  <a:pt x="623454" y="136813"/>
                </a:lnTo>
                <a:lnTo>
                  <a:pt x="677140" y="102754"/>
                </a:lnTo>
                <a:lnTo>
                  <a:pt x="748915" y="102754"/>
                </a:lnTo>
                <a:lnTo>
                  <a:pt x="711200" y="83127"/>
                </a:lnTo>
                <a:lnTo>
                  <a:pt x="748915" y="63500"/>
                </a:lnTo>
                <a:lnTo>
                  <a:pt x="677140" y="63500"/>
                </a:lnTo>
                <a:lnTo>
                  <a:pt x="623454" y="29440"/>
                </a:lnTo>
                <a:close/>
              </a:path>
              <a:path w="1377950" h="166370">
                <a:moveTo>
                  <a:pt x="748915" y="102754"/>
                </a:moveTo>
                <a:lnTo>
                  <a:pt x="700231" y="102754"/>
                </a:lnTo>
                <a:lnTo>
                  <a:pt x="753918" y="136813"/>
                </a:lnTo>
                <a:lnTo>
                  <a:pt x="767772" y="112568"/>
                </a:lnTo>
                <a:lnTo>
                  <a:pt x="748915" y="102754"/>
                </a:lnTo>
                <a:close/>
              </a:path>
              <a:path w="1377950" h="166370">
                <a:moveTo>
                  <a:pt x="702540" y="0"/>
                </a:moveTo>
                <a:lnTo>
                  <a:pt x="674831" y="0"/>
                </a:lnTo>
                <a:lnTo>
                  <a:pt x="677140" y="63500"/>
                </a:lnTo>
                <a:lnTo>
                  <a:pt x="700231" y="63500"/>
                </a:lnTo>
                <a:lnTo>
                  <a:pt x="702540" y="0"/>
                </a:lnTo>
                <a:close/>
              </a:path>
              <a:path w="1377950" h="166370">
                <a:moveTo>
                  <a:pt x="753918" y="29440"/>
                </a:moveTo>
                <a:lnTo>
                  <a:pt x="700231" y="63500"/>
                </a:lnTo>
                <a:lnTo>
                  <a:pt x="748915" y="63500"/>
                </a:lnTo>
                <a:lnTo>
                  <a:pt x="767772" y="53686"/>
                </a:lnTo>
                <a:lnTo>
                  <a:pt x="753918" y="29440"/>
                </a:lnTo>
                <a:close/>
              </a:path>
              <a:path w="1377950" h="166370">
                <a:moveTo>
                  <a:pt x="903431" y="102754"/>
                </a:moveTo>
                <a:lnTo>
                  <a:pt x="880340" y="102754"/>
                </a:lnTo>
                <a:lnTo>
                  <a:pt x="878031" y="166254"/>
                </a:lnTo>
                <a:lnTo>
                  <a:pt x="905740" y="166254"/>
                </a:lnTo>
                <a:lnTo>
                  <a:pt x="903431" y="102754"/>
                </a:lnTo>
                <a:close/>
              </a:path>
              <a:path w="1377950" h="166370">
                <a:moveTo>
                  <a:pt x="826654" y="29440"/>
                </a:moveTo>
                <a:lnTo>
                  <a:pt x="812800" y="53686"/>
                </a:lnTo>
                <a:lnTo>
                  <a:pt x="869372" y="83127"/>
                </a:lnTo>
                <a:lnTo>
                  <a:pt x="812800" y="112568"/>
                </a:lnTo>
                <a:lnTo>
                  <a:pt x="826654" y="136813"/>
                </a:lnTo>
                <a:lnTo>
                  <a:pt x="880340" y="102754"/>
                </a:lnTo>
                <a:lnTo>
                  <a:pt x="952115" y="102754"/>
                </a:lnTo>
                <a:lnTo>
                  <a:pt x="914400" y="83127"/>
                </a:lnTo>
                <a:lnTo>
                  <a:pt x="952115" y="63500"/>
                </a:lnTo>
                <a:lnTo>
                  <a:pt x="880340" y="63500"/>
                </a:lnTo>
                <a:lnTo>
                  <a:pt x="826654" y="29440"/>
                </a:lnTo>
                <a:close/>
              </a:path>
              <a:path w="1377950" h="166370">
                <a:moveTo>
                  <a:pt x="952115" y="102754"/>
                </a:moveTo>
                <a:lnTo>
                  <a:pt x="903431" y="102754"/>
                </a:lnTo>
                <a:lnTo>
                  <a:pt x="957118" y="136813"/>
                </a:lnTo>
                <a:lnTo>
                  <a:pt x="970972" y="112568"/>
                </a:lnTo>
                <a:lnTo>
                  <a:pt x="952115" y="102754"/>
                </a:lnTo>
                <a:close/>
              </a:path>
              <a:path w="1377950" h="166370">
                <a:moveTo>
                  <a:pt x="905740" y="0"/>
                </a:moveTo>
                <a:lnTo>
                  <a:pt x="878031" y="0"/>
                </a:lnTo>
                <a:lnTo>
                  <a:pt x="880340" y="63500"/>
                </a:lnTo>
                <a:lnTo>
                  <a:pt x="903431" y="63500"/>
                </a:lnTo>
                <a:lnTo>
                  <a:pt x="905740" y="0"/>
                </a:lnTo>
                <a:close/>
              </a:path>
              <a:path w="1377950" h="166370">
                <a:moveTo>
                  <a:pt x="957118" y="29440"/>
                </a:moveTo>
                <a:lnTo>
                  <a:pt x="903431" y="63500"/>
                </a:lnTo>
                <a:lnTo>
                  <a:pt x="952115" y="63500"/>
                </a:lnTo>
                <a:lnTo>
                  <a:pt x="970972" y="53686"/>
                </a:lnTo>
                <a:lnTo>
                  <a:pt x="957118" y="29440"/>
                </a:lnTo>
                <a:close/>
              </a:path>
              <a:path w="1377950" h="166370">
                <a:moveTo>
                  <a:pt x="1106631" y="102754"/>
                </a:moveTo>
                <a:lnTo>
                  <a:pt x="1083540" y="102754"/>
                </a:lnTo>
                <a:lnTo>
                  <a:pt x="1081231" y="166254"/>
                </a:lnTo>
                <a:lnTo>
                  <a:pt x="1108940" y="166254"/>
                </a:lnTo>
                <a:lnTo>
                  <a:pt x="1106631" y="102754"/>
                </a:lnTo>
                <a:close/>
              </a:path>
              <a:path w="1377950" h="166370">
                <a:moveTo>
                  <a:pt x="1029854" y="29440"/>
                </a:moveTo>
                <a:lnTo>
                  <a:pt x="1016000" y="53686"/>
                </a:lnTo>
                <a:lnTo>
                  <a:pt x="1072572" y="83127"/>
                </a:lnTo>
                <a:lnTo>
                  <a:pt x="1016000" y="112568"/>
                </a:lnTo>
                <a:lnTo>
                  <a:pt x="1029854" y="136813"/>
                </a:lnTo>
                <a:lnTo>
                  <a:pt x="1083540" y="102754"/>
                </a:lnTo>
                <a:lnTo>
                  <a:pt x="1155315" y="102754"/>
                </a:lnTo>
                <a:lnTo>
                  <a:pt x="1117600" y="83127"/>
                </a:lnTo>
                <a:lnTo>
                  <a:pt x="1155315" y="63500"/>
                </a:lnTo>
                <a:lnTo>
                  <a:pt x="1083540" y="63500"/>
                </a:lnTo>
                <a:lnTo>
                  <a:pt x="1029854" y="29440"/>
                </a:lnTo>
                <a:close/>
              </a:path>
              <a:path w="1377950" h="166370">
                <a:moveTo>
                  <a:pt x="1155315" y="102754"/>
                </a:moveTo>
                <a:lnTo>
                  <a:pt x="1106631" y="102754"/>
                </a:lnTo>
                <a:lnTo>
                  <a:pt x="1160318" y="136813"/>
                </a:lnTo>
                <a:lnTo>
                  <a:pt x="1174172" y="112568"/>
                </a:lnTo>
                <a:lnTo>
                  <a:pt x="1155315" y="102754"/>
                </a:lnTo>
                <a:close/>
              </a:path>
              <a:path w="1377950" h="166370">
                <a:moveTo>
                  <a:pt x="1108940" y="0"/>
                </a:moveTo>
                <a:lnTo>
                  <a:pt x="1081231" y="0"/>
                </a:lnTo>
                <a:lnTo>
                  <a:pt x="1083540" y="63500"/>
                </a:lnTo>
                <a:lnTo>
                  <a:pt x="1106631" y="63500"/>
                </a:lnTo>
                <a:lnTo>
                  <a:pt x="1108940" y="0"/>
                </a:lnTo>
                <a:close/>
              </a:path>
              <a:path w="1377950" h="166370">
                <a:moveTo>
                  <a:pt x="1160318" y="29440"/>
                </a:moveTo>
                <a:lnTo>
                  <a:pt x="1106631" y="63500"/>
                </a:lnTo>
                <a:lnTo>
                  <a:pt x="1155315" y="63500"/>
                </a:lnTo>
                <a:lnTo>
                  <a:pt x="1174172" y="53686"/>
                </a:lnTo>
                <a:lnTo>
                  <a:pt x="1160318" y="29440"/>
                </a:lnTo>
                <a:close/>
              </a:path>
              <a:path w="1377950" h="166370">
                <a:moveTo>
                  <a:pt x="1309831" y="102754"/>
                </a:moveTo>
                <a:lnTo>
                  <a:pt x="1286740" y="102754"/>
                </a:lnTo>
                <a:lnTo>
                  <a:pt x="1284431" y="166254"/>
                </a:lnTo>
                <a:lnTo>
                  <a:pt x="1312140" y="166254"/>
                </a:lnTo>
                <a:lnTo>
                  <a:pt x="1309831" y="102754"/>
                </a:lnTo>
                <a:close/>
              </a:path>
              <a:path w="1377950" h="166370">
                <a:moveTo>
                  <a:pt x="1233054" y="29440"/>
                </a:moveTo>
                <a:lnTo>
                  <a:pt x="1219200" y="53686"/>
                </a:lnTo>
                <a:lnTo>
                  <a:pt x="1275772" y="83127"/>
                </a:lnTo>
                <a:lnTo>
                  <a:pt x="1219200" y="112568"/>
                </a:lnTo>
                <a:lnTo>
                  <a:pt x="1233054" y="136813"/>
                </a:lnTo>
                <a:lnTo>
                  <a:pt x="1286740" y="102754"/>
                </a:lnTo>
                <a:lnTo>
                  <a:pt x="1358515" y="102754"/>
                </a:lnTo>
                <a:lnTo>
                  <a:pt x="1320800" y="83127"/>
                </a:lnTo>
                <a:lnTo>
                  <a:pt x="1358515" y="63500"/>
                </a:lnTo>
                <a:lnTo>
                  <a:pt x="1286740" y="63500"/>
                </a:lnTo>
                <a:lnTo>
                  <a:pt x="1233054" y="29440"/>
                </a:lnTo>
                <a:close/>
              </a:path>
              <a:path w="1377950" h="166370">
                <a:moveTo>
                  <a:pt x="1358515" y="102754"/>
                </a:moveTo>
                <a:lnTo>
                  <a:pt x="1309831" y="102754"/>
                </a:lnTo>
                <a:lnTo>
                  <a:pt x="1363518" y="136813"/>
                </a:lnTo>
                <a:lnTo>
                  <a:pt x="1377372" y="112568"/>
                </a:lnTo>
                <a:lnTo>
                  <a:pt x="1358515" y="102754"/>
                </a:lnTo>
                <a:close/>
              </a:path>
              <a:path w="1377950" h="166370">
                <a:moveTo>
                  <a:pt x="1312140" y="0"/>
                </a:moveTo>
                <a:lnTo>
                  <a:pt x="1284431" y="0"/>
                </a:lnTo>
                <a:lnTo>
                  <a:pt x="1286740" y="63500"/>
                </a:lnTo>
                <a:lnTo>
                  <a:pt x="1309831" y="63500"/>
                </a:lnTo>
                <a:lnTo>
                  <a:pt x="1312140" y="0"/>
                </a:lnTo>
                <a:close/>
              </a:path>
              <a:path w="1377950" h="166370">
                <a:moveTo>
                  <a:pt x="1363518" y="29440"/>
                </a:moveTo>
                <a:lnTo>
                  <a:pt x="1309831" y="63500"/>
                </a:lnTo>
                <a:lnTo>
                  <a:pt x="1358515" y="63500"/>
                </a:lnTo>
                <a:lnTo>
                  <a:pt x="1377372" y="53686"/>
                </a:lnTo>
                <a:lnTo>
                  <a:pt x="1363518" y="2944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7" name="object 7"/>
          <p:cNvSpPr/>
          <p:nvPr/>
        </p:nvSpPr>
        <p:spPr>
          <a:xfrm>
            <a:off x="3001316" y="2882348"/>
            <a:ext cx="289138" cy="289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8" name="object 8"/>
          <p:cNvSpPr/>
          <p:nvPr/>
        </p:nvSpPr>
        <p:spPr>
          <a:xfrm>
            <a:off x="8711798" y="4237684"/>
            <a:ext cx="361423" cy="2710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9" name="object 9"/>
          <p:cNvSpPr/>
          <p:nvPr/>
        </p:nvSpPr>
        <p:spPr>
          <a:xfrm>
            <a:off x="5517980" y="1079853"/>
            <a:ext cx="1073878" cy="270164"/>
          </a:xfrm>
          <a:custGeom>
            <a:avLst/>
            <a:gdLst/>
            <a:ahLst/>
            <a:cxnLst/>
            <a:rect l="l" t="t" r="r" b="b"/>
            <a:pathLst>
              <a:path w="1509395" h="379730">
                <a:moveTo>
                  <a:pt x="78112" y="5051"/>
                </a:moveTo>
                <a:lnTo>
                  <a:pt x="0" y="5051"/>
                </a:lnTo>
                <a:lnTo>
                  <a:pt x="0" y="374505"/>
                </a:lnTo>
                <a:lnTo>
                  <a:pt x="236501" y="374505"/>
                </a:lnTo>
                <a:lnTo>
                  <a:pt x="236501" y="310103"/>
                </a:lnTo>
                <a:lnTo>
                  <a:pt x="78112" y="310103"/>
                </a:lnTo>
                <a:lnTo>
                  <a:pt x="78112" y="5051"/>
                </a:lnTo>
                <a:close/>
              </a:path>
              <a:path w="1509395" h="379730">
                <a:moveTo>
                  <a:pt x="440350" y="0"/>
                </a:moveTo>
                <a:lnTo>
                  <a:pt x="393627" y="5592"/>
                </a:lnTo>
                <a:lnTo>
                  <a:pt x="351955" y="22369"/>
                </a:lnTo>
                <a:lnTo>
                  <a:pt x="316913" y="49609"/>
                </a:lnTo>
                <a:lnTo>
                  <a:pt x="290079" y="86951"/>
                </a:lnTo>
                <a:lnTo>
                  <a:pt x="273031" y="133855"/>
                </a:lnTo>
                <a:lnTo>
                  <a:pt x="267349" y="189778"/>
                </a:lnTo>
                <a:lnTo>
                  <a:pt x="268782" y="218867"/>
                </a:lnTo>
                <a:lnTo>
                  <a:pt x="280135" y="270111"/>
                </a:lnTo>
                <a:lnTo>
                  <a:pt x="302470" y="312369"/>
                </a:lnTo>
                <a:lnTo>
                  <a:pt x="333408" y="344751"/>
                </a:lnTo>
                <a:lnTo>
                  <a:pt x="372160" y="366974"/>
                </a:lnTo>
                <a:lnTo>
                  <a:pt x="416357" y="378158"/>
                </a:lnTo>
                <a:lnTo>
                  <a:pt x="440350" y="379556"/>
                </a:lnTo>
                <a:lnTo>
                  <a:pt x="464247" y="378158"/>
                </a:lnTo>
                <a:lnTo>
                  <a:pt x="508202" y="367075"/>
                </a:lnTo>
                <a:lnTo>
                  <a:pt x="547011" y="344931"/>
                </a:lnTo>
                <a:lnTo>
                  <a:pt x="578039" y="312550"/>
                </a:lnTo>
                <a:lnTo>
                  <a:pt x="579336" y="310464"/>
                </a:lnTo>
                <a:lnTo>
                  <a:pt x="440350" y="310464"/>
                </a:lnTo>
                <a:lnTo>
                  <a:pt x="426640" y="309596"/>
                </a:lnTo>
                <a:lnTo>
                  <a:pt x="380954" y="288816"/>
                </a:lnTo>
                <a:lnTo>
                  <a:pt x="358089" y="255803"/>
                </a:lnTo>
                <a:lnTo>
                  <a:pt x="347265" y="208584"/>
                </a:lnTo>
                <a:lnTo>
                  <a:pt x="346544" y="189778"/>
                </a:lnTo>
                <a:lnTo>
                  <a:pt x="347265" y="170971"/>
                </a:lnTo>
                <a:lnTo>
                  <a:pt x="358089" y="123752"/>
                </a:lnTo>
                <a:lnTo>
                  <a:pt x="380954" y="90740"/>
                </a:lnTo>
                <a:lnTo>
                  <a:pt x="426640" y="69960"/>
                </a:lnTo>
                <a:lnTo>
                  <a:pt x="440350" y="69092"/>
                </a:lnTo>
                <a:lnTo>
                  <a:pt x="579330" y="69092"/>
                </a:lnTo>
                <a:lnTo>
                  <a:pt x="578039" y="67017"/>
                </a:lnTo>
                <a:lnTo>
                  <a:pt x="547011" y="34726"/>
                </a:lnTo>
                <a:lnTo>
                  <a:pt x="508202" y="12582"/>
                </a:lnTo>
                <a:lnTo>
                  <a:pt x="464185" y="1398"/>
                </a:lnTo>
                <a:lnTo>
                  <a:pt x="440350" y="0"/>
                </a:lnTo>
                <a:close/>
              </a:path>
              <a:path w="1509395" h="379730">
                <a:moveTo>
                  <a:pt x="579330" y="69092"/>
                </a:moveTo>
                <a:lnTo>
                  <a:pt x="440350" y="69092"/>
                </a:lnTo>
                <a:lnTo>
                  <a:pt x="454061" y="69960"/>
                </a:lnTo>
                <a:lnTo>
                  <a:pt x="466869" y="72565"/>
                </a:lnTo>
                <a:lnTo>
                  <a:pt x="508496" y="100120"/>
                </a:lnTo>
                <a:lnTo>
                  <a:pt x="527561" y="137959"/>
                </a:lnTo>
                <a:lnTo>
                  <a:pt x="534157" y="189778"/>
                </a:lnTo>
                <a:lnTo>
                  <a:pt x="533424" y="208584"/>
                </a:lnTo>
                <a:lnTo>
                  <a:pt x="522431" y="255803"/>
                </a:lnTo>
                <a:lnTo>
                  <a:pt x="499735" y="288816"/>
                </a:lnTo>
                <a:lnTo>
                  <a:pt x="454061" y="309596"/>
                </a:lnTo>
                <a:lnTo>
                  <a:pt x="440350" y="310464"/>
                </a:lnTo>
                <a:lnTo>
                  <a:pt x="579336" y="310464"/>
                </a:lnTo>
                <a:lnTo>
                  <a:pt x="600465" y="270280"/>
                </a:lnTo>
                <a:lnTo>
                  <a:pt x="611924" y="218788"/>
                </a:lnTo>
                <a:lnTo>
                  <a:pt x="613352" y="189778"/>
                </a:lnTo>
                <a:lnTo>
                  <a:pt x="611920" y="160689"/>
                </a:lnTo>
                <a:lnTo>
                  <a:pt x="607624" y="133855"/>
                </a:lnTo>
                <a:lnTo>
                  <a:pt x="600465" y="109275"/>
                </a:lnTo>
                <a:lnTo>
                  <a:pt x="590441" y="86951"/>
                </a:lnTo>
                <a:lnTo>
                  <a:pt x="579330" y="69092"/>
                </a:lnTo>
                <a:close/>
              </a:path>
              <a:path w="1509395" h="379730">
                <a:moveTo>
                  <a:pt x="837541" y="0"/>
                </a:moveTo>
                <a:lnTo>
                  <a:pt x="785553" y="7204"/>
                </a:lnTo>
                <a:lnTo>
                  <a:pt x="740081" y="28547"/>
                </a:lnTo>
                <a:lnTo>
                  <a:pt x="703348" y="63094"/>
                </a:lnTo>
                <a:lnTo>
                  <a:pt x="677709" y="110042"/>
                </a:lnTo>
                <a:lnTo>
                  <a:pt x="667967" y="147655"/>
                </a:lnTo>
                <a:lnTo>
                  <a:pt x="664720" y="190139"/>
                </a:lnTo>
                <a:lnTo>
                  <a:pt x="666084" y="218371"/>
                </a:lnTo>
                <a:lnTo>
                  <a:pt x="676998" y="268882"/>
                </a:lnTo>
                <a:lnTo>
                  <a:pt x="698635" y="311152"/>
                </a:lnTo>
                <a:lnTo>
                  <a:pt x="729302" y="343894"/>
                </a:lnTo>
                <a:lnTo>
                  <a:pt x="768336" y="366669"/>
                </a:lnTo>
                <a:lnTo>
                  <a:pt x="813977" y="378124"/>
                </a:lnTo>
                <a:lnTo>
                  <a:pt x="839165" y="379556"/>
                </a:lnTo>
                <a:lnTo>
                  <a:pt x="861782" y="378384"/>
                </a:lnTo>
                <a:lnTo>
                  <a:pt x="903093" y="369003"/>
                </a:lnTo>
                <a:lnTo>
                  <a:pt x="938857" y="350332"/>
                </a:lnTo>
                <a:lnTo>
                  <a:pt x="967179" y="323453"/>
                </a:lnTo>
                <a:lnTo>
                  <a:pt x="976082" y="310464"/>
                </a:lnTo>
                <a:lnTo>
                  <a:pt x="839525" y="310464"/>
                </a:lnTo>
                <a:lnTo>
                  <a:pt x="825398" y="309585"/>
                </a:lnTo>
                <a:lnTo>
                  <a:pt x="788834" y="296393"/>
                </a:lnTo>
                <a:lnTo>
                  <a:pt x="762112" y="267811"/>
                </a:lnTo>
                <a:lnTo>
                  <a:pt x="746846" y="225136"/>
                </a:lnTo>
                <a:lnTo>
                  <a:pt x="743915" y="189417"/>
                </a:lnTo>
                <a:lnTo>
                  <a:pt x="744659" y="170859"/>
                </a:lnTo>
                <a:lnTo>
                  <a:pt x="755821" y="124113"/>
                </a:lnTo>
                <a:lnTo>
                  <a:pt x="778957" y="90999"/>
                </a:lnTo>
                <a:lnTo>
                  <a:pt x="825071" y="69971"/>
                </a:lnTo>
                <a:lnTo>
                  <a:pt x="838804" y="69092"/>
                </a:lnTo>
                <a:lnTo>
                  <a:pt x="975045" y="69092"/>
                </a:lnTo>
                <a:lnTo>
                  <a:pt x="971272" y="63263"/>
                </a:lnTo>
                <a:lnTo>
                  <a:pt x="943976" y="34816"/>
                </a:lnTo>
                <a:lnTo>
                  <a:pt x="909136" y="14183"/>
                </a:lnTo>
                <a:lnTo>
                  <a:pt x="867848" y="2300"/>
                </a:lnTo>
                <a:lnTo>
                  <a:pt x="852965" y="575"/>
                </a:lnTo>
                <a:lnTo>
                  <a:pt x="837541" y="0"/>
                </a:lnTo>
                <a:close/>
              </a:path>
              <a:path w="1509395" h="379730">
                <a:moveTo>
                  <a:pt x="923771" y="233254"/>
                </a:moveTo>
                <a:lnTo>
                  <a:pt x="913669" y="274204"/>
                </a:lnTo>
                <a:lnTo>
                  <a:pt x="884805" y="301083"/>
                </a:lnTo>
                <a:lnTo>
                  <a:pt x="839525" y="310464"/>
                </a:lnTo>
                <a:lnTo>
                  <a:pt x="976082" y="310464"/>
                </a:lnTo>
                <a:lnTo>
                  <a:pt x="993856" y="268612"/>
                </a:lnTo>
                <a:lnTo>
                  <a:pt x="998326" y="235599"/>
                </a:lnTo>
                <a:lnTo>
                  <a:pt x="939646" y="235599"/>
                </a:lnTo>
                <a:lnTo>
                  <a:pt x="923771" y="233254"/>
                </a:lnTo>
                <a:close/>
              </a:path>
              <a:path w="1509395" h="379730">
                <a:moveTo>
                  <a:pt x="998997" y="176789"/>
                </a:moveTo>
                <a:lnTo>
                  <a:pt x="844396" y="176789"/>
                </a:lnTo>
                <a:lnTo>
                  <a:pt x="844396" y="235599"/>
                </a:lnTo>
                <a:lnTo>
                  <a:pt x="923642" y="235599"/>
                </a:lnTo>
                <a:lnTo>
                  <a:pt x="923771" y="233254"/>
                </a:lnTo>
                <a:lnTo>
                  <a:pt x="998454" y="233254"/>
                </a:lnTo>
                <a:lnTo>
                  <a:pt x="998898" y="225136"/>
                </a:lnTo>
                <a:lnTo>
                  <a:pt x="998997" y="176789"/>
                </a:lnTo>
                <a:close/>
              </a:path>
              <a:path w="1509395" h="379730">
                <a:moveTo>
                  <a:pt x="998454" y="233254"/>
                </a:moveTo>
                <a:lnTo>
                  <a:pt x="923771" y="233254"/>
                </a:lnTo>
                <a:lnTo>
                  <a:pt x="939646" y="235599"/>
                </a:lnTo>
                <a:lnTo>
                  <a:pt x="998326" y="235599"/>
                </a:lnTo>
                <a:lnTo>
                  <a:pt x="998454" y="233254"/>
                </a:lnTo>
                <a:close/>
              </a:path>
              <a:path w="1509395" h="379730">
                <a:moveTo>
                  <a:pt x="975045" y="69092"/>
                </a:moveTo>
                <a:lnTo>
                  <a:pt x="838804" y="69092"/>
                </a:lnTo>
                <a:lnTo>
                  <a:pt x="846211" y="69329"/>
                </a:lnTo>
                <a:lnTo>
                  <a:pt x="853281" y="70039"/>
                </a:lnTo>
                <a:lnTo>
                  <a:pt x="888774" y="83884"/>
                </a:lnTo>
                <a:lnTo>
                  <a:pt x="895389" y="88575"/>
                </a:lnTo>
                <a:lnTo>
                  <a:pt x="916194" y="124474"/>
                </a:lnTo>
                <a:lnTo>
                  <a:pt x="995569" y="124474"/>
                </a:lnTo>
                <a:lnTo>
                  <a:pt x="993078" y="111057"/>
                </a:lnTo>
                <a:lnTo>
                  <a:pt x="989391" y="98226"/>
                </a:lnTo>
                <a:lnTo>
                  <a:pt x="984509" y="85982"/>
                </a:lnTo>
                <a:lnTo>
                  <a:pt x="978432" y="74323"/>
                </a:lnTo>
                <a:lnTo>
                  <a:pt x="975045" y="69092"/>
                </a:lnTo>
                <a:close/>
              </a:path>
              <a:path w="1509395" h="379730">
                <a:moveTo>
                  <a:pt x="1135784" y="5051"/>
                </a:moveTo>
                <a:lnTo>
                  <a:pt x="1057671" y="5051"/>
                </a:lnTo>
                <a:lnTo>
                  <a:pt x="1057671" y="374505"/>
                </a:lnTo>
                <a:lnTo>
                  <a:pt x="1135784" y="374505"/>
                </a:lnTo>
                <a:lnTo>
                  <a:pt x="1135784" y="5051"/>
                </a:lnTo>
                <a:close/>
              </a:path>
              <a:path w="1509395" h="379730">
                <a:moveTo>
                  <a:pt x="1268601" y="5051"/>
                </a:moveTo>
                <a:lnTo>
                  <a:pt x="1200050" y="5051"/>
                </a:lnTo>
                <a:lnTo>
                  <a:pt x="1200050" y="374505"/>
                </a:lnTo>
                <a:lnTo>
                  <a:pt x="1278163" y="374505"/>
                </a:lnTo>
                <a:lnTo>
                  <a:pt x="1278163" y="141973"/>
                </a:lnTo>
                <a:lnTo>
                  <a:pt x="1362576" y="141973"/>
                </a:lnTo>
                <a:lnTo>
                  <a:pt x="1268601" y="5051"/>
                </a:lnTo>
                <a:close/>
              </a:path>
              <a:path w="1509395" h="379730">
                <a:moveTo>
                  <a:pt x="1362576" y="141973"/>
                </a:moveTo>
                <a:lnTo>
                  <a:pt x="1280868" y="141973"/>
                </a:lnTo>
                <a:lnTo>
                  <a:pt x="1441603" y="374505"/>
                </a:lnTo>
                <a:lnTo>
                  <a:pt x="1509072" y="374505"/>
                </a:lnTo>
                <a:lnTo>
                  <a:pt x="1509072" y="237403"/>
                </a:lnTo>
                <a:lnTo>
                  <a:pt x="1428073" y="237403"/>
                </a:lnTo>
                <a:lnTo>
                  <a:pt x="1362576" y="141973"/>
                </a:lnTo>
                <a:close/>
              </a:path>
              <a:path w="1509395" h="379730">
                <a:moveTo>
                  <a:pt x="1509072" y="5051"/>
                </a:moveTo>
                <a:lnTo>
                  <a:pt x="1431320" y="5051"/>
                </a:lnTo>
                <a:lnTo>
                  <a:pt x="1431320" y="237403"/>
                </a:lnTo>
                <a:lnTo>
                  <a:pt x="1509072" y="237403"/>
                </a:lnTo>
                <a:lnTo>
                  <a:pt x="1509072" y="5051"/>
                </a:lnTo>
                <a:close/>
              </a:path>
            </a:pathLst>
          </a:custGeom>
          <a:solidFill>
            <a:srgbClr val="D7B63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0" name="object 10"/>
          <p:cNvSpPr/>
          <p:nvPr/>
        </p:nvSpPr>
        <p:spPr>
          <a:xfrm>
            <a:off x="5556740" y="2447819"/>
            <a:ext cx="1004756" cy="230407"/>
          </a:xfrm>
          <a:custGeom>
            <a:avLst/>
            <a:gdLst/>
            <a:ahLst/>
            <a:cxnLst/>
            <a:rect l="l" t="t" r="r" b="b"/>
            <a:pathLst>
              <a:path w="1412240" h="323850">
                <a:moveTo>
                  <a:pt x="35790" y="23090"/>
                </a:moveTo>
                <a:lnTo>
                  <a:pt x="0" y="23090"/>
                </a:lnTo>
                <a:lnTo>
                  <a:pt x="0" y="218786"/>
                </a:lnTo>
                <a:lnTo>
                  <a:pt x="7955" y="260593"/>
                </a:lnTo>
                <a:lnTo>
                  <a:pt x="31317" y="294084"/>
                </a:lnTo>
                <a:lnTo>
                  <a:pt x="67739" y="316219"/>
                </a:lnTo>
                <a:lnTo>
                  <a:pt x="114877" y="323850"/>
                </a:lnTo>
                <a:lnTo>
                  <a:pt x="131708" y="323002"/>
                </a:lnTo>
                <a:lnTo>
                  <a:pt x="175490" y="310284"/>
                </a:lnTo>
                <a:lnTo>
                  <a:pt x="201855" y="290368"/>
                </a:lnTo>
                <a:lnTo>
                  <a:pt x="114877" y="290368"/>
                </a:lnTo>
                <a:lnTo>
                  <a:pt x="102971" y="289772"/>
                </a:lnTo>
                <a:lnTo>
                  <a:pt x="64149" y="275566"/>
                </a:lnTo>
                <a:lnTo>
                  <a:pt x="38172" y="236357"/>
                </a:lnTo>
                <a:lnTo>
                  <a:pt x="35790" y="215900"/>
                </a:lnTo>
                <a:lnTo>
                  <a:pt x="35790" y="23090"/>
                </a:lnTo>
                <a:close/>
              </a:path>
              <a:path w="1412240" h="323850">
                <a:moveTo>
                  <a:pt x="229754" y="23090"/>
                </a:moveTo>
                <a:lnTo>
                  <a:pt x="193963" y="23090"/>
                </a:lnTo>
                <a:lnTo>
                  <a:pt x="193963" y="215900"/>
                </a:lnTo>
                <a:lnTo>
                  <a:pt x="193368" y="226426"/>
                </a:lnTo>
                <a:lnTo>
                  <a:pt x="179225" y="262361"/>
                </a:lnTo>
                <a:lnTo>
                  <a:pt x="147998" y="285010"/>
                </a:lnTo>
                <a:lnTo>
                  <a:pt x="114877" y="290368"/>
                </a:lnTo>
                <a:lnTo>
                  <a:pt x="201855" y="290368"/>
                </a:lnTo>
                <a:lnTo>
                  <a:pt x="226182" y="247469"/>
                </a:lnTo>
                <a:lnTo>
                  <a:pt x="229754" y="218786"/>
                </a:lnTo>
                <a:lnTo>
                  <a:pt x="229754" y="23090"/>
                </a:lnTo>
                <a:close/>
              </a:path>
              <a:path w="1412240" h="323850">
                <a:moveTo>
                  <a:pt x="319123" y="257463"/>
                </a:moveTo>
                <a:lnTo>
                  <a:pt x="286940" y="265509"/>
                </a:lnTo>
                <a:lnTo>
                  <a:pt x="286888" y="265852"/>
                </a:lnTo>
                <a:lnTo>
                  <a:pt x="290774" y="278840"/>
                </a:lnTo>
                <a:lnTo>
                  <a:pt x="314938" y="308552"/>
                </a:lnTo>
                <a:lnTo>
                  <a:pt x="354851" y="322352"/>
                </a:lnTo>
                <a:lnTo>
                  <a:pt x="371078" y="323272"/>
                </a:lnTo>
                <a:lnTo>
                  <a:pt x="383597" y="322731"/>
                </a:lnTo>
                <a:lnTo>
                  <a:pt x="425594" y="309887"/>
                </a:lnTo>
                <a:lnTo>
                  <a:pt x="444766" y="293254"/>
                </a:lnTo>
                <a:lnTo>
                  <a:pt x="370500" y="293254"/>
                </a:lnTo>
                <a:lnTo>
                  <a:pt x="360533" y="292695"/>
                </a:lnTo>
                <a:lnTo>
                  <a:pt x="325798" y="273122"/>
                </a:lnTo>
                <a:lnTo>
                  <a:pt x="321946" y="265852"/>
                </a:lnTo>
                <a:lnTo>
                  <a:pt x="319123" y="257463"/>
                </a:lnTo>
                <a:close/>
              </a:path>
              <a:path w="1412240" h="323850">
                <a:moveTo>
                  <a:pt x="375119" y="94095"/>
                </a:moveTo>
                <a:lnTo>
                  <a:pt x="333266" y="102321"/>
                </a:lnTo>
                <a:lnTo>
                  <a:pt x="299649" y="132466"/>
                </a:lnTo>
                <a:lnTo>
                  <a:pt x="293723" y="158172"/>
                </a:lnTo>
                <a:lnTo>
                  <a:pt x="294607" y="169167"/>
                </a:lnTo>
                <a:lnTo>
                  <a:pt x="316020" y="203497"/>
                </a:lnTo>
                <a:lnTo>
                  <a:pt x="352605" y="218786"/>
                </a:lnTo>
                <a:lnTo>
                  <a:pt x="389550" y="227445"/>
                </a:lnTo>
                <a:lnTo>
                  <a:pt x="397380" y="229646"/>
                </a:lnTo>
                <a:lnTo>
                  <a:pt x="422455" y="250921"/>
                </a:lnTo>
                <a:lnTo>
                  <a:pt x="422455" y="258618"/>
                </a:lnTo>
                <a:lnTo>
                  <a:pt x="391859" y="290728"/>
                </a:lnTo>
                <a:lnTo>
                  <a:pt x="370500" y="293254"/>
                </a:lnTo>
                <a:lnTo>
                  <a:pt x="444766" y="293254"/>
                </a:lnTo>
                <a:lnTo>
                  <a:pt x="457669" y="256886"/>
                </a:lnTo>
                <a:lnTo>
                  <a:pt x="456758" y="245800"/>
                </a:lnTo>
                <a:lnTo>
                  <a:pt x="434857" y="211976"/>
                </a:lnTo>
                <a:lnTo>
                  <a:pt x="398787" y="196850"/>
                </a:lnTo>
                <a:lnTo>
                  <a:pt x="365882" y="188768"/>
                </a:lnTo>
                <a:lnTo>
                  <a:pt x="356718" y="186161"/>
                </a:lnTo>
                <a:lnTo>
                  <a:pt x="327782" y="164907"/>
                </a:lnTo>
                <a:lnTo>
                  <a:pt x="327782" y="156440"/>
                </a:lnTo>
                <a:lnTo>
                  <a:pt x="356465" y="125881"/>
                </a:lnTo>
                <a:lnTo>
                  <a:pt x="375119" y="123536"/>
                </a:lnTo>
                <a:lnTo>
                  <a:pt x="441517" y="123536"/>
                </a:lnTo>
                <a:lnTo>
                  <a:pt x="435552" y="116320"/>
                </a:lnTo>
                <a:lnTo>
                  <a:pt x="426784" y="108527"/>
                </a:lnTo>
                <a:lnTo>
                  <a:pt x="416520" y="102213"/>
                </a:lnTo>
                <a:lnTo>
                  <a:pt x="404487" y="97703"/>
                </a:lnTo>
                <a:lnTo>
                  <a:pt x="390687" y="94997"/>
                </a:lnTo>
                <a:lnTo>
                  <a:pt x="375119" y="94095"/>
                </a:lnTo>
                <a:close/>
              </a:path>
              <a:path w="1412240" h="323850">
                <a:moveTo>
                  <a:pt x="441517" y="123536"/>
                </a:moveTo>
                <a:lnTo>
                  <a:pt x="385028" y="123536"/>
                </a:lnTo>
                <a:lnTo>
                  <a:pt x="393158" y="125123"/>
                </a:lnTo>
                <a:lnTo>
                  <a:pt x="405858" y="131473"/>
                </a:lnTo>
                <a:lnTo>
                  <a:pt x="410861" y="135514"/>
                </a:lnTo>
                <a:lnTo>
                  <a:pt x="414574" y="140493"/>
                </a:lnTo>
                <a:lnTo>
                  <a:pt x="418270" y="145232"/>
                </a:lnTo>
                <a:lnTo>
                  <a:pt x="421108" y="150187"/>
                </a:lnTo>
                <a:lnTo>
                  <a:pt x="423032" y="155286"/>
                </a:lnTo>
                <a:lnTo>
                  <a:pt x="453628" y="146627"/>
                </a:lnTo>
                <a:lnTo>
                  <a:pt x="448973" y="135370"/>
                </a:lnTo>
                <a:lnTo>
                  <a:pt x="442948" y="125268"/>
                </a:lnTo>
                <a:lnTo>
                  <a:pt x="441517" y="123536"/>
                </a:lnTo>
                <a:close/>
              </a:path>
              <a:path w="1412240" h="323850">
                <a:moveTo>
                  <a:pt x="542997" y="96981"/>
                </a:moveTo>
                <a:lnTo>
                  <a:pt x="508938" y="96981"/>
                </a:lnTo>
                <a:lnTo>
                  <a:pt x="508943" y="237953"/>
                </a:lnTo>
                <a:lnTo>
                  <a:pt x="518174" y="284739"/>
                </a:lnTo>
                <a:lnTo>
                  <a:pt x="551944" y="316426"/>
                </a:lnTo>
                <a:lnTo>
                  <a:pt x="580519" y="321540"/>
                </a:lnTo>
                <a:lnTo>
                  <a:pt x="592534" y="320810"/>
                </a:lnTo>
                <a:lnTo>
                  <a:pt x="629768" y="303618"/>
                </a:lnTo>
                <a:lnTo>
                  <a:pt x="642231" y="288636"/>
                </a:lnTo>
                <a:lnTo>
                  <a:pt x="591488" y="288636"/>
                </a:lnTo>
                <a:lnTo>
                  <a:pt x="581349" y="287734"/>
                </a:lnTo>
                <a:lnTo>
                  <a:pt x="546388" y="257319"/>
                </a:lnTo>
                <a:lnTo>
                  <a:pt x="542997" y="235527"/>
                </a:lnTo>
                <a:lnTo>
                  <a:pt x="542997" y="96981"/>
                </a:lnTo>
                <a:close/>
              </a:path>
              <a:path w="1412240" h="323850">
                <a:moveTo>
                  <a:pt x="682697" y="281131"/>
                </a:moveTo>
                <a:lnTo>
                  <a:pt x="648638" y="281131"/>
                </a:lnTo>
                <a:lnTo>
                  <a:pt x="648638" y="318654"/>
                </a:lnTo>
                <a:lnTo>
                  <a:pt x="682697" y="318654"/>
                </a:lnTo>
                <a:lnTo>
                  <a:pt x="682697" y="281131"/>
                </a:lnTo>
                <a:close/>
              </a:path>
              <a:path w="1412240" h="323850">
                <a:moveTo>
                  <a:pt x="682697" y="96981"/>
                </a:moveTo>
                <a:lnTo>
                  <a:pt x="648638" y="96981"/>
                </a:lnTo>
                <a:lnTo>
                  <a:pt x="648638" y="228022"/>
                </a:lnTo>
                <a:lnTo>
                  <a:pt x="648069" y="237953"/>
                </a:lnTo>
                <a:lnTo>
                  <a:pt x="629515" y="273915"/>
                </a:lnTo>
                <a:lnTo>
                  <a:pt x="591488" y="288636"/>
                </a:lnTo>
                <a:lnTo>
                  <a:pt x="642231" y="288636"/>
                </a:lnTo>
                <a:lnTo>
                  <a:pt x="646328" y="281131"/>
                </a:lnTo>
                <a:lnTo>
                  <a:pt x="682697" y="281131"/>
                </a:lnTo>
                <a:lnTo>
                  <a:pt x="682697" y="96981"/>
                </a:lnTo>
                <a:close/>
              </a:path>
              <a:path w="1412240" h="323850">
                <a:moveTo>
                  <a:pt x="899279" y="124113"/>
                </a:moveTo>
                <a:lnTo>
                  <a:pt x="831092" y="124113"/>
                </a:lnTo>
                <a:lnTo>
                  <a:pt x="842105" y="124853"/>
                </a:lnTo>
                <a:lnTo>
                  <a:pt x="851621" y="127072"/>
                </a:lnTo>
                <a:lnTo>
                  <a:pt x="877120" y="159056"/>
                </a:lnTo>
                <a:lnTo>
                  <a:pt x="877851" y="169140"/>
                </a:lnTo>
                <a:lnTo>
                  <a:pt x="877851" y="175779"/>
                </a:lnTo>
                <a:lnTo>
                  <a:pt x="875879" y="179628"/>
                </a:lnTo>
                <a:lnTo>
                  <a:pt x="871934" y="181840"/>
                </a:lnTo>
                <a:lnTo>
                  <a:pt x="868085" y="184053"/>
                </a:lnTo>
                <a:lnTo>
                  <a:pt x="861928" y="185641"/>
                </a:lnTo>
                <a:lnTo>
                  <a:pt x="846705" y="187334"/>
                </a:lnTo>
                <a:lnTo>
                  <a:pt x="820701" y="190500"/>
                </a:lnTo>
                <a:lnTo>
                  <a:pt x="782547" y="197860"/>
                </a:lnTo>
                <a:lnTo>
                  <a:pt x="746260" y="219183"/>
                </a:lnTo>
                <a:lnTo>
                  <a:pt x="734792" y="257463"/>
                </a:lnTo>
                <a:lnTo>
                  <a:pt x="735319" y="266158"/>
                </a:lnTo>
                <a:lnTo>
                  <a:pt x="756660" y="306062"/>
                </a:lnTo>
                <a:lnTo>
                  <a:pt x="800018" y="323353"/>
                </a:lnTo>
                <a:lnTo>
                  <a:pt x="810310" y="323850"/>
                </a:lnTo>
                <a:lnTo>
                  <a:pt x="819610" y="323489"/>
                </a:lnTo>
                <a:lnTo>
                  <a:pt x="860199" y="308038"/>
                </a:lnTo>
                <a:lnTo>
                  <a:pt x="873902" y="293254"/>
                </a:lnTo>
                <a:lnTo>
                  <a:pt x="815505" y="293254"/>
                </a:lnTo>
                <a:lnTo>
                  <a:pt x="805678" y="292677"/>
                </a:lnTo>
                <a:lnTo>
                  <a:pt x="772030" y="273050"/>
                </a:lnTo>
                <a:lnTo>
                  <a:pt x="768746" y="248804"/>
                </a:lnTo>
                <a:lnTo>
                  <a:pt x="771055" y="241973"/>
                </a:lnTo>
                <a:lnTo>
                  <a:pt x="806125" y="222213"/>
                </a:lnTo>
                <a:lnTo>
                  <a:pt x="833257" y="218209"/>
                </a:lnTo>
                <a:lnTo>
                  <a:pt x="839222" y="217439"/>
                </a:lnTo>
                <a:lnTo>
                  <a:pt x="876408" y="208972"/>
                </a:lnTo>
                <a:lnTo>
                  <a:pt x="877851" y="207240"/>
                </a:lnTo>
                <a:lnTo>
                  <a:pt x="911910" y="207240"/>
                </a:lnTo>
                <a:lnTo>
                  <a:pt x="911910" y="172604"/>
                </a:lnTo>
                <a:lnTo>
                  <a:pt x="911369" y="160066"/>
                </a:lnTo>
                <a:lnTo>
                  <a:pt x="909745" y="148864"/>
                </a:lnTo>
                <a:lnTo>
                  <a:pt x="907039" y="138996"/>
                </a:lnTo>
                <a:lnTo>
                  <a:pt x="903251" y="130463"/>
                </a:lnTo>
                <a:lnTo>
                  <a:pt x="899279" y="124113"/>
                </a:lnTo>
                <a:close/>
              </a:path>
              <a:path w="1412240" h="323850">
                <a:moveTo>
                  <a:pt x="911910" y="288636"/>
                </a:moveTo>
                <a:lnTo>
                  <a:pt x="877851" y="288636"/>
                </a:lnTo>
                <a:lnTo>
                  <a:pt x="877851" y="318654"/>
                </a:lnTo>
                <a:lnTo>
                  <a:pt x="911910" y="318654"/>
                </a:lnTo>
                <a:lnTo>
                  <a:pt x="911910" y="288636"/>
                </a:lnTo>
                <a:close/>
              </a:path>
              <a:path w="1412240" h="323850">
                <a:moveTo>
                  <a:pt x="911910" y="207240"/>
                </a:moveTo>
                <a:lnTo>
                  <a:pt x="877851" y="207240"/>
                </a:lnTo>
                <a:lnTo>
                  <a:pt x="877846" y="238485"/>
                </a:lnTo>
                <a:lnTo>
                  <a:pt x="877400" y="245259"/>
                </a:lnTo>
                <a:lnTo>
                  <a:pt x="856131" y="281059"/>
                </a:lnTo>
                <a:lnTo>
                  <a:pt x="815505" y="293254"/>
                </a:lnTo>
                <a:lnTo>
                  <a:pt x="873902" y="293254"/>
                </a:lnTo>
                <a:lnTo>
                  <a:pt x="876119" y="288636"/>
                </a:lnTo>
                <a:lnTo>
                  <a:pt x="911910" y="288636"/>
                </a:lnTo>
                <a:lnTo>
                  <a:pt x="911910" y="207240"/>
                </a:lnTo>
                <a:close/>
              </a:path>
              <a:path w="1412240" h="323850">
                <a:moveTo>
                  <a:pt x="837057" y="94095"/>
                </a:moveTo>
                <a:lnTo>
                  <a:pt x="829937" y="94095"/>
                </a:lnTo>
                <a:lnTo>
                  <a:pt x="821531" y="94384"/>
                </a:lnTo>
                <a:lnTo>
                  <a:pt x="779354" y="104919"/>
                </a:lnTo>
                <a:lnTo>
                  <a:pt x="745728" y="136506"/>
                </a:lnTo>
                <a:lnTo>
                  <a:pt x="741037" y="146050"/>
                </a:lnTo>
                <a:lnTo>
                  <a:pt x="773365" y="157595"/>
                </a:lnTo>
                <a:lnTo>
                  <a:pt x="776693" y="151624"/>
                </a:lnTo>
                <a:lnTo>
                  <a:pt x="781050" y="145833"/>
                </a:lnTo>
                <a:lnTo>
                  <a:pt x="819555" y="124781"/>
                </a:lnTo>
                <a:lnTo>
                  <a:pt x="831092" y="124113"/>
                </a:lnTo>
                <a:lnTo>
                  <a:pt x="899279" y="124113"/>
                </a:lnTo>
                <a:lnTo>
                  <a:pt x="898642" y="123094"/>
                </a:lnTo>
                <a:lnTo>
                  <a:pt x="861408" y="98253"/>
                </a:lnTo>
                <a:lnTo>
                  <a:pt x="845235" y="94961"/>
                </a:lnTo>
                <a:lnTo>
                  <a:pt x="837057" y="94095"/>
                </a:lnTo>
                <a:close/>
              </a:path>
              <a:path w="1412240" h="323850">
                <a:moveTo>
                  <a:pt x="891705" y="0"/>
                </a:moveTo>
                <a:lnTo>
                  <a:pt x="851874" y="0"/>
                </a:lnTo>
                <a:lnTo>
                  <a:pt x="816660" y="66963"/>
                </a:lnTo>
                <a:lnTo>
                  <a:pt x="846678" y="66963"/>
                </a:lnTo>
                <a:lnTo>
                  <a:pt x="891705" y="0"/>
                </a:lnTo>
                <a:close/>
              </a:path>
              <a:path w="1412240" h="323850">
                <a:moveTo>
                  <a:pt x="1006980" y="96981"/>
                </a:moveTo>
                <a:lnTo>
                  <a:pt x="974075" y="96981"/>
                </a:lnTo>
                <a:lnTo>
                  <a:pt x="974075" y="318654"/>
                </a:lnTo>
                <a:lnTo>
                  <a:pt x="1008134" y="318654"/>
                </a:lnTo>
                <a:lnTo>
                  <a:pt x="1008134" y="178377"/>
                </a:lnTo>
                <a:lnTo>
                  <a:pt x="1008585" y="171080"/>
                </a:lnTo>
                <a:lnTo>
                  <a:pt x="1029313" y="136849"/>
                </a:lnTo>
                <a:lnTo>
                  <a:pt x="1041333" y="130463"/>
                </a:lnTo>
                <a:lnTo>
                  <a:pt x="1006980" y="130463"/>
                </a:lnTo>
                <a:lnTo>
                  <a:pt x="1006980" y="96981"/>
                </a:lnTo>
                <a:close/>
              </a:path>
              <a:path w="1412240" h="323850">
                <a:moveTo>
                  <a:pt x="1069517" y="93518"/>
                </a:moveTo>
                <a:lnTo>
                  <a:pt x="1067016" y="93518"/>
                </a:lnTo>
                <a:lnTo>
                  <a:pt x="1057311" y="94158"/>
                </a:lnTo>
                <a:lnTo>
                  <a:pt x="1017803" y="115562"/>
                </a:lnTo>
                <a:lnTo>
                  <a:pt x="1009289" y="130463"/>
                </a:lnTo>
                <a:lnTo>
                  <a:pt x="1041333" y="130463"/>
                </a:lnTo>
                <a:lnTo>
                  <a:pt x="1041832" y="130238"/>
                </a:lnTo>
                <a:lnTo>
                  <a:pt x="1048832" y="128118"/>
                </a:lnTo>
                <a:lnTo>
                  <a:pt x="1056264" y="126846"/>
                </a:lnTo>
                <a:lnTo>
                  <a:pt x="1064130" y="126422"/>
                </a:lnTo>
                <a:lnTo>
                  <a:pt x="1084911" y="126422"/>
                </a:lnTo>
                <a:lnTo>
                  <a:pt x="1084911" y="94095"/>
                </a:lnTo>
                <a:lnTo>
                  <a:pt x="1082987" y="93903"/>
                </a:lnTo>
                <a:lnTo>
                  <a:pt x="1080149" y="93758"/>
                </a:lnTo>
                <a:lnTo>
                  <a:pt x="1072644" y="93566"/>
                </a:lnTo>
                <a:lnTo>
                  <a:pt x="1069517" y="93518"/>
                </a:lnTo>
                <a:close/>
              </a:path>
              <a:path w="1412240" h="323850">
                <a:moveTo>
                  <a:pt x="1084911" y="126422"/>
                </a:moveTo>
                <a:lnTo>
                  <a:pt x="1068652" y="126422"/>
                </a:lnTo>
                <a:lnTo>
                  <a:pt x="1072933" y="126759"/>
                </a:lnTo>
                <a:lnTo>
                  <a:pt x="1076974" y="127432"/>
                </a:lnTo>
                <a:lnTo>
                  <a:pt x="1081111" y="128010"/>
                </a:lnTo>
                <a:lnTo>
                  <a:pt x="1083757" y="128443"/>
                </a:lnTo>
                <a:lnTo>
                  <a:pt x="1084911" y="128731"/>
                </a:lnTo>
                <a:lnTo>
                  <a:pt x="1084911" y="126422"/>
                </a:lnTo>
                <a:close/>
              </a:path>
              <a:path w="1412240" h="323850">
                <a:moveTo>
                  <a:pt x="1159344" y="96981"/>
                </a:moveTo>
                <a:lnTo>
                  <a:pt x="1125284" y="96981"/>
                </a:lnTo>
                <a:lnTo>
                  <a:pt x="1125284" y="318654"/>
                </a:lnTo>
                <a:lnTo>
                  <a:pt x="1159344" y="318654"/>
                </a:lnTo>
                <a:lnTo>
                  <a:pt x="1159344" y="96981"/>
                </a:lnTo>
                <a:close/>
              </a:path>
              <a:path w="1412240" h="323850">
                <a:moveTo>
                  <a:pt x="1149241" y="13854"/>
                </a:moveTo>
                <a:lnTo>
                  <a:pt x="1135964" y="13854"/>
                </a:lnTo>
                <a:lnTo>
                  <a:pt x="1130239" y="16115"/>
                </a:lnTo>
                <a:lnTo>
                  <a:pt x="1125429" y="20637"/>
                </a:lnTo>
                <a:lnTo>
                  <a:pt x="1120714" y="25159"/>
                </a:lnTo>
                <a:lnTo>
                  <a:pt x="1118357" y="30595"/>
                </a:lnTo>
                <a:lnTo>
                  <a:pt x="1118357" y="43295"/>
                </a:lnTo>
                <a:lnTo>
                  <a:pt x="1120714" y="48731"/>
                </a:lnTo>
                <a:lnTo>
                  <a:pt x="1125429" y="53253"/>
                </a:lnTo>
                <a:lnTo>
                  <a:pt x="1130239" y="57775"/>
                </a:lnTo>
                <a:lnTo>
                  <a:pt x="1135964" y="60036"/>
                </a:lnTo>
                <a:lnTo>
                  <a:pt x="1149241" y="60036"/>
                </a:lnTo>
                <a:lnTo>
                  <a:pt x="1154918" y="57775"/>
                </a:lnTo>
                <a:lnTo>
                  <a:pt x="1159632" y="53253"/>
                </a:lnTo>
                <a:lnTo>
                  <a:pt x="1164443" y="48731"/>
                </a:lnTo>
                <a:lnTo>
                  <a:pt x="1166848" y="43295"/>
                </a:lnTo>
                <a:lnTo>
                  <a:pt x="1166848" y="30595"/>
                </a:lnTo>
                <a:lnTo>
                  <a:pt x="1164443" y="25159"/>
                </a:lnTo>
                <a:lnTo>
                  <a:pt x="1159632" y="20637"/>
                </a:lnTo>
                <a:lnTo>
                  <a:pt x="1154918" y="16115"/>
                </a:lnTo>
                <a:lnTo>
                  <a:pt x="1149241" y="13854"/>
                </a:lnTo>
                <a:close/>
              </a:path>
              <a:path w="1412240" h="323850">
                <a:moveTo>
                  <a:pt x="1311780" y="94095"/>
                </a:moveTo>
                <a:lnTo>
                  <a:pt x="1270892" y="102132"/>
                </a:lnTo>
                <a:lnTo>
                  <a:pt x="1239043" y="125556"/>
                </a:lnTo>
                <a:lnTo>
                  <a:pt x="1218397" y="161970"/>
                </a:lnTo>
                <a:lnTo>
                  <a:pt x="1211334" y="208972"/>
                </a:lnTo>
                <a:lnTo>
                  <a:pt x="1212119" y="225605"/>
                </a:lnTo>
                <a:lnTo>
                  <a:pt x="1223890" y="269009"/>
                </a:lnTo>
                <a:lnTo>
                  <a:pt x="1248460" y="301128"/>
                </a:lnTo>
                <a:lnTo>
                  <a:pt x="1283601" y="319700"/>
                </a:lnTo>
                <a:lnTo>
                  <a:pt x="1311780" y="323272"/>
                </a:lnTo>
                <a:lnTo>
                  <a:pt x="1326320" y="322379"/>
                </a:lnTo>
                <a:lnTo>
                  <a:pt x="1364311" y="308985"/>
                </a:lnTo>
                <a:lnTo>
                  <a:pt x="1383600" y="292677"/>
                </a:lnTo>
                <a:lnTo>
                  <a:pt x="1311780" y="292677"/>
                </a:lnTo>
                <a:lnTo>
                  <a:pt x="1300884" y="291946"/>
                </a:lnTo>
                <a:lnTo>
                  <a:pt x="1261449" y="267457"/>
                </a:lnTo>
                <a:lnTo>
                  <a:pt x="1247161" y="230403"/>
                </a:lnTo>
                <a:lnTo>
                  <a:pt x="1245393" y="208972"/>
                </a:lnTo>
                <a:lnTo>
                  <a:pt x="1245835" y="198049"/>
                </a:lnTo>
                <a:lnTo>
                  <a:pt x="1256479" y="158416"/>
                </a:lnTo>
                <a:lnTo>
                  <a:pt x="1290998" y="127649"/>
                </a:lnTo>
                <a:lnTo>
                  <a:pt x="1311780" y="124690"/>
                </a:lnTo>
                <a:lnTo>
                  <a:pt x="1383566" y="124690"/>
                </a:lnTo>
                <a:lnTo>
                  <a:pt x="1375009" y="116248"/>
                </a:lnTo>
                <a:lnTo>
                  <a:pt x="1364311" y="108382"/>
                </a:lnTo>
                <a:lnTo>
                  <a:pt x="1352586" y="102132"/>
                </a:lnTo>
                <a:lnTo>
                  <a:pt x="1339922" y="97667"/>
                </a:lnTo>
                <a:lnTo>
                  <a:pt x="1326320" y="94988"/>
                </a:lnTo>
                <a:lnTo>
                  <a:pt x="1311780" y="94095"/>
                </a:lnTo>
                <a:close/>
              </a:path>
              <a:path w="1412240" h="323850">
                <a:moveTo>
                  <a:pt x="1383566" y="124690"/>
                </a:moveTo>
                <a:lnTo>
                  <a:pt x="1311780" y="124690"/>
                </a:lnTo>
                <a:lnTo>
                  <a:pt x="1322676" y="125430"/>
                </a:lnTo>
                <a:lnTo>
                  <a:pt x="1332561" y="127649"/>
                </a:lnTo>
                <a:lnTo>
                  <a:pt x="1367081" y="158416"/>
                </a:lnTo>
                <a:lnTo>
                  <a:pt x="1377724" y="198049"/>
                </a:lnTo>
                <a:lnTo>
                  <a:pt x="1378166" y="208972"/>
                </a:lnTo>
                <a:lnTo>
                  <a:pt x="1377724" y="219886"/>
                </a:lnTo>
                <a:lnTo>
                  <a:pt x="1367081" y="259312"/>
                </a:lnTo>
                <a:lnTo>
                  <a:pt x="1332561" y="289754"/>
                </a:lnTo>
                <a:lnTo>
                  <a:pt x="1311780" y="292677"/>
                </a:lnTo>
                <a:lnTo>
                  <a:pt x="1383600" y="292677"/>
                </a:lnTo>
                <a:lnTo>
                  <a:pt x="1405081" y="255623"/>
                </a:lnTo>
                <a:lnTo>
                  <a:pt x="1412225" y="208972"/>
                </a:lnTo>
                <a:lnTo>
                  <a:pt x="1411431" y="192204"/>
                </a:lnTo>
                <a:lnTo>
                  <a:pt x="1399525" y="148503"/>
                </a:lnTo>
                <a:lnTo>
                  <a:pt x="1384444" y="125556"/>
                </a:lnTo>
                <a:lnTo>
                  <a:pt x="1383566" y="124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5638060" y="3861886"/>
            <a:ext cx="817268" cy="216854"/>
          </a:xfrm>
          <a:custGeom>
            <a:avLst/>
            <a:gdLst/>
            <a:ahLst/>
            <a:cxnLst/>
            <a:rect l="l" t="t" r="r" b="b"/>
            <a:pathLst>
              <a:path w="1148715" h="304800">
                <a:moveTo>
                  <a:pt x="36945" y="223404"/>
                </a:moveTo>
                <a:lnTo>
                  <a:pt x="0" y="223404"/>
                </a:lnTo>
                <a:lnTo>
                  <a:pt x="1578" y="235157"/>
                </a:lnTo>
                <a:lnTo>
                  <a:pt x="22116" y="274637"/>
                </a:lnTo>
                <a:lnTo>
                  <a:pt x="63382" y="299036"/>
                </a:lnTo>
                <a:lnTo>
                  <a:pt x="106218" y="304800"/>
                </a:lnTo>
                <a:lnTo>
                  <a:pt x="122607" y="304087"/>
                </a:lnTo>
                <a:lnTo>
                  <a:pt x="164089" y="293398"/>
                </a:lnTo>
                <a:lnTo>
                  <a:pt x="192875" y="272472"/>
                </a:lnTo>
                <a:lnTo>
                  <a:pt x="106218" y="272472"/>
                </a:lnTo>
                <a:lnTo>
                  <a:pt x="97559" y="272148"/>
                </a:lnTo>
                <a:lnTo>
                  <a:pt x="59459" y="260566"/>
                </a:lnTo>
                <a:lnTo>
                  <a:pt x="38190" y="231414"/>
                </a:lnTo>
                <a:lnTo>
                  <a:pt x="36945" y="223404"/>
                </a:lnTo>
                <a:close/>
              </a:path>
              <a:path w="1148715" h="304800">
                <a:moveTo>
                  <a:pt x="109104" y="0"/>
                </a:moveTo>
                <a:lnTo>
                  <a:pt x="69678" y="5844"/>
                </a:lnTo>
                <a:lnTo>
                  <a:pt x="28863" y="30469"/>
                </a:lnTo>
                <a:lnTo>
                  <a:pt x="8920" y="70535"/>
                </a:lnTo>
                <a:lnTo>
                  <a:pt x="8081" y="82550"/>
                </a:lnTo>
                <a:lnTo>
                  <a:pt x="9344" y="96774"/>
                </a:lnTo>
                <a:lnTo>
                  <a:pt x="28286" y="130896"/>
                </a:lnTo>
                <a:lnTo>
                  <a:pt x="66711" y="153816"/>
                </a:lnTo>
                <a:lnTo>
                  <a:pt x="127153" y="171973"/>
                </a:lnTo>
                <a:lnTo>
                  <a:pt x="134540" y="174408"/>
                </a:lnTo>
                <a:lnTo>
                  <a:pt x="170151" y="194829"/>
                </a:lnTo>
                <a:lnTo>
                  <a:pt x="178377" y="208972"/>
                </a:lnTo>
                <a:lnTo>
                  <a:pt x="178333" y="219363"/>
                </a:lnTo>
                <a:lnTo>
                  <a:pt x="157631" y="257752"/>
                </a:lnTo>
                <a:lnTo>
                  <a:pt x="116203" y="272057"/>
                </a:lnTo>
                <a:lnTo>
                  <a:pt x="106218" y="272472"/>
                </a:lnTo>
                <a:lnTo>
                  <a:pt x="192875" y="272472"/>
                </a:lnTo>
                <a:lnTo>
                  <a:pt x="212228" y="231053"/>
                </a:lnTo>
                <a:lnTo>
                  <a:pt x="213013" y="219363"/>
                </a:lnTo>
                <a:lnTo>
                  <a:pt x="212481" y="209378"/>
                </a:lnTo>
                <a:lnTo>
                  <a:pt x="194829" y="171305"/>
                </a:lnTo>
                <a:lnTo>
                  <a:pt x="162637" y="149252"/>
                </a:lnTo>
                <a:lnTo>
                  <a:pt x="94384" y="128443"/>
                </a:lnTo>
                <a:lnTo>
                  <a:pt x="88370" y="126567"/>
                </a:lnTo>
                <a:lnTo>
                  <a:pt x="52195" y="106747"/>
                </a:lnTo>
                <a:lnTo>
                  <a:pt x="42718" y="88707"/>
                </a:lnTo>
                <a:lnTo>
                  <a:pt x="42718" y="80818"/>
                </a:lnTo>
                <a:lnTo>
                  <a:pt x="60613" y="45640"/>
                </a:lnTo>
                <a:lnTo>
                  <a:pt x="98443" y="32146"/>
                </a:lnTo>
                <a:lnTo>
                  <a:pt x="107950" y="31750"/>
                </a:lnTo>
                <a:lnTo>
                  <a:pt x="189852" y="31750"/>
                </a:lnTo>
                <a:lnTo>
                  <a:pt x="188046" y="29621"/>
                </a:lnTo>
                <a:lnTo>
                  <a:pt x="148395" y="5763"/>
                </a:lnTo>
                <a:lnTo>
                  <a:pt x="122995" y="640"/>
                </a:lnTo>
                <a:lnTo>
                  <a:pt x="109104" y="0"/>
                </a:lnTo>
                <a:close/>
              </a:path>
              <a:path w="1148715" h="304800">
                <a:moveTo>
                  <a:pt x="189852" y="31750"/>
                </a:moveTo>
                <a:lnTo>
                  <a:pt x="107950" y="31750"/>
                </a:lnTo>
                <a:lnTo>
                  <a:pt x="120848" y="32507"/>
                </a:lnTo>
                <a:lnTo>
                  <a:pt x="132700" y="34780"/>
                </a:lnTo>
                <a:lnTo>
                  <a:pt x="167769" y="58448"/>
                </a:lnTo>
                <a:lnTo>
                  <a:pt x="174336" y="77931"/>
                </a:lnTo>
                <a:lnTo>
                  <a:pt x="208972" y="77931"/>
                </a:lnTo>
                <a:lnTo>
                  <a:pt x="207836" y="67044"/>
                </a:lnTo>
                <a:lnTo>
                  <a:pt x="205148" y="56753"/>
                </a:lnTo>
                <a:lnTo>
                  <a:pt x="200908" y="47056"/>
                </a:lnTo>
                <a:lnTo>
                  <a:pt x="195118" y="37955"/>
                </a:lnTo>
                <a:lnTo>
                  <a:pt x="189852" y="31750"/>
                </a:lnTo>
                <a:close/>
              </a:path>
              <a:path w="1148715" h="304800">
                <a:moveTo>
                  <a:pt x="356718" y="75045"/>
                </a:moveTo>
                <a:lnTo>
                  <a:pt x="315912" y="83325"/>
                </a:lnTo>
                <a:lnTo>
                  <a:pt x="284270" y="107228"/>
                </a:lnTo>
                <a:lnTo>
                  <a:pt x="263831" y="143957"/>
                </a:lnTo>
                <a:lnTo>
                  <a:pt x="256850" y="190500"/>
                </a:lnTo>
                <a:lnTo>
                  <a:pt x="257625" y="207006"/>
                </a:lnTo>
                <a:lnTo>
                  <a:pt x="269261" y="250247"/>
                </a:lnTo>
                <a:lnTo>
                  <a:pt x="294021" y="282232"/>
                </a:lnTo>
                <a:lnTo>
                  <a:pt x="330344" y="300686"/>
                </a:lnTo>
                <a:lnTo>
                  <a:pt x="360182" y="304222"/>
                </a:lnTo>
                <a:lnTo>
                  <a:pt x="371159" y="303789"/>
                </a:lnTo>
                <a:lnTo>
                  <a:pt x="409394" y="293416"/>
                </a:lnTo>
                <a:lnTo>
                  <a:pt x="434525" y="273627"/>
                </a:lnTo>
                <a:lnTo>
                  <a:pt x="360182" y="273627"/>
                </a:lnTo>
                <a:lnTo>
                  <a:pt x="350179" y="273068"/>
                </a:lnTo>
                <a:lnTo>
                  <a:pt x="310067" y="253530"/>
                </a:lnTo>
                <a:lnTo>
                  <a:pt x="293074" y="218894"/>
                </a:lnTo>
                <a:lnTo>
                  <a:pt x="291116" y="200313"/>
                </a:lnTo>
                <a:lnTo>
                  <a:pt x="281095" y="200313"/>
                </a:lnTo>
                <a:lnTo>
                  <a:pt x="281095" y="170872"/>
                </a:lnTo>
                <a:lnTo>
                  <a:pt x="291195" y="170872"/>
                </a:lnTo>
                <a:lnTo>
                  <a:pt x="291405" y="167048"/>
                </a:lnTo>
                <a:lnTo>
                  <a:pt x="308480" y="127216"/>
                </a:lnTo>
                <a:lnTo>
                  <a:pt x="346886" y="106272"/>
                </a:lnTo>
                <a:lnTo>
                  <a:pt x="356718" y="105640"/>
                </a:lnTo>
                <a:lnTo>
                  <a:pt x="427400" y="105640"/>
                </a:lnTo>
                <a:lnTo>
                  <a:pt x="421661" y="99579"/>
                </a:lnTo>
                <a:lnTo>
                  <a:pt x="382452" y="78292"/>
                </a:lnTo>
                <a:lnTo>
                  <a:pt x="365350" y="75406"/>
                </a:lnTo>
                <a:lnTo>
                  <a:pt x="356718" y="75045"/>
                </a:lnTo>
                <a:close/>
              </a:path>
              <a:path w="1148715" h="304800">
                <a:moveTo>
                  <a:pt x="415600" y="238990"/>
                </a:moveTo>
                <a:lnTo>
                  <a:pt x="377211" y="272376"/>
                </a:lnTo>
                <a:lnTo>
                  <a:pt x="369129" y="273627"/>
                </a:lnTo>
                <a:lnTo>
                  <a:pt x="434525" y="273627"/>
                </a:lnTo>
                <a:lnTo>
                  <a:pt x="436733" y="271065"/>
                </a:lnTo>
                <a:lnTo>
                  <a:pt x="441541" y="263957"/>
                </a:lnTo>
                <a:lnTo>
                  <a:pt x="445465" y="256345"/>
                </a:lnTo>
                <a:lnTo>
                  <a:pt x="448504" y="248227"/>
                </a:lnTo>
                <a:lnTo>
                  <a:pt x="415600" y="238990"/>
                </a:lnTo>
                <a:close/>
              </a:path>
              <a:path w="1148715" h="304800">
                <a:moveTo>
                  <a:pt x="291195" y="170872"/>
                </a:moveTo>
                <a:lnTo>
                  <a:pt x="281095" y="170872"/>
                </a:lnTo>
                <a:lnTo>
                  <a:pt x="281095" y="200313"/>
                </a:lnTo>
                <a:lnTo>
                  <a:pt x="291116" y="200313"/>
                </a:lnTo>
                <a:lnTo>
                  <a:pt x="290909" y="195695"/>
                </a:lnTo>
                <a:lnTo>
                  <a:pt x="291024" y="173975"/>
                </a:lnTo>
                <a:lnTo>
                  <a:pt x="291195" y="170872"/>
                </a:lnTo>
                <a:close/>
              </a:path>
              <a:path w="1148715" h="304800">
                <a:moveTo>
                  <a:pt x="427400" y="105640"/>
                </a:moveTo>
                <a:lnTo>
                  <a:pt x="356718" y="105640"/>
                </a:lnTo>
                <a:lnTo>
                  <a:pt x="365648" y="106173"/>
                </a:lnTo>
                <a:lnTo>
                  <a:pt x="373964" y="107769"/>
                </a:lnTo>
                <a:lnTo>
                  <a:pt x="405776" y="130463"/>
                </a:lnTo>
                <a:lnTo>
                  <a:pt x="417332" y="170872"/>
                </a:lnTo>
                <a:lnTo>
                  <a:pt x="291195" y="170872"/>
                </a:lnTo>
                <a:lnTo>
                  <a:pt x="291024" y="173975"/>
                </a:lnTo>
                <a:lnTo>
                  <a:pt x="290909" y="195695"/>
                </a:lnTo>
                <a:lnTo>
                  <a:pt x="291116" y="200313"/>
                </a:lnTo>
                <a:lnTo>
                  <a:pt x="451968" y="200313"/>
                </a:lnTo>
                <a:lnTo>
                  <a:pt x="451968" y="185881"/>
                </a:lnTo>
                <a:lnTo>
                  <a:pt x="451442" y="170872"/>
                </a:lnTo>
                <a:lnTo>
                  <a:pt x="439277" y="123554"/>
                </a:lnTo>
                <a:lnTo>
                  <a:pt x="428237" y="106524"/>
                </a:lnTo>
                <a:lnTo>
                  <a:pt x="427400" y="105640"/>
                </a:lnTo>
                <a:close/>
              </a:path>
              <a:path w="1148715" h="304800">
                <a:moveTo>
                  <a:pt x="536683" y="77931"/>
                </a:moveTo>
                <a:lnTo>
                  <a:pt x="503778" y="77931"/>
                </a:lnTo>
                <a:lnTo>
                  <a:pt x="503778" y="299604"/>
                </a:lnTo>
                <a:lnTo>
                  <a:pt x="537837" y="299604"/>
                </a:lnTo>
                <a:lnTo>
                  <a:pt x="537837" y="166254"/>
                </a:lnTo>
                <a:lnTo>
                  <a:pt x="538297" y="156946"/>
                </a:lnTo>
                <a:lnTo>
                  <a:pt x="553893" y="121407"/>
                </a:lnTo>
                <a:lnTo>
                  <a:pt x="565567" y="112568"/>
                </a:lnTo>
                <a:lnTo>
                  <a:pt x="536683" y="112568"/>
                </a:lnTo>
                <a:lnTo>
                  <a:pt x="536683" y="77931"/>
                </a:lnTo>
                <a:close/>
              </a:path>
              <a:path w="1148715" h="304800">
                <a:moveTo>
                  <a:pt x="666128" y="105640"/>
                </a:moveTo>
                <a:lnTo>
                  <a:pt x="594410" y="105640"/>
                </a:lnTo>
                <a:lnTo>
                  <a:pt x="605613" y="106560"/>
                </a:lnTo>
                <a:lnTo>
                  <a:pt x="615553" y="109321"/>
                </a:lnTo>
                <a:lnTo>
                  <a:pt x="641819" y="137823"/>
                </a:lnTo>
                <a:lnTo>
                  <a:pt x="645210" y="161059"/>
                </a:lnTo>
                <a:lnTo>
                  <a:pt x="645210" y="299604"/>
                </a:lnTo>
                <a:lnTo>
                  <a:pt x="679269" y="299604"/>
                </a:lnTo>
                <a:lnTo>
                  <a:pt x="679191" y="156946"/>
                </a:lnTo>
                <a:lnTo>
                  <a:pt x="669888" y="111990"/>
                </a:lnTo>
                <a:lnTo>
                  <a:pt x="666128" y="105640"/>
                </a:lnTo>
                <a:close/>
              </a:path>
              <a:path w="1148715" h="304800">
                <a:moveTo>
                  <a:pt x="604224" y="75045"/>
                </a:moveTo>
                <a:lnTo>
                  <a:pt x="563237" y="85436"/>
                </a:lnTo>
                <a:lnTo>
                  <a:pt x="539569" y="112568"/>
                </a:lnTo>
                <a:lnTo>
                  <a:pt x="565567" y="112568"/>
                </a:lnTo>
                <a:lnTo>
                  <a:pt x="571896" y="109618"/>
                </a:lnTo>
                <a:lnTo>
                  <a:pt x="578968" y="107408"/>
                </a:lnTo>
                <a:lnTo>
                  <a:pt x="586472" y="106082"/>
                </a:lnTo>
                <a:lnTo>
                  <a:pt x="594410" y="105640"/>
                </a:lnTo>
                <a:lnTo>
                  <a:pt x="666128" y="105640"/>
                </a:lnTo>
                <a:lnTo>
                  <a:pt x="664729" y="103277"/>
                </a:lnTo>
                <a:lnTo>
                  <a:pt x="625330" y="77354"/>
                </a:lnTo>
                <a:lnTo>
                  <a:pt x="615129" y="75622"/>
                </a:lnTo>
                <a:lnTo>
                  <a:pt x="604224" y="75045"/>
                </a:lnTo>
                <a:close/>
              </a:path>
              <a:path w="1148715" h="304800">
                <a:moveTo>
                  <a:pt x="775565" y="4040"/>
                </a:moveTo>
                <a:lnTo>
                  <a:pt x="741506" y="4040"/>
                </a:lnTo>
                <a:lnTo>
                  <a:pt x="741506" y="299604"/>
                </a:lnTo>
                <a:lnTo>
                  <a:pt x="775565" y="299604"/>
                </a:lnTo>
                <a:lnTo>
                  <a:pt x="775565" y="166254"/>
                </a:lnTo>
                <a:lnTo>
                  <a:pt x="776034" y="156946"/>
                </a:lnTo>
                <a:lnTo>
                  <a:pt x="792090" y="121407"/>
                </a:lnTo>
                <a:lnTo>
                  <a:pt x="804172" y="112568"/>
                </a:lnTo>
                <a:lnTo>
                  <a:pt x="775565" y="112568"/>
                </a:lnTo>
                <a:lnTo>
                  <a:pt x="775565" y="4040"/>
                </a:lnTo>
                <a:close/>
              </a:path>
              <a:path w="1148715" h="304800">
                <a:moveTo>
                  <a:pt x="906182" y="105640"/>
                </a:moveTo>
                <a:lnTo>
                  <a:pt x="833870" y="105640"/>
                </a:lnTo>
                <a:lnTo>
                  <a:pt x="845262" y="106551"/>
                </a:lnTo>
                <a:lnTo>
                  <a:pt x="855337" y="109284"/>
                </a:lnTo>
                <a:lnTo>
                  <a:pt x="881820" y="137643"/>
                </a:lnTo>
                <a:lnTo>
                  <a:pt x="885247" y="161059"/>
                </a:lnTo>
                <a:lnTo>
                  <a:pt x="885247" y="299604"/>
                </a:lnTo>
                <a:lnTo>
                  <a:pt x="919306" y="299604"/>
                </a:lnTo>
                <a:lnTo>
                  <a:pt x="919228" y="156946"/>
                </a:lnTo>
                <a:lnTo>
                  <a:pt x="909781" y="111702"/>
                </a:lnTo>
                <a:lnTo>
                  <a:pt x="906182" y="105640"/>
                </a:lnTo>
                <a:close/>
              </a:path>
              <a:path w="1148715" h="304800">
                <a:moveTo>
                  <a:pt x="843684" y="75045"/>
                </a:moveTo>
                <a:lnTo>
                  <a:pt x="801831" y="85292"/>
                </a:lnTo>
                <a:lnTo>
                  <a:pt x="778452" y="112568"/>
                </a:lnTo>
                <a:lnTo>
                  <a:pt x="804172" y="112568"/>
                </a:lnTo>
                <a:lnTo>
                  <a:pt x="810707" y="109618"/>
                </a:lnTo>
                <a:lnTo>
                  <a:pt x="817995" y="107408"/>
                </a:lnTo>
                <a:lnTo>
                  <a:pt x="825716" y="106082"/>
                </a:lnTo>
                <a:lnTo>
                  <a:pt x="833870" y="105640"/>
                </a:lnTo>
                <a:lnTo>
                  <a:pt x="906182" y="105640"/>
                </a:lnTo>
                <a:lnTo>
                  <a:pt x="904613" y="102998"/>
                </a:lnTo>
                <a:lnTo>
                  <a:pt x="864934" y="77318"/>
                </a:lnTo>
                <a:lnTo>
                  <a:pt x="854661" y="75613"/>
                </a:lnTo>
                <a:lnTo>
                  <a:pt x="843684" y="75045"/>
                </a:lnTo>
                <a:close/>
              </a:path>
              <a:path w="1148715" h="304800">
                <a:moveTo>
                  <a:pt x="1135817" y="105063"/>
                </a:moveTo>
                <a:lnTo>
                  <a:pt x="1067629" y="105063"/>
                </a:lnTo>
                <a:lnTo>
                  <a:pt x="1078643" y="105803"/>
                </a:lnTo>
                <a:lnTo>
                  <a:pt x="1088159" y="108022"/>
                </a:lnTo>
                <a:lnTo>
                  <a:pt x="1113658" y="140006"/>
                </a:lnTo>
                <a:lnTo>
                  <a:pt x="1114388" y="150090"/>
                </a:lnTo>
                <a:lnTo>
                  <a:pt x="1114388" y="156729"/>
                </a:lnTo>
                <a:lnTo>
                  <a:pt x="1112416" y="160578"/>
                </a:lnTo>
                <a:lnTo>
                  <a:pt x="1108471" y="162790"/>
                </a:lnTo>
                <a:lnTo>
                  <a:pt x="1104623" y="165003"/>
                </a:lnTo>
                <a:lnTo>
                  <a:pt x="1098465" y="166591"/>
                </a:lnTo>
                <a:lnTo>
                  <a:pt x="1083243" y="168284"/>
                </a:lnTo>
                <a:lnTo>
                  <a:pt x="1057238" y="171450"/>
                </a:lnTo>
                <a:lnTo>
                  <a:pt x="1019084" y="178810"/>
                </a:lnTo>
                <a:lnTo>
                  <a:pt x="982797" y="200133"/>
                </a:lnTo>
                <a:lnTo>
                  <a:pt x="971330" y="238413"/>
                </a:lnTo>
                <a:lnTo>
                  <a:pt x="971856" y="247108"/>
                </a:lnTo>
                <a:lnTo>
                  <a:pt x="993197" y="287012"/>
                </a:lnTo>
                <a:lnTo>
                  <a:pt x="1036556" y="304303"/>
                </a:lnTo>
                <a:lnTo>
                  <a:pt x="1046848" y="304800"/>
                </a:lnTo>
                <a:lnTo>
                  <a:pt x="1056147" y="304439"/>
                </a:lnTo>
                <a:lnTo>
                  <a:pt x="1096737" y="288988"/>
                </a:lnTo>
                <a:lnTo>
                  <a:pt x="1110440" y="274204"/>
                </a:lnTo>
                <a:lnTo>
                  <a:pt x="1052043" y="274204"/>
                </a:lnTo>
                <a:lnTo>
                  <a:pt x="1042215" y="273627"/>
                </a:lnTo>
                <a:lnTo>
                  <a:pt x="1008567" y="254000"/>
                </a:lnTo>
                <a:lnTo>
                  <a:pt x="1005284" y="229754"/>
                </a:lnTo>
                <a:lnTo>
                  <a:pt x="1007593" y="222923"/>
                </a:lnTo>
                <a:lnTo>
                  <a:pt x="1042662" y="203163"/>
                </a:lnTo>
                <a:lnTo>
                  <a:pt x="1069794" y="199159"/>
                </a:lnTo>
                <a:lnTo>
                  <a:pt x="1075759" y="198389"/>
                </a:lnTo>
                <a:lnTo>
                  <a:pt x="1112945" y="189922"/>
                </a:lnTo>
                <a:lnTo>
                  <a:pt x="1114388" y="188190"/>
                </a:lnTo>
                <a:lnTo>
                  <a:pt x="1148448" y="188190"/>
                </a:lnTo>
                <a:lnTo>
                  <a:pt x="1148448" y="153554"/>
                </a:lnTo>
                <a:lnTo>
                  <a:pt x="1147906" y="141016"/>
                </a:lnTo>
                <a:lnTo>
                  <a:pt x="1146283" y="129814"/>
                </a:lnTo>
                <a:lnTo>
                  <a:pt x="1143577" y="119946"/>
                </a:lnTo>
                <a:lnTo>
                  <a:pt x="1139788" y="111413"/>
                </a:lnTo>
                <a:lnTo>
                  <a:pt x="1135817" y="105063"/>
                </a:lnTo>
                <a:close/>
              </a:path>
              <a:path w="1148715" h="304800">
                <a:moveTo>
                  <a:pt x="1148448" y="269586"/>
                </a:moveTo>
                <a:lnTo>
                  <a:pt x="1114388" y="269586"/>
                </a:lnTo>
                <a:lnTo>
                  <a:pt x="1114388" y="299604"/>
                </a:lnTo>
                <a:lnTo>
                  <a:pt x="1148448" y="299604"/>
                </a:lnTo>
                <a:lnTo>
                  <a:pt x="1148448" y="269586"/>
                </a:lnTo>
                <a:close/>
              </a:path>
              <a:path w="1148715" h="304800">
                <a:moveTo>
                  <a:pt x="1148448" y="188190"/>
                </a:moveTo>
                <a:lnTo>
                  <a:pt x="1114388" y="188190"/>
                </a:lnTo>
                <a:lnTo>
                  <a:pt x="1114384" y="219435"/>
                </a:lnTo>
                <a:lnTo>
                  <a:pt x="1113937" y="226209"/>
                </a:lnTo>
                <a:lnTo>
                  <a:pt x="1092669" y="262009"/>
                </a:lnTo>
                <a:lnTo>
                  <a:pt x="1052043" y="274204"/>
                </a:lnTo>
                <a:lnTo>
                  <a:pt x="1110440" y="274204"/>
                </a:lnTo>
                <a:lnTo>
                  <a:pt x="1112657" y="269586"/>
                </a:lnTo>
                <a:lnTo>
                  <a:pt x="1148448" y="269586"/>
                </a:lnTo>
                <a:lnTo>
                  <a:pt x="1148448" y="188190"/>
                </a:lnTo>
                <a:close/>
              </a:path>
              <a:path w="1148715" h="304800">
                <a:moveTo>
                  <a:pt x="1073594" y="75045"/>
                </a:moveTo>
                <a:lnTo>
                  <a:pt x="1066475" y="75045"/>
                </a:lnTo>
                <a:lnTo>
                  <a:pt x="1058068" y="75334"/>
                </a:lnTo>
                <a:lnTo>
                  <a:pt x="1015891" y="85869"/>
                </a:lnTo>
                <a:lnTo>
                  <a:pt x="982265" y="117456"/>
                </a:lnTo>
                <a:lnTo>
                  <a:pt x="977575" y="127000"/>
                </a:lnTo>
                <a:lnTo>
                  <a:pt x="1009902" y="138545"/>
                </a:lnTo>
                <a:lnTo>
                  <a:pt x="1013230" y="132574"/>
                </a:lnTo>
                <a:lnTo>
                  <a:pt x="1017587" y="126783"/>
                </a:lnTo>
                <a:lnTo>
                  <a:pt x="1056093" y="105731"/>
                </a:lnTo>
                <a:lnTo>
                  <a:pt x="1067629" y="105063"/>
                </a:lnTo>
                <a:lnTo>
                  <a:pt x="1135817" y="105063"/>
                </a:lnTo>
                <a:lnTo>
                  <a:pt x="1135179" y="104044"/>
                </a:lnTo>
                <a:lnTo>
                  <a:pt x="1097945" y="79203"/>
                </a:lnTo>
                <a:lnTo>
                  <a:pt x="1081773" y="75911"/>
                </a:lnTo>
                <a:lnTo>
                  <a:pt x="1073594" y="75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2" name="object 12"/>
          <p:cNvGrpSpPr/>
          <p:nvPr/>
        </p:nvGrpSpPr>
        <p:grpSpPr>
          <a:xfrm>
            <a:off x="4329546" y="1680616"/>
            <a:ext cx="3442553" cy="451779"/>
            <a:chOff x="5702300" y="2362200"/>
            <a:chExt cx="4838700" cy="635000"/>
          </a:xfrm>
        </p:grpSpPr>
        <p:sp>
          <p:nvSpPr>
            <p:cNvPr id="13" name="object 13"/>
            <p:cNvSpPr/>
            <p:nvPr/>
          </p:nvSpPr>
          <p:spPr>
            <a:xfrm>
              <a:off x="5702300" y="2362200"/>
              <a:ext cx="4838700" cy="635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9918700" y="2425700"/>
              <a:ext cx="508000" cy="5080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5" name="object 15"/>
            <p:cNvSpPr/>
            <p:nvPr/>
          </p:nvSpPr>
          <p:spPr>
            <a:xfrm>
              <a:off x="9918700" y="24257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101600" y="0"/>
                  </a:move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406400"/>
                  </a:lnTo>
                  <a:lnTo>
                    <a:pt x="7984" y="445947"/>
                  </a:lnTo>
                  <a:lnTo>
                    <a:pt x="29757" y="478242"/>
                  </a:lnTo>
                  <a:lnTo>
                    <a:pt x="62052" y="500015"/>
                  </a:lnTo>
                  <a:lnTo>
                    <a:pt x="101600" y="508000"/>
                  </a:lnTo>
                  <a:lnTo>
                    <a:pt x="101600" y="495300"/>
                  </a:lnTo>
                  <a:lnTo>
                    <a:pt x="66996" y="488313"/>
                  </a:lnTo>
                  <a:lnTo>
                    <a:pt x="38738" y="469261"/>
                  </a:lnTo>
                  <a:lnTo>
                    <a:pt x="19686" y="441003"/>
                  </a:lnTo>
                  <a:lnTo>
                    <a:pt x="12700" y="406400"/>
                  </a:lnTo>
                  <a:lnTo>
                    <a:pt x="12700" y="101600"/>
                  </a:lnTo>
                  <a:lnTo>
                    <a:pt x="19686" y="66996"/>
                  </a:lnTo>
                  <a:lnTo>
                    <a:pt x="38738" y="38738"/>
                  </a:lnTo>
                  <a:lnTo>
                    <a:pt x="66996" y="19686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08000" h="508000">
                  <a:moveTo>
                    <a:pt x="406400" y="495300"/>
                  </a:moveTo>
                  <a:lnTo>
                    <a:pt x="101600" y="495300"/>
                  </a:lnTo>
                  <a:lnTo>
                    <a:pt x="101600" y="508000"/>
                  </a:lnTo>
                  <a:lnTo>
                    <a:pt x="406400" y="508000"/>
                  </a:lnTo>
                  <a:lnTo>
                    <a:pt x="406400" y="49530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406400" y="12700"/>
                  </a:lnTo>
                  <a:lnTo>
                    <a:pt x="441003" y="19686"/>
                  </a:lnTo>
                  <a:lnTo>
                    <a:pt x="469261" y="38738"/>
                  </a:lnTo>
                  <a:lnTo>
                    <a:pt x="488313" y="66996"/>
                  </a:lnTo>
                  <a:lnTo>
                    <a:pt x="495300" y="101600"/>
                  </a:lnTo>
                  <a:lnTo>
                    <a:pt x="495300" y="406400"/>
                  </a:lnTo>
                  <a:lnTo>
                    <a:pt x="488313" y="441003"/>
                  </a:lnTo>
                  <a:lnTo>
                    <a:pt x="469261" y="469261"/>
                  </a:lnTo>
                  <a:lnTo>
                    <a:pt x="441003" y="488313"/>
                  </a:lnTo>
                  <a:lnTo>
                    <a:pt x="406400" y="495300"/>
                  </a:lnTo>
                  <a:lnTo>
                    <a:pt x="406400" y="508000"/>
                  </a:lnTo>
                  <a:lnTo>
                    <a:pt x="445947" y="500015"/>
                  </a:lnTo>
                  <a:lnTo>
                    <a:pt x="478242" y="478242"/>
                  </a:lnTo>
                  <a:lnTo>
                    <a:pt x="500015" y="445947"/>
                  </a:lnTo>
                  <a:lnTo>
                    <a:pt x="508000" y="406400"/>
                  </a:lnTo>
                  <a:lnTo>
                    <a:pt x="508000" y="101600"/>
                  </a:lnTo>
                  <a:lnTo>
                    <a:pt x="500015" y="62052"/>
                  </a:lnTo>
                  <a:lnTo>
                    <a:pt x="478242" y="29757"/>
                  </a:lnTo>
                  <a:lnTo>
                    <a:pt x="445947" y="7984"/>
                  </a:lnTo>
                  <a:lnTo>
                    <a:pt x="406400" y="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406400" y="127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42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6" name="object 16"/>
            <p:cNvSpPr/>
            <p:nvPr/>
          </p:nvSpPr>
          <p:spPr>
            <a:xfrm>
              <a:off x="10062714" y="2616200"/>
              <a:ext cx="220345" cy="190500"/>
            </a:xfrm>
            <a:custGeom>
              <a:avLst/>
              <a:gdLst/>
              <a:ahLst/>
              <a:cxnLst/>
              <a:rect l="l" t="t" r="r" b="b"/>
              <a:pathLst>
                <a:path w="220345" h="190500">
                  <a:moveTo>
                    <a:pt x="109985" y="190500"/>
                  </a:moveTo>
                  <a:lnTo>
                    <a:pt x="219970" y="0"/>
                  </a:lnTo>
                  <a:lnTo>
                    <a:pt x="0" y="0"/>
                  </a:lnTo>
                  <a:lnTo>
                    <a:pt x="109985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7" name="object 17"/>
          <p:cNvSpPr/>
          <p:nvPr/>
        </p:nvSpPr>
        <p:spPr>
          <a:xfrm>
            <a:off x="3001316" y="4219613"/>
            <a:ext cx="289138" cy="2891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8" name="object 18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9" name="object 19"/>
          <p:cNvGrpSpPr/>
          <p:nvPr/>
        </p:nvGrpSpPr>
        <p:grpSpPr>
          <a:xfrm>
            <a:off x="2486289" y="5475557"/>
            <a:ext cx="1879399" cy="524063"/>
            <a:chOff x="3111500" y="7696200"/>
            <a:chExt cx="2641600" cy="736600"/>
          </a:xfrm>
        </p:grpSpPr>
        <p:sp>
          <p:nvSpPr>
            <p:cNvPr id="20" name="object 20"/>
            <p:cNvSpPr/>
            <p:nvPr/>
          </p:nvSpPr>
          <p:spPr>
            <a:xfrm>
              <a:off x="3111500" y="7696200"/>
              <a:ext cx="2641600" cy="7366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1" name="object 21"/>
            <p:cNvSpPr/>
            <p:nvPr/>
          </p:nvSpPr>
          <p:spPr>
            <a:xfrm>
              <a:off x="3162300" y="76962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2" name="object 22"/>
            <p:cNvSpPr/>
            <p:nvPr/>
          </p:nvSpPr>
          <p:spPr>
            <a:xfrm>
              <a:off x="3883890" y="7857836"/>
              <a:ext cx="1115060" cy="300990"/>
            </a:xfrm>
            <a:custGeom>
              <a:avLst/>
              <a:gdLst/>
              <a:ahLst/>
              <a:cxnLst/>
              <a:rect l="l" t="t" r="r" b="b"/>
              <a:pathLst>
                <a:path w="1115060" h="300990">
                  <a:moveTo>
                    <a:pt x="178377" y="0"/>
                  </a:moveTo>
                  <a:lnTo>
                    <a:pt x="0" y="0"/>
                  </a:lnTo>
                  <a:lnTo>
                    <a:pt x="0" y="295563"/>
                  </a:lnTo>
                  <a:lnTo>
                    <a:pt x="180686" y="295563"/>
                  </a:lnTo>
                  <a:lnTo>
                    <a:pt x="180686" y="263813"/>
                  </a:lnTo>
                  <a:lnTo>
                    <a:pt x="35790" y="263813"/>
                  </a:lnTo>
                  <a:lnTo>
                    <a:pt x="35790" y="163368"/>
                  </a:lnTo>
                  <a:lnTo>
                    <a:pt x="169140" y="163368"/>
                  </a:lnTo>
                  <a:lnTo>
                    <a:pt x="169140" y="131618"/>
                  </a:lnTo>
                  <a:lnTo>
                    <a:pt x="35790" y="131618"/>
                  </a:lnTo>
                  <a:lnTo>
                    <a:pt x="35790" y="31750"/>
                  </a:lnTo>
                  <a:lnTo>
                    <a:pt x="178377" y="31750"/>
                  </a:lnTo>
                  <a:lnTo>
                    <a:pt x="178377" y="0"/>
                  </a:lnTo>
                  <a:close/>
                </a:path>
                <a:path w="1115060" h="300990">
                  <a:moveTo>
                    <a:pt x="271173" y="73890"/>
                  </a:moveTo>
                  <a:lnTo>
                    <a:pt x="238269" y="73890"/>
                  </a:lnTo>
                  <a:lnTo>
                    <a:pt x="238269" y="295563"/>
                  </a:lnTo>
                  <a:lnTo>
                    <a:pt x="272328" y="295563"/>
                  </a:lnTo>
                  <a:lnTo>
                    <a:pt x="272328" y="162213"/>
                  </a:lnTo>
                  <a:lnTo>
                    <a:pt x="272788" y="152905"/>
                  </a:lnTo>
                  <a:lnTo>
                    <a:pt x="288383" y="117366"/>
                  </a:lnTo>
                  <a:lnTo>
                    <a:pt x="300058" y="108527"/>
                  </a:lnTo>
                  <a:lnTo>
                    <a:pt x="271173" y="108527"/>
                  </a:lnTo>
                  <a:lnTo>
                    <a:pt x="271173" y="73890"/>
                  </a:lnTo>
                  <a:close/>
                </a:path>
                <a:path w="1115060" h="300990">
                  <a:moveTo>
                    <a:pt x="400619" y="101600"/>
                  </a:moveTo>
                  <a:lnTo>
                    <a:pt x="328901" y="101600"/>
                  </a:lnTo>
                  <a:lnTo>
                    <a:pt x="340103" y="102520"/>
                  </a:lnTo>
                  <a:lnTo>
                    <a:pt x="350043" y="105280"/>
                  </a:lnTo>
                  <a:lnTo>
                    <a:pt x="376309" y="133782"/>
                  </a:lnTo>
                  <a:lnTo>
                    <a:pt x="379701" y="157018"/>
                  </a:lnTo>
                  <a:lnTo>
                    <a:pt x="379701" y="295563"/>
                  </a:lnTo>
                  <a:lnTo>
                    <a:pt x="413760" y="295563"/>
                  </a:lnTo>
                  <a:lnTo>
                    <a:pt x="413682" y="152905"/>
                  </a:lnTo>
                  <a:lnTo>
                    <a:pt x="404379" y="107950"/>
                  </a:lnTo>
                  <a:lnTo>
                    <a:pt x="400619" y="101600"/>
                  </a:lnTo>
                  <a:close/>
                </a:path>
                <a:path w="1115060" h="300990">
                  <a:moveTo>
                    <a:pt x="338714" y="71004"/>
                  </a:moveTo>
                  <a:lnTo>
                    <a:pt x="297728" y="81395"/>
                  </a:lnTo>
                  <a:lnTo>
                    <a:pt x="274060" y="108527"/>
                  </a:lnTo>
                  <a:lnTo>
                    <a:pt x="300058" y="108527"/>
                  </a:lnTo>
                  <a:lnTo>
                    <a:pt x="306387" y="105577"/>
                  </a:lnTo>
                  <a:lnTo>
                    <a:pt x="313459" y="103367"/>
                  </a:lnTo>
                  <a:lnTo>
                    <a:pt x="320963" y="102041"/>
                  </a:lnTo>
                  <a:lnTo>
                    <a:pt x="328901" y="101600"/>
                  </a:lnTo>
                  <a:lnTo>
                    <a:pt x="400619" y="101600"/>
                  </a:lnTo>
                  <a:lnTo>
                    <a:pt x="399220" y="99236"/>
                  </a:lnTo>
                  <a:lnTo>
                    <a:pt x="359821" y="73313"/>
                  </a:lnTo>
                  <a:lnTo>
                    <a:pt x="349619" y="71581"/>
                  </a:lnTo>
                  <a:lnTo>
                    <a:pt x="338714" y="71004"/>
                  </a:lnTo>
                  <a:close/>
                </a:path>
                <a:path w="1115060" h="300990">
                  <a:moveTo>
                    <a:pt x="525065" y="20781"/>
                  </a:moveTo>
                  <a:lnTo>
                    <a:pt x="491006" y="20781"/>
                  </a:lnTo>
                  <a:lnTo>
                    <a:pt x="491029" y="241684"/>
                  </a:lnTo>
                  <a:lnTo>
                    <a:pt x="504788" y="279282"/>
                  </a:lnTo>
                  <a:lnTo>
                    <a:pt x="543863" y="298062"/>
                  </a:lnTo>
                  <a:lnTo>
                    <a:pt x="551042" y="298450"/>
                  </a:lnTo>
                  <a:lnTo>
                    <a:pt x="557392" y="298450"/>
                  </a:lnTo>
                  <a:lnTo>
                    <a:pt x="562636" y="297968"/>
                  </a:lnTo>
                  <a:lnTo>
                    <a:pt x="566773" y="297006"/>
                  </a:lnTo>
                  <a:lnTo>
                    <a:pt x="570910" y="296140"/>
                  </a:lnTo>
                  <a:lnTo>
                    <a:pt x="574133" y="295275"/>
                  </a:lnTo>
                  <a:lnTo>
                    <a:pt x="576442" y="294409"/>
                  </a:lnTo>
                  <a:lnTo>
                    <a:pt x="569907" y="265545"/>
                  </a:lnTo>
                  <a:lnTo>
                    <a:pt x="549503" y="265545"/>
                  </a:lnTo>
                  <a:lnTo>
                    <a:pt x="544740" y="264775"/>
                  </a:lnTo>
                  <a:lnTo>
                    <a:pt x="525065" y="241684"/>
                  </a:lnTo>
                  <a:lnTo>
                    <a:pt x="525065" y="20781"/>
                  </a:lnTo>
                  <a:close/>
                </a:path>
                <a:path w="1115060" h="300990">
                  <a:moveTo>
                    <a:pt x="569515" y="263813"/>
                  </a:moveTo>
                  <a:lnTo>
                    <a:pt x="563742" y="264968"/>
                  </a:lnTo>
                  <a:lnTo>
                    <a:pt x="561337" y="265353"/>
                  </a:lnTo>
                  <a:lnTo>
                    <a:pt x="558258" y="265545"/>
                  </a:lnTo>
                  <a:lnTo>
                    <a:pt x="569907" y="265545"/>
                  </a:lnTo>
                  <a:lnTo>
                    <a:pt x="569515" y="263813"/>
                  </a:lnTo>
                  <a:close/>
                </a:path>
                <a:path w="1115060" h="300990">
                  <a:moveTo>
                    <a:pt x="491006" y="73890"/>
                  </a:moveTo>
                  <a:lnTo>
                    <a:pt x="457524" y="73890"/>
                  </a:lnTo>
                  <a:lnTo>
                    <a:pt x="457524" y="102754"/>
                  </a:lnTo>
                  <a:lnTo>
                    <a:pt x="491006" y="102754"/>
                  </a:lnTo>
                  <a:lnTo>
                    <a:pt x="491006" y="73890"/>
                  </a:lnTo>
                  <a:close/>
                </a:path>
                <a:path w="1115060" h="300990">
                  <a:moveTo>
                    <a:pt x="572402" y="73890"/>
                  </a:moveTo>
                  <a:lnTo>
                    <a:pt x="525065" y="73890"/>
                  </a:lnTo>
                  <a:lnTo>
                    <a:pt x="525065" y="102754"/>
                  </a:lnTo>
                  <a:lnTo>
                    <a:pt x="572402" y="102754"/>
                  </a:lnTo>
                  <a:lnTo>
                    <a:pt x="572402" y="73890"/>
                  </a:lnTo>
                  <a:close/>
                </a:path>
                <a:path w="1115060" h="300990">
                  <a:moveTo>
                    <a:pt x="656539" y="73890"/>
                  </a:moveTo>
                  <a:lnTo>
                    <a:pt x="623634" y="73890"/>
                  </a:lnTo>
                  <a:lnTo>
                    <a:pt x="623634" y="295563"/>
                  </a:lnTo>
                  <a:lnTo>
                    <a:pt x="657694" y="295563"/>
                  </a:lnTo>
                  <a:lnTo>
                    <a:pt x="657694" y="155286"/>
                  </a:lnTo>
                  <a:lnTo>
                    <a:pt x="658145" y="147989"/>
                  </a:lnTo>
                  <a:lnTo>
                    <a:pt x="678872" y="113758"/>
                  </a:lnTo>
                  <a:lnTo>
                    <a:pt x="690893" y="107372"/>
                  </a:lnTo>
                  <a:lnTo>
                    <a:pt x="656539" y="107372"/>
                  </a:lnTo>
                  <a:lnTo>
                    <a:pt x="656539" y="73890"/>
                  </a:lnTo>
                  <a:close/>
                </a:path>
                <a:path w="1115060" h="300990">
                  <a:moveTo>
                    <a:pt x="719077" y="70427"/>
                  </a:moveTo>
                  <a:lnTo>
                    <a:pt x="716575" y="70427"/>
                  </a:lnTo>
                  <a:lnTo>
                    <a:pt x="706870" y="71067"/>
                  </a:lnTo>
                  <a:lnTo>
                    <a:pt x="667363" y="92471"/>
                  </a:lnTo>
                  <a:lnTo>
                    <a:pt x="658848" y="107372"/>
                  </a:lnTo>
                  <a:lnTo>
                    <a:pt x="690893" y="107372"/>
                  </a:lnTo>
                  <a:lnTo>
                    <a:pt x="691392" y="107147"/>
                  </a:lnTo>
                  <a:lnTo>
                    <a:pt x="698391" y="105027"/>
                  </a:lnTo>
                  <a:lnTo>
                    <a:pt x="705824" y="103755"/>
                  </a:lnTo>
                  <a:lnTo>
                    <a:pt x="713689" y="103331"/>
                  </a:lnTo>
                  <a:lnTo>
                    <a:pt x="734471" y="103331"/>
                  </a:lnTo>
                  <a:lnTo>
                    <a:pt x="734471" y="71004"/>
                  </a:lnTo>
                  <a:lnTo>
                    <a:pt x="732547" y="70812"/>
                  </a:lnTo>
                  <a:lnTo>
                    <a:pt x="729708" y="70667"/>
                  </a:lnTo>
                  <a:lnTo>
                    <a:pt x="722204" y="70475"/>
                  </a:lnTo>
                  <a:lnTo>
                    <a:pt x="719077" y="70427"/>
                  </a:lnTo>
                  <a:close/>
                </a:path>
                <a:path w="1115060" h="300990">
                  <a:moveTo>
                    <a:pt x="734471" y="103331"/>
                  </a:moveTo>
                  <a:lnTo>
                    <a:pt x="718211" y="103331"/>
                  </a:lnTo>
                  <a:lnTo>
                    <a:pt x="722492" y="103668"/>
                  </a:lnTo>
                  <a:lnTo>
                    <a:pt x="726533" y="104342"/>
                  </a:lnTo>
                  <a:lnTo>
                    <a:pt x="730670" y="104919"/>
                  </a:lnTo>
                  <a:lnTo>
                    <a:pt x="733316" y="105352"/>
                  </a:lnTo>
                  <a:lnTo>
                    <a:pt x="734471" y="105640"/>
                  </a:lnTo>
                  <a:lnTo>
                    <a:pt x="734471" y="103331"/>
                  </a:lnTo>
                  <a:close/>
                </a:path>
                <a:path w="1115060" h="300990">
                  <a:moveTo>
                    <a:pt x="929045" y="101022"/>
                  </a:moveTo>
                  <a:lnTo>
                    <a:pt x="860857" y="101022"/>
                  </a:lnTo>
                  <a:lnTo>
                    <a:pt x="871871" y="101762"/>
                  </a:lnTo>
                  <a:lnTo>
                    <a:pt x="881387" y="103981"/>
                  </a:lnTo>
                  <a:lnTo>
                    <a:pt x="906886" y="135965"/>
                  </a:lnTo>
                  <a:lnTo>
                    <a:pt x="907617" y="146050"/>
                  </a:lnTo>
                  <a:lnTo>
                    <a:pt x="907617" y="152688"/>
                  </a:lnTo>
                  <a:lnTo>
                    <a:pt x="905644" y="156537"/>
                  </a:lnTo>
                  <a:lnTo>
                    <a:pt x="901700" y="158750"/>
                  </a:lnTo>
                  <a:lnTo>
                    <a:pt x="897851" y="160962"/>
                  </a:lnTo>
                  <a:lnTo>
                    <a:pt x="891693" y="162550"/>
                  </a:lnTo>
                  <a:lnTo>
                    <a:pt x="876471" y="164243"/>
                  </a:lnTo>
                  <a:lnTo>
                    <a:pt x="850467" y="167409"/>
                  </a:lnTo>
                  <a:lnTo>
                    <a:pt x="812312" y="174769"/>
                  </a:lnTo>
                  <a:lnTo>
                    <a:pt x="776025" y="196092"/>
                  </a:lnTo>
                  <a:lnTo>
                    <a:pt x="764558" y="234372"/>
                  </a:lnTo>
                  <a:lnTo>
                    <a:pt x="765084" y="243067"/>
                  </a:lnTo>
                  <a:lnTo>
                    <a:pt x="786425" y="282971"/>
                  </a:lnTo>
                  <a:lnTo>
                    <a:pt x="829784" y="300262"/>
                  </a:lnTo>
                  <a:lnTo>
                    <a:pt x="840076" y="300759"/>
                  </a:lnTo>
                  <a:lnTo>
                    <a:pt x="849375" y="300398"/>
                  </a:lnTo>
                  <a:lnTo>
                    <a:pt x="889965" y="284947"/>
                  </a:lnTo>
                  <a:lnTo>
                    <a:pt x="903668" y="270163"/>
                  </a:lnTo>
                  <a:lnTo>
                    <a:pt x="845271" y="270163"/>
                  </a:lnTo>
                  <a:lnTo>
                    <a:pt x="835444" y="269586"/>
                  </a:lnTo>
                  <a:lnTo>
                    <a:pt x="801795" y="249959"/>
                  </a:lnTo>
                  <a:lnTo>
                    <a:pt x="798512" y="225713"/>
                  </a:lnTo>
                  <a:lnTo>
                    <a:pt x="800821" y="218882"/>
                  </a:lnTo>
                  <a:lnTo>
                    <a:pt x="835890" y="199123"/>
                  </a:lnTo>
                  <a:lnTo>
                    <a:pt x="863022" y="195118"/>
                  </a:lnTo>
                  <a:lnTo>
                    <a:pt x="868987" y="194348"/>
                  </a:lnTo>
                  <a:lnTo>
                    <a:pt x="906173" y="185881"/>
                  </a:lnTo>
                  <a:lnTo>
                    <a:pt x="907617" y="184150"/>
                  </a:lnTo>
                  <a:lnTo>
                    <a:pt x="941676" y="184150"/>
                  </a:lnTo>
                  <a:lnTo>
                    <a:pt x="941676" y="149513"/>
                  </a:lnTo>
                  <a:lnTo>
                    <a:pt x="941134" y="136976"/>
                  </a:lnTo>
                  <a:lnTo>
                    <a:pt x="939511" y="125773"/>
                  </a:lnTo>
                  <a:lnTo>
                    <a:pt x="936805" y="115905"/>
                  </a:lnTo>
                  <a:lnTo>
                    <a:pt x="933017" y="107372"/>
                  </a:lnTo>
                  <a:lnTo>
                    <a:pt x="929045" y="101022"/>
                  </a:lnTo>
                  <a:close/>
                </a:path>
                <a:path w="1115060" h="300990">
                  <a:moveTo>
                    <a:pt x="941676" y="265545"/>
                  </a:moveTo>
                  <a:lnTo>
                    <a:pt x="907617" y="265545"/>
                  </a:lnTo>
                  <a:lnTo>
                    <a:pt x="907617" y="295563"/>
                  </a:lnTo>
                  <a:lnTo>
                    <a:pt x="941676" y="295563"/>
                  </a:lnTo>
                  <a:lnTo>
                    <a:pt x="941676" y="265545"/>
                  </a:lnTo>
                  <a:close/>
                </a:path>
                <a:path w="1115060" h="300990">
                  <a:moveTo>
                    <a:pt x="941676" y="184150"/>
                  </a:moveTo>
                  <a:lnTo>
                    <a:pt x="907617" y="184150"/>
                  </a:lnTo>
                  <a:lnTo>
                    <a:pt x="907612" y="215394"/>
                  </a:lnTo>
                  <a:lnTo>
                    <a:pt x="907166" y="222168"/>
                  </a:lnTo>
                  <a:lnTo>
                    <a:pt x="885897" y="257968"/>
                  </a:lnTo>
                  <a:lnTo>
                    <a:pt x="845271" y="270163"/>
                  </a:lnTo>
                  <a:lnTo>
                    <a:pt x="903668" y="270163"/>
                  </a:lnTo>
                  <a:lnTo>
                    <a:pt x="905885" y="265545"/>
                  </a:lnTo>
                  <a:lnTo>
                    <a:pt x="941676" y="265545"/>
                  </a:lnTo>
                  <a:lnTo>
                    <a:pt x="941676" y="184150"/>
                  </a:lnTo>
                  <a:close/>
                </a:path>
                <a:path w="1115060" h="300990">
                  <a:moveTo>
                    <a:pt x="866823" y="71004"/>
                  </a:moveTo>
                  <a:lnTo>
                    <a:pt x="859703" y="71004"/>
                  </a:lnTo>
                  <a:lnTo>
                    <a:pt x="851296" y="71293"/>
                  </a:lnTo>
                  <a:lnTo>
                    <a:pt x="809119" y="81828"/>
                  </a:lnTo>
                  <a:lnTo>
                    <a:pt x="775493" y="113416"/>
                  </a:lnTo>
                  <a:lnTo>
                    <a:pt x="770803" y="122959"/>
                  </a:lnTo>
                  <a:lnTo>
                    <a:pt x="803130" y="134504"/>
                  </a:lnTo>
                  <a:lnTo>
                    <a:pt x="806459" y="128533"/>
                  </a:lnTo>
                  <a:lnTo>
                    <a:pt x="810815" y="122742"/>
                  </a:lnTo>
                  <a:lnTo>
                    <a:pt x="849321" y="101690"/>
                  </a:lnTo>
                  <a:lnTo>
                    <a:pt x="860857" y="101022"/>
                  </a:lnTo>
                  <a:lnTo>
                    <a:pt x="929045" y="101022"/>
                  </a:lnTo>
                  <a:lnTo>
                    <a:pt x="928407" y="100003"/>
                  </a:lnTo>
                  <a:lnTo>
                    <a:pt x="891173" y="75162"/>
                  </a:lnTo>
                  <a:lnTo>
                    <a:pt x="875001" y="71870"/>
                  </a:lnTo>
                  <a:lnTo>
                    <a:pt x="866823" y="71004"/>
                  </a:lnTo>
                  <a:close/>
                </a:path>
                <a:path w="1115060" h="300990">
                  <a:moveTo>
                    <a:pt x="1036745" y="73890"/>
                  </a:moveTo>
                  <a:lnTo>
                    <a:pt x="1003841" y="73890"/>
                  </a:lnTo>
                  <a:lnTo>
                    <a:pt x="1003841" y="295563"/>
                  </a:lnTo>
                  <a:lnTo>
                    <a:pt x="1037900" y="295563"/>
                  </a:lnTo>
                  <a:lnTo>
                    <a:pt x="1037900" y="155286"/>
                  </a:lnTo>
                  <a:lnTo>
                    <a:pt x="1038351" y="147989"/>
                  </a:lnTo>
                  <a:lnTo>
                    <a:pt x="1059078" y="113758"/>
                  </a:lnTo>
                  <a:lnTo>
                    <a:pt x="1071099" y="107372"/>
                  </a:lnTo>
                  <a:lnTo>
                    <a:pt x="1036745" y="107372"/>
                  </a:lnTo>
                  <a:lnTo>
                    <a:pt x="1036745" y="73890"/>
                  </a:lnTo>
                  <a:close/>
                </a:path>
                <a:path w="1115060" h="300990">
                  <a:moveTo>
                    <a:pt x="1099283" y="70427"/>
                  </a:moveTo>
                  <a:lnTo>
                    <a:pt x="1096782" y="70427"/>
                  </a:lnTo>
                  <a:lnTo>
                    <a:pt x="1087076" y="71067"/>
                  </a:lnTo>
                  <a:lnTo>
                    <a:pt x="1047569" y="92471"/>
                  </a:lnTo>
                  <a:lnTo>
                    <a:pt x="1039054" y="107372"/>
                  </a:lnTo>
                  <a:lnTo>
                    <a:pt x="1071099" y="107372"/>
                  </a:lnTo>
                  <a:lnTo>
                    <a:pt x="1071598" y="107147"/>
                  </a:lnTo>
                  <a:lnTo>
                    <a:pt x="1078597" y="105027"/>
                  </a:lnTo>
                  <a:lnTo>
                    <a:pt x="1086030" y="103755"/>
                  </a:lnTo>
                  <a:lnTo>
                    <a:pt x="1093895" y="103331"/>
                  </a:lnTo>
                  <a:lnTo>
                    <a:pt x="1114677" y="103331"/>
                  </a:lnTo>
                  <a:lnTo>
                    <a:pt x="1114677" y="71004"/>
                  </a:lnTo>
                  <a:lnTo>
                    <a:pt x="1112753" y="70812"/>
                  </a:lnTo>
                  <a:lnTo>
                    <a:pt x="1109915" y="70667"/>
                  </a:lnTo>
                  <a:lnTo>
                    <a:pt x="1102410" y="70475"/>
                  </a:lnTo>
                  <a:lnTo>
                    <a:pt x="1099283" y="70427"/>
                  </a:lnTo>
                  <a:close/>
                </a:path>
                <a:path w="1115060" h="300990">
                  <a:moveTo>
                    <a:pt x="1114677" y="103331"/>
                  </a:moveTo>
                  <a:lnTo>
                    <a:pt x="1098417" y="103331"/>
                  </a:lnTo>
                  <a:lnTo>
                    <a:pt x="1102699" y="103668"/>
                  </a:lnTo>
                  <a:lnTo>
                    <a:pt x="1106740" y="104342"/>
                  </a:lnTo>
                  <a:lnTo>
                    <a:pt x="1110877" y="104919"/>
                  </a:lnTo>
                  <a:lnTo>
                    <a:pt x="1113523" y="105352"/>
                  </a:lnTo>
                  <a:lnTo>
                    <a:pt x="1114677" y="105640"/>
                  </a:lnTo>
                  <a:lnTo>
                    <a:pt x="1114677" y="103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654636" y="5430380"/>
            <a:ext cx="1879399" cy="524063"/>
            <a:chOff x="10375900" y="7632700"/>
            <a:chExt cx="2641600" cy="736600"/>
          </a:xfrm>
        </p:grpSpPr>
        <p:sp>
          <p:nvSpPr>
            <p:cNvPr id="24" name="object 24"/>
            <p:cNvSpPr/>
            <p:nvPr/>
          </p:nvSpPr>
          <p:spPr>
            <a:xfrm>
              <a:off x="10375900" y="7632700"/>
              <a:ext cx="2641600" cy="7366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5" name="object 25"/>
            <p:cNvSpPr/>
            <p:nvPr/>
          </p:nvSpPr>
          <p:spPr>
            <a:xfrm>
              <a:off x="10426700" y="76327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6" name="object 26"/>
            <p:cNvSpPr/>
            <p:nvPr/>
          </p:nvSpPr>
          <p:spPr>
            <a:xfrm>
              <a:off x="11351490" y="77978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690968" y="5439415"/>
            <a:ext cx="2719708" cy="551170"/>
            <a:chOff x="6210300" y="7645400"/>
            <a:chExt cx="3822700" cy="774700"/>
          </a:xfrm>
        </p:grpSpPr>
        <p:sp>
          <p:nvSpPr>
            <p:cNvPr id="28" name="object 28"/>
            <p:cNvSpPr/>
            <p:nvPr/>
          </p:nvSpPr>
          <p:spPr>
            <a:xfrm>
              <a:off x="6210300" y="7645400"/>
              <a:ext cx="3822700" cy="7747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9" name="object 29"/>
            <p:cNvSpPr/>
            <p:nvPr/>
          </p:nvSpPr>
          <p:spPr>
            <a:xfrm>
              <a:off x="6261100" y="7645400"/>
              <a:ext cx="3721100" cy="6731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2486289" y="5475557"/>
            <a:ext cx="1879399" cy="524063"/>
            <a:chOff x="3111500" y="7696200"/>
            <a:chExt cx="2641600" cy="736600"/>
          </a:xfrm>
        </p:grpSpPr>
        <p:sp>
          <p:nvSpPr>
            <p:cNvPr id="31" name="object 31"/>
            <p:cNvSpPr/>
            <p:nvPr/>
          </p:nvSpPr>
          <p:spPr>
            <a:xfrm>
              <a:off x="3111500" y="7696200"/>
              <a:ext cx="2641600" cy="7366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2" name="object 32"/>
            <p:cNvSpPr/>
            <p:nvPr/>
          </p:nvSpPr>
          <p:spPr>
            <a:xfrm>
              <a:off x="3162300" y="76962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3" name="object 33"/>
            <p:cNvSpPr/>
            <p:nvPr/>
          </p:nvSpPr>
          <p:spPr>
            <a:xfrm>
              <a:off x="3883890" y="7857836"/>
              <a:ext cx="1115060" cy="300990"/>
            </a:xfrm>
            <a:custGeom>
              <a:avLst/>
              <a:gdLst/>
              <a:ahLst/>
              <a:cxnLst/>
              <a:rect l="l" t="t" r="r" b="b"/>
              <a:pathLst>
                <a:path w="1115060" h="300990">
                  <a:moveTo>
                    <a:pt x="178377" y="0"/>
                  </a:moveTo>
                  <a:lnTo>
                    <a:pt x="0" y="0"/>
                  </a:lnTo>
                  <a:lnTo>
                    <a:pt x="0" y="295563"/>
                  </a:lnTo>
                  <a:lnTo>
                    <a:pt x="180686" y="295563"/>
                  </a:lnTo>
                  <a:lnTo>
                    <a:pt x="180686" y="263813"/>
                  </a:lnTo>
                  <a:lnTo>
                    <a:pt x="35790" y="263813"/>
                  </a:lnTo>
                  <a:lnTo>
                    <a:pt x="35790" y="163368"/>
                  </a:lnTo>
                  <a:lnTo>
                    <a:pt x="169140" y="163368"/>
                  </a:lnTo>
                  <a:lnTo>
                    <a:pt x="169140" y="131618"/>
                  </a:lnTo>
                  <a:lnTo>
                    <a:pt x="35790" y="131618"/>
                  </a:lnTo>
                  <a:lnTo>
                    <a:pt x="35790" y="31750"/>
                  </a:lnTo>
                  <a:lnTo>
                    <a:pt x="178377" y="31750"/>
                  </a:lnTo>
                  <a:lnTo>
                    <a:pt x="178377" y="0"/>
                  </a:lnTo>
                  <a:close/>
                </a:path>
                <a:path w="1115060" h="300990">
                  <a:moveTo>
                    <a:pt x="271173" y="73890"/>
                  </a:moveTo>
                  <a:lnTo>
                    <a:pt x="238269" y="73890"/>
                  </a:lnTo>
                  <a:lnTo>
                    <a:pt x="238269" y="295563"/>
                  </a:lnTo>
                  <a:lnTo>
                    <a:pt x="272328" y="295563"/>
                  </a:lnTo>
                  <a:lnTo>
                    <a:pt x="272328" y="162213"/>
                  </a:lnTo>
                  <a:lnTo>
                    <a:pt x="272788" y="152905"/>
                  </a:lnTo>
                  <a:lnTo>
                    <a:pt x="288383" y="117366"/>
                  </a:lnTo>
                  <a:lnTo>
                    <a:pt x="300058" y="108527"/>
                  </a:lnTo>
                  <a:lnTo>
                    <a:pt x="271173" y="108527"/>
                  </a:lnTo>
                  <a:lnTo>
                    <a:pt x="271173" y="73890"/>
                  </a:lnTo>
                  <a:close/>
                </a:path>
                <a:path w="1115060" h="300990">
                  <a:moveTo>
                    <a:pt x="400619" y="101600"/>
                  </a:moveTo>
                  <a:lnTo>
                    <a:pt x="328901" y="101600"/>
                  </a:lnTo>
                  <a:lnTo>
                    <a:pt x="340103" y="102520"/>
                  </a:lnTo>
                  <a:lnTo>
                    <a:pt x="350043" y="105280"/>
                  </a:lnTo>
                  <a:lnTo>
                    <a:pt x="376309" y="133782"/>
                  </a:lnTo>
                  <a:lnTo>
                    <a:pt x="379701" y="157018"/>
                  </a:lnTo>
                  <a:lnTo>
                    <a:pt x="379701" y="295563"/>
                  </a:lnTo>
                  <a:lnTo>
                    <a:pt x="413760" y="295563"/>
                  </a:lnTo>
                  <a:lnTo>
                    <a:pt x="413682" y="152905"/>
                  </a:lnTo>
                  <a:lnTo>
                    <a:pt x="404379" y="107950"/>
                  </a:lnTo>
                  <a:lnTo>
                    <a:pt x="400619" y="101600"/>
                  </a:lnTo>
                  <a:close/>
                </a:path>
                <a:path w="1115060" h="300990">
                  <a:moveTo>
                    <a:pt x="338714" y="71004"/>
                  </a:moveTo>
                  <a:lnTo>
                    <a:pt x="297728" y="81395"/>
                  </a:lnTo>
                  <a:lnTo>
                    <a:pt x="274060" y="108527"/>
                  </a:lnTo>
                  <a:lnTo>
                    <a:pt x="300058" y="108527"/>
                  </a:lnTo>
                  <a:lnTo>
                    <a:pt x="306387" y="105577"/>
                  </a:lnTo>
                  <a:lnTo>
                    <a:pt x="313459" y="103367"/>
                  </a:lnTo>
                  <a:lnTo>
                    <a:pt x="320963" y="102041"/>
                  </a:lnTo>
                  <a:lnTo>
                    <a:pt x="328901" y="101600"/>
                  </a:lnTo>
                  <a:lnTo>
                    <a:pt x="400619" y="101600"/>
                  </a:lnTo>
                  <a:lnTo>
                    <a:pt x="399220" y="99236"/>
                  </a:lnTo>
                  <a:lnTo>
                    <a:pt x="359821" y="73313"/>
                  </a:lnTo>
                  <a:lnTo>
                    <a:pt x="349619" y="71581"/>
                  </a:lnTo>
                  <a:lnTo>
                    <a:pt x="338714" y="71004"/>
                  </a:lnTo>
                  <a:close/>
                </a:path>
                <a:path w="1115060" h="300990">
                  <a:moveTo>
                    <a:pt x="525065" y="20781"/>
                  </a:moveTo>
                  <a:lnTo>
                    <a:pt x="491006" y="20781"/>
                  </a:lnTo>
                  <a:lnTo>
                    <a:pt x="491029" y="241684"/>
                  </a:lnTo>
                  <a:lnTo>
                    <a:pt x="504788" y="279282"/>
                  </a:lnTo>
                  <a:lnTo>
                    <a:pt x="543863" y="298062"/>
                  </a:lnTo>
                  <a:lnTo>
                    <a:pt x="551042" y="298450"/>
                  </a:lnTo>
                  <a:lnTo>
                    <a:pt x="557392" y="298450"/>
                  </a:lnTo>
                  <a:lnTo>
                    <a:pt x="562636" y="297968"/>
                  </a:lnTo>
                  <a:lnTo>
                    <a:pt x="566773" y="297006"/>
                  </a:lnTo>
                  <a:lnTo>
                    <a:pt x="570910" y="296140"/>
                  </a:lnTo>
                  <a:lnTo>
                    <a:pt x="574133" y="295275"/>
                  </a:lnTo>
                  <a:lnTo>
                    <a:pt x="576442" y="294409"/>
                  </a:lnTo>
                  <a:lnTo>
                    <a:pt x="569907" y="265545"/>
                  </a:lnTo>
                  <a:lnTo>
                    <a:pt x="549503" y="265545"/>
                  </a:lnTo>
                  <a:lnTo>
                    <a:pt x="544740" y="264775"/>
                  </a:lnTo>
                  <a:lnTo>
                    <a:pt x="525065" y="241684"/>
                  </a:lnTo>
                  <a:lnTo>
                    <a:pt x="525065" y="20781"/>
                  </a:lnTo>
                  <a:close/>
                </a:path>
                <a:path w="1115060" h="300990">
                  <a:moveTo>
                    <a:pt x="569515" y="263813"/>
                  </a:moveTo>
                  <a:lnTo>
                    <a:pt x="563742" y="264968"/>
                  </a:lnTo>
                  <a:lnTo>
                    <a:pt x="561337" y="265353"/>
                  </a:lnTo>
                  <a:lnTo>
                    <a:pt x="558258" y="265545"/>
                  </a:lnTo>
                  <a:lnTo>
                    <a:pt x="569907" y="265545"/>
                  </a:lnTo>
                  <a:lnTo>
                    <a:pt x="569515" y="263813"/>
                  </a:lnTo>
                  <a:close/>
                </a:path>
                <a:path w="1115060" h="300990">
                  <a:moveTo>
                    <a:pt x="491006" y="73890"/>
                  </a:moveTo>
                  <a:lnTo>
                    <a:pt x="457524" y="73890"/>
                  </a:lnTo>
                  <a:lnTo>
                    <a:pt x="457524" y="102754"/>
                  </a:lnTo>
                  <a:lnTo>
                    <a:pt x="491006" y="102754"/>
                  </a:lnTo>
                  <a:lnTo>
                    <a:pt x="491006" y="73890"/>
                  </a:lnTo>
                  <a:close/>
                </a:path>
                <a:path w="1115060" h="300990">
                  <a:moveTo>
                    <a:pt x="572402" y="73890"/>
                  </a:moveTo>
                  <a:lnTo>
                    <a:pt x="525065" y="73890"/>
                  </a:lnTo>
                  <a:lnTo>
                    <a:pt x="525065" y="102754"/>
                  </a:lnTo>
                  <a:lnTo>
                    <a:pt x="572402" y="102754"/>
                  </a:lnTo>
                  <a:lnTo>
                    <a:pt x="572402" y="73890"/>
                  </a:lnTo>
                  <a:close/>
                </a:path>
                <a:path w="1115060" h="300990">
                  <a:moveTo>
                    <a:pt x="656539" y="73890"/>
                  </a:moveTo>
                  <a:lnTo>
                    <a:pt x="623634" y="73890"/>
                  </a:lnTo>
                  <a:lnTo>
                    <a:pt x="623634" y="295563"/>
                  </a:lnTo>
                  <a:lnTo>
                    <a:pt x="657694" y="295563"/>
                  </a:lnTo>
                  <a:lnTo>
                    <a:pt x="657694" y="155286"/>
                  </a:lnTo>
                  <a:lnTo>
                    <a:pt x="658145" y="147989"/>
                  </a:lnTo>
                  <a:lnTo>
                    <a:pt x="678872" y="113758"/>
                  </a:lnTo>
                  <a:lnTo>
                    <a:pt x="690893" y="107372"/>
                  </a:lnTo>
                  <a:lnTo>
                    <a:pt x="656539" y="107372"/>
                  </a:lnTo>
                  <a:lnTo>
                    <a:pt x="656539" y="73890"/>
                  </a:lnTo>
                  <a:close/>
                </a:path>
                <a:path w="1115060" h="300990">
                  <a:moveTo>
                    <a:pt x="719077" y="70427"/>
                  </a:moveTo>
                  <a:lnTo>
                    <a:pt x="716575" y="70427"/>
                  </a:lnTo>
                  <a:lnTo>
                    <a:pt x="706870" y="71067"/>
                  </a:lnTo>
                  <a:lnTo>
                    <a:pt x="667363" y="92471"/>
                  </a:lnTo>
                  <a:lnTo>
                    <a:pt x="658848" y="107372"/>
                  </a:lnTo>
                  <a:lnTo>
                    <a:pt x="690893" y="107372"/>
                  </a:lnTo>
                  <a:lnTo>
                    <a:pt x="691392" y="107147"/>
                  </a:lnTo>
                  <a:lnTo>
                    <a:pt x="698391" y="105027"/>
                  </a:lnTo>
                  <a:lnTo>
                    <a:pt x="705824" y="103755"/>
                  </a:lnTo>
                  <a:lnTo>
                    <a:pt x="713689" y="103331"/>
                  </a:lnTo>
                  <a:lnTo>
                    <a:pt x="734471" y="103331"/>
                  </a:lnTo>
                  <a:lnTo>
                    <a:pt x="734471" y="71004"/>
                  </a:lnTo>
                  <a:lnTo>
                    <a:pt x="732547" y="70812"/>
                  </a:lnTo>
                  <a:lnTo>
                    <a:pt x="729708" y="70667"/>
                  </a:lnTo>
                  <a:lnTo>
                    <a:pt x="722204" y="70475"/>
                  </a:lnTo>
                  <a:lnTo>
                    <a:pt x="719077" y="70427"/>
                  </a:lnTo>
                  <a:close/>
                </a:path>
                <a:path w="1115060" h="300990">
                  <a:moveTo>
                    <a:pt x="734471" y="103331"/>
                  </a:moveTo>
                  <a:lnTo>
                    <a:pt x="718211" y="103331"/>
                  </a:lnTo>
                  <a:lnTo>
                    <a:pt x="722492" y="103668"/>
                  </a:lnTo>
                  <a:lnTo>
                    <a:pt x="726533" y="104342"/>
                  </a:lnTo>
                  <a:lnTo>
                    <a:pt x="730670" y="104919"/>
                  </a:lnTo>
                  <a:lnTo>
                    <a:pt x="733316" y="105352"/>
                  </a:lnTo>
                  <a:lnTo>
                    <a:pt x="734471" y="105640"/>
                  </a:lnTo>
                  <a:lnTo>
                    <a:pt x="734471" y="103331"/>
                  </a:lnTo>
                  <a:close/>
                </a:path>
                <a:path w="1115060" h="300990">
                  <a:moveTo>
                    <a:pt x="929045" y="101022"/>
                  </a:moveTo>
                  <a:lnTo>
                    <a:pt x="860857" y="101022"/>
                  </a:lnTo>
                  <a:lnTo>
                    <a:pt x="871871" y="101762"/>
                  </a:lnTo>
                  <a:lnTo>
                    <a:pt x="881387" y="103981"/>
                  </a:lnTo>
                  <a:lnTo>
                    <a:pt x="906886" y="135965"/>
                  </a:lnTo>
                  <a:lnTo>
                    <a:pt x="907617" y="146050"/>
                  </a:lnTo>
                  <a:lnTo>
                    <a:pt x="907617" y="152688"/>
                  </a:lnTo>
                  <a:lnTo>
                    <a:pt x="905644" y="156537"/>
                  </a:lnTo>
                  <a:lnTo>
                    <a:pt x="901700" y="158750"/>
                  </a:lnTo>
                  <a:lnTo>
                    <a:pt x="897851" y="160962"/>
                  </a:lnTo>
                  <a:lnTo>
                    <a:pt x="891693" y="162550"/>
                  </a:lnTo>
                  <a:lnTo>
                    <a:pt x="876471" y="164243"/>
                  </a:lnTo>
                  <a:lnTo>
                    <a:pt x="850467" y="167409"/>
                  </a:lnTo>
                  <a:lnTo>
                    <a:pt x="812312" y="174769"/>
                  </a:lnTo>
                  <a:lnTo>
                    <a:pt x="776025" y="196092"/>
                  </a:lnTo>
                  <a:lnTo>
                    <a:pt x="764558" y="234372"/>
                  </a:lnTo>
                  <a:lnTo>
                    <a:pt x="765084" y="243067"/>
                  </a:lnTo>
                  <a:lnTo>
                    <a:pt x="786425" y="282971"/>
                  </a:lnTo>
                  <a:lnTo>
                    <a:pt x="829784" y="300262"/>
                  </a:lnTo>
                  <a:lnTo>
                    <a:pt x="840076" y="300759"/>
                  </a:lnTo>
                  <a:lnTo>
                    <a:pt x="849375" y="300398"/>
                  </a:lnTo>
                  <a:lnTo>
                    <a:pt x="889965" y="284947"/>
                  </a:lnTo>
                  <a:lnTo>
                    <a:pt x="903668" y="270163"/>
                  </a:lnTo>
                  <a:lnTo>
                    <a:pt x="845271" y="270163"/>
                  </a:lnTo>
                  <a:lnTo>
                    <a:pt x="835444" y="269586"/>
                  </a:lnTo>
                  <a:lnTo>
                    <a:pt x="801795" y="249959"/>
                  </a:lnTo>
                  <a:lnTo>
                    <a:pt x="798512" y="225713"/>
                  </a:lnTo>
                  <a:lnTo>
                    <a:pt x="800821" y="218882"/>
                  </a:lnTo>
                  <a:lnTo>
                    <a:pt x="835890" y="199123"/>
                  </a:lnTo>
                  <a:lnTo>
                    <a:pt x="863022" y="195118"/>
                  </a:lnTo>
                  <a:lnTo>
                    <a:pt x="868987" y="194348"/>
                  </a:lnTo>
                  <a:lnTo>
                    <a:pt x="906173" y="185881"/>
                  </a:lnTo>
                  <a:lnTo>
                    <a:pt x="907617" y="184150"/>
                  </a:lnTo>
                  <a:lnTo>
                    <a:pt x="941676" y="184150"/>
                  </a:lnTo>
                  <a:lnTo>
                    <a:pt x="941676" y="149513"/>
                  </a:lnTo>
                  <a:lnTo>
                    <a:pt x="941134" y="136976"/>
                  </a:lnTo>
                  <a:lnTo>
                    <a:pt x="939511" y="125773"/>
                  </a:lnTo>
                  <a:lnTo>
                    <a:pt x="936805" y="115905"/>
                  </a:lnTo>
                  <a:lnTo>
                    <a:pt x="933017" y="107372"/>
                  </a:lnTo>
                  <a:lnTo>
                    <a:pt x="929045" y="101022"/>
                  </a:lnTo>
                  <a:close/>
                </a:path>
                <a:path w="1115060" h="300990">
                  <a:moveTo>
                    <a:pt x="941676" y="265545"/>
                  </a:moveTo>
                  <a:lnTo>
                    <a:pt x="907617" y="265545"/>
                  </a:lnTo>
                  <a:lnTo>
                    <a:pt x="907617" y="295563"/>
                  </a:lnTo>
                  <a:lnTo>
                    <a:pt x="941676" y="295563"/>
                  </a:lnTo>
                  <a:lnTo>
                    <a:pt x="941676" y="265545"/>
                  </a:lnTo>
                  <a:close/>
                </a:path>
                <a:path w="1115060" h="300990">
                  <a:moveTo>
                    <a:pt x="941676" y="184150"/>
                  </a:moveTo>
                  <a:lnTo>
                    <a:pt x="907617" y="184150"/>
                  </a:lnTo>
                  <a:lnTo>
                    <a:pt x="907612" y="215394"/>
                  </a:lnTo>
                  <a:lnTo>
                    <a:pt x="907166" y="222168"/>
                  </a:lnTo>
                  <a:lnTo>
                    <a:pt x="885897" y="257968"/>
                  </a:lnTo>
                  <a:lnTo>
                    <a:pt x="845271" y="270163"/>
                  </a:lnTo>
                  <a:lnTo>
                    <a:pt x="903668" y="270163"/>
                  </a:lnTo>
                  <a:lnTo>
                    <a:pt x="905885" y="265545"/>
                  </a:lnTo>
                  <a:lnTo>
                    <a:pt x="941676" y="265545"/>
                  </a:lnTo>
                  <a:lnTo>
                    <a:pt x="941676" y="184150"/>
                  </a:lnTo>
                  <a:close/>
                </a:path>
                <a:path w="1115060" h="300990">
                  <a:moveTo>
                    <a:pt x="866823" y="71004"/>
                  </a:moveTo>
                  <a:lnTo>
                    <a:pt x="859703" y="71004"/>
                  </a:lnTo>
                  <a:lnTo>
                    <a:pt x="851296" y="71293"/>
                  </a:lnTo>
                  <a:lnTo>
                    <a:pt x="809119" y="81828"/>
                  </a:lnTo>
                  <a:lnTo>
                    <a:pt x="775493" y="113416"/>
                  </a:lnTo>
                  <a:lnTo>
                    <a:pt x="770803" y="122959"/>
                  </a:lnTo>
                  <a:lnTo>
                    <a:pt x="803130" y="134504"/>
                  </a:lnTo>
                  <a:lnTo>
                    <a:pt x="806459" y="128533"/>
                  </a:lnTo>
                  <a:lnTo>
                    <a:pt x="810815" y="122742"/>
                  </a:lnTo>
                  <a:lnTo>
                    <a:pt x="849321" y="101690"/>
                  </a:lnTo>
                  <a:lnTo>
                    <a:pt x="860857" y="101022"/>
                  </a:lnTo>
                  <a:lnTo>
                    <a:pt x="929045" y="101022"/>
                  </a:lnTo>
                  <a:lnTo>
                    <a:pt x="928407" y="100003"/>
                  </a:lnTo>
                  <a:lnTo>
                    <a:pt x="891173" y="75162"/>
                  </a:lnTo>
                  <a:lnTo>
                    <a:pt x="875001" y="71870"/>
                  </a:lnTo>
                  <a:lnTo>
                    <a:pt x="866823" y="71004"/>
                  </a:lnTo>
                  <a:close/>
                </a:path>
                <a:path w="1115060" h="300990">
                  <a:moveTo>
                    <a:pt x="1036745" y="73890"/>
                  </a:moveTo>
                  <a:lnTo>
                    <a:pt x="1003841" y="73890"/>
                  </a:lnTo>
                  <a:lnTo>
                    <a:pt x="1003841" y="295563"/>
                  </a:lnTo>
                  <a:lnTo>
                    <a:pt x="1037900" y="295563"/>
                  </a:lnTo>
                  <a:lnTo>
                    <a:pt x="1037900" y="155286"/>
                  </a:lnTo>
                  <a:lnTo>
                    <a:pt x="1038351" y="147989"/>
                  </a:lnTo>
                  <a:lnTo>
                    <a:pt x="1059078" y="113758"/>
                  </a:lnTo>
                  <a:lnTo>
                    <a:pt x="1071099" y="107372"/>
                  </a:lnTo>
                  <a:lnTo>
                    <a:pt x="1036745" y="107372"/>
                  </a:lnTo>
                  <a:lnTo>
                    <a:pt x="1036745" y="73890"/>
                  </a:lnTo>
                  <a:close/>
                </a:path>
                <a:path w="1115060" h="300990">
                  <a:moveTo>
                    <a:pt x="1099283" y="70427"/>
                  </a:moveTo>
                  <a:lnTo>
                    <a:pt x="1096782" y="70427"/>
                  </a:lnTo>
                  <a:lnTo>
                    <a:pt x="1087076" y="71067"/>
                  </a:lnTo>
                  <a:lnTo>
                    <a:pt x="1047569" y="92471"/>
                  </a:lnTo>
                  <a:lnTo>
                    <a:pt x="1039054" y="107372"/>
                  </a:lnTo>
                  <a:lnTo>
                    <a:pt x="1071099" y="107372"/>
                  </a:lnTo>
                  <a:lnTo>
                    <a:pt x="1071598" y="107147"/>
                  </a:lnTo>
                  <a:lnTo>
                    <a:pt x="1078597" y="105027"/>
                  </a:lnTo>
                  <a:lnTo>
                    <a:pt x="1086030" y="103755"/>
                  </a:lnTo>
                  <a:lnTo>
                    <a:pt x="1093895" y="103331"/>
                  </a:lnTo>
                  <a:lnTo>
                    <a:pt x="1114677" y="103331"/>
                  </a:lnTo>
                  <a:lnTo>
                    <a:pt x="1114677" y="71004"/>
                  </a:lnTo>
                  <a:lnTo>
                    <a:pt x="1112753" y="70812"/>
                  </a:lnTo>
                  <a:lnTo>
                    <a:pt x="1109915" y="70667"/>
                  </a:lnTo>
                  <a:lnTo>
                    <a:pt x="1102410" y="70475"/>
                  </a:lnTo>
                  <a:lnTo>
                    <a:pt x="1099283" y="70427"/>
                  </a:lnTo>
                  <a:close/>
                </a:path>
                <a:path w="1115060" h="300990">
                  <a:moveTo>
                    <a:pt x="1114677" y="103331"/>
                  </a:moveTo>
                  <a:lnTo>
                    <a:pt x="1098417" y="103331"/>
                  </a:lnTo>
                  <a:lnTo>
                    <a:pt x="1102699" y="103668"/>
                  </a:lnTo>
                  <a:lnTo>
                    <a:pt x="1106740" y="104342"/>
                  </a:lnTo>
                  <a:lnTo>
                    <a:pt x="1110877" y="104919"/>
                  </a:lnTo>
                  <a:lnTo>
                    <a:pt x="1113523" y="105352"/>
                  </a:lnTo>
                  <a:lnTo>
                    <a:pt x="1114677" y="105640"/>
                  </a:lnTo>
                  <a:lnTo>
                    <a:pt x="1114677" y="103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654636" y="5430380"/>
            <a:ext cx="1879399" cy="524063"/>
            <a:chOff x="10375900" y="7632700"/>
            <a:chExt cx="2641600" cy="736600"/>
          </a:xfrm>
        </p:grpSpPr>
        <p:sp>
          <p:nvSpPr>
            <p:cNvPr id="35" name="object 35"/>
            <p:cNvSpPr/>
            <p:nvPr/>
          </p:nvSpPr>
          <p:spPr>
            <a:xfrm>
              <a:off x="10375900" y="7632700"/>
              <a:ext cx="2641600" cy="7366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6" name="object 36"/>
            <p:cNvSpPr/>
            <p:nvPr/>
          </p:nvSpPr>
          <p:spPr>
            <a:xfrm>
              <a:off x="10426700" y="76327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7" name="object 37"/>
            <p:cNvSpPr/>
            <p:nvPr/>
          </p:nvSpPr>
          <p:spPr>
            <a:xfrm>
              <a:off x="11351490" y="77978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4690968" y="5439415"/>
            <a:ext cx="2719708" cy="551170"/>
            <a:chOff x="6210300" y="7645400"/>
            <a:chExt cx="3822700" cy="774700"/>
          </a:xfrm>
        </p:grpSpPr>
        <p:sp>
          <p:nvSpPr>
            <p:cNvPr id="39" name="object 39"/>
            <p:cNvSpPr/>
            <p:nvPr/>
          </p:nvSpPr>
          <p:spPr>
            <a:xfrm>
              <a:off x="6210300" y="7645400"/>
              <a:ext cx="3822700" cy="7747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0" name="object 40"/>
            <p:cNvSpPr/>
            <p:nvPr/>
          </p:nvSpPr>
          <p:spPr>
            <a:xfrm>
              <a:off x="6261100" y="7645400"/>
              <a:ext cx="3721100" cy="6731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88249" y="1987826"/>
            <a:ext cx="496957" cy="496957"/>
          </a:xfrm>
          <a:custGeom>
            <a:avLst/>
            <a:gdLst/>
            <a:ahLst/>
            <a:cxnLst/>
            <a:rect l="l" t="t" r="r" b="b"/>
            <a:pathLst>
              <a:path w="698500" h="698500">
                <a:moveTo>
                  <a:pt x="349250" y="0"/>
                </a:moveTo>
                <a:lnTo>
                  <a:pt x="301858" y="3188"/>
                </a:lnTo>
                <a:lnTo>
                  <a:pt x="256405" y="12475"/>
                </a:lnTo>
                <a:lnTo>
                  <a:pt x="213306" y="27445"/>
                </a:lnTo>
                <a:lnTo>
                  <a:pt x="172976" y="47682"/>
                </a:lnTo>
                <a:lnTo>
                  <a:pt x="135833" y="72770"/>
                </a:lnTo>
                <a:lnTo>
                  <a:pt x="102292" y="102292"/>
                </a:lnTo>
                <a:lnTo>
                  <a:pt x="72770" y="135833"/>
                </a:lnTo>
                <a:lnTo>
                  <a:pt x="47682" y="172976"/>
                </a:lnTo>
                <a:lnTo>
                  <a:pt x="27445" y="213306"/>
                </a:lnTo>
                <a:lnTo>
                  <a:pt x="12475" y="256405"/>
                </a:lnTo>
                <a:lnTo>
                  <a:pt x="3188" y="301858"/>
                </a:lnTo>
                <a:lnTo>
                  <a:pt x="0" y="349250"/>
                </a:lnTo>
                <a:lnTo>
                  <a:pt x="3188" y="396641"/>
                </a:lnTo>
                <a:lnTo>
                  <a:pt x="12475" y="442094"/>
                </a:lnTo>
                <a:lnTo>
                  <a:pt x="27445" y="485193"/>
                </a:lnTo>
                <a:lnTo>
                  <a:pt x="47682" y="525523"/>
                </a:lnTo>
                <a:lnTo>
                  <a:pt x="72770" y="562666"/>
                </a:lnTo>
                <a:lnTo>
                  <a:pt x="102292" y="596207"/>
                </a:lnTo>
                <a:lnTo>
                  <a:pt x="135833" y="625729"/>
                </a:lnTo>
                <a:lnTo>
                  <a:pt x="172976" y="650817"/>
                </a:lnTo>
                <a:lnTo>
                  <a:pt x="213306" y="671054"/>
                </a:lnTo>
                <a:lnTo>
                  <a:pt x="256405" y="686024"/>
                </a:lnTo>
                <a:lnTo>
                  <a:pt x="301858" y="695311"/>
                </a:lnTo>
                <a:lnTo>
                  <a:pt x="349250" y="698500"/>
                </a:lnTo>
                <a:lnTo>
                  <a:pt x="396641" y="695311"/>
                </a:lnTo>
                <a:lnTo>
                  <a:pt x="442094" y="686024"/>
                </a:lnTo>
                <a:lnTo>
                  <a:pt x="485193" y="671054"/>
                </a:lnTo>
                <a:lnTo>
                  <a:pt x="525523" y="650817"/>
                </a:lnTo>
                <a:lnTo>
                  <a:pt x="562666" y="625729"/>
                </a:lnTo>
                <a:lnTo>
                  <a:pt x="596207" y="596207"/>
                </a:lnTo>
                <a:lnTo>
                  <a:pt x="625729" y="562666"/>
                </a:lnTo>
                <a:lnTo>
                  <a:pt x="650817" y="525523"/>
                </a:lnTo>
                <a:lnTo>
                  <a:pt x="671054" y="485193"/>
                </a:lnTo>
                <a:lnTo>
                  <a:pt x="686024" y="442094"/>
                </a:lnTo>
                <a:lnTo>
                  <a:pt x="695311" y="396641"/>
                </a:lnTo>
                <a:lnTo>
                  <a:pt x="698500" y="349250"/>
                </a:lnTo>
                <a:lnTo>
                  <a:pt x="695311" y="301858"/>
                </a:lnTo>
                <a:lnTo>
                  <a:pt x="686024" y="256405"/>
                </a:lnTo>
                <a:lnTo>
                  <a:pt x="671054" y="213306"/>
                </a:lnTo>
                <a:lnTo>
                  <a:pt x="650817" y="172976"/>
                </a:lnTo>
                <a:lnTo>
                  <a:pt x="625729" y="135833"/>
                </a:lnTo>
                <a:lnTo>
                  <a:pt x="596207" y="102292"/>
                </a:lnTo>
                <a:lnTo>
                  <a:pt x="562666" y="72770"/>
                </a:lnTo>
                <a:lnTo>
                  <a:pt x="525523" y="47682"/>
                </a:lnTo>
                <a:lnTo>
                  <a:pt x="485193" y="27445"/>
                </a:lnTo>
                <a:lnTo>
                  <a:pt x="442094" y="12475"/>
                </a:lnTo>
                <a:lnTo>
                  <a:pt x="396641" y="3188"/>
                </a:lnTo>
                <a:lnTo>
                  <a:pt x="3492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" name="object 3"/>
          <p:cNvSpPr/>
          <p:nvPr/>
        </p:nvSpPr>
        <p:spPr>
          <a:xfrm>
            <a:off x="8946723" y="1987826"/>
            <a:ext cx="496957" cy="515028"/>
          </a:xfrm>
          <a:custGeom>
            <a:avLst/>
            <a:gdLst/>
            <a:ahLst/>
            <a:cxnLst/>
            <a:rect l="l" t="t" r="r" b="b"/>
            <a:pathLst>
              <a:path w="698500" h="723900">
                <a:moveTo>
                  <a:pt x="349250" y="0"/>
                </a:moveTo>
                <a:lnTo>
                  <a:pt x="301858" y="3304"/>
                </a:lnTo>
                <a:lnTo>
                  <a:pt x="256405" y="12929"/>
                </a:lnTo>
                <a:lnTo>
                  <a:pt x="213306" y="28443"/>
                </a:lnTo>
                <a:lnTo>
                  <a:pt x="172976" y="49416"/>
                </a:lnTo>
                <a:lnTo>
                  <a:pt x="135833" y="75416"/>
                </a:lnTo>
                <a:lnTo>
                  <a:pt x="102292" y="106012"/>
                </a:lnTo>
                <a:lnTo>
                  <a:pt x="72770" y="140773"/>
                </a:lnTo>
                <a:lnTo>
                  <a:pt x="47682" y="179266"/>
                </a:lnTo>
                <a:lnTo>
                  <a:pt x="27445" y="221062"/>
                </a:lnTo>
                <a:lnTo>
                  <a:pt x="12475" y="265729"/>
                </a:lnTo>
                <a:lnTo>
                  <a:pt x="3188" y="312835"/>
                </a:lnTo>
                <a:lnTo>
                  <a:pt x="0" y="361950"/>
                </a:lnTo>
                <a:lnTo>
                  <a:pt x="3188" y="411064"/>
                </a:lnTo>
                <a:lnTo>
                  <a:pt x="12475" y="458170"/>
                </a:lnTo>
                <a:lnTo>
                  <a:pt x="27445" y="502837"/>
                </a:lnTo>
                <a:lnTo>
                  <a:pt x="47682" y="544633"/>
                </a:lnTo>
                <a:lnTo>
                  <a:pt x="72770" y="583126"/>
                </a:lnTo>
                <a:lnTo>
                  <a:pt x="102292" y="617887"/>
                </a:lnTo>
                <a:lnTo>
                  <a:pt x="135833" y="648483"/>
                </a:lnTo>
                <a:lnTo>
                  <a:pt x="172976" y="674483"/>
                </a:lnTo>
                <a:lnTo>
                  <a:pt x="213306" y="695456"/>
                </a:lnTo>
                <a:lnTo>
                  <a:pt x="256405" y="710970"/>
                </a:lnTo>
                <a:lnTo>
                  <a:pt x="301858" y="720595"/>
                </a:lnTo>
                <a:lnTo>
                  <a:pt x="349250" y="723900"/>
                </a:lnTo>
                <a:lnTo>
                  <a:pt x="396641" y="720595"/>
                </a:lnTo>
                <a:lnTo>
                  <a:pt x="442094" y="710970"/>
                </a:lnTo>
                <a:lnTo>
                  <a:pt x="485193" y="695456"/>
                </a:lnTo>
                <a:lnTo>
                  <a:pt x="525523" y="674483"/>
                </a:lnTo>
                <a:lnTo>
                  <a:pt x="562666" y="648483"/>
                </a:lnTo>
                <a:lnTo>
                  <a:pt x="596207" y="617887"/>
                </a:lnTo>
                <a:lnTo>
                  <a:pt x="625729" y="583126"/>
                </a:lnTo>
                <a:lnTo>
                  <a:pt x="650817" y="544633"/>
                </a:lnTo>
                <a:lnTo>
                  <a:pt x="671054" y="502837"/>
                </a:lnTo>
                <a:lnTo>
                  <a:pt x="686024" y="458170"/>
                </a:lnTo>
                <a:lnTo>
                  <a:pt x="695311" y="411064"/>
                </a:lnTo>
                <a:lnTo>
                  <a:pt x="698500" y="361950"/>
                </a:lnTo>
                <a:lnTo>
                  <a:pt x="695311" y="312835"/>
                </a:lnTo>
                <a:lnTo>
                  <a:pt x="686024" y="265729"/>
                </a:lnTo>
                <a:lnTo>
                  <a:pt x="671054" y="221062"/>
                </a:lnTo>
                <a:lnTo>
                  <a:pt x="650817" y="179266"/>
                </a:lnTo>
                <a:lnTo>
                  <a:pt x="625729" y="140773"/>
                </a:lnTo>
                <a:lnTo>
                  <a:pt x="596207" y="106012"/>
                </a:lnTo>
                <a:lnTo>
                  <a:pt x="562666" y="75416"/>
                </a:lnTo>
                <a:lnTo>
                  <a:pt x="525523" y="49416"/>
                </a:lnTo>
                <a:lnTo>
                  <a:pt x="485193" y="28443"/>
                </a:lnTo>
                <a:lnTo>
                  <a:pt x="442094" y="12929"/>
                </a:lnTo>
                <a:lnTo>
                  <a:pt x="396641" y="3304"/>
                </a:lnTo>
                <a:lnTo>
                  <a:pt x="3492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4" name="object 4"/>
          <p:cNvSpPr/>
          <p:nvPr/>
        </p:nvSpPr>
        <p:spPr>
          <a:xfrm>
            <a:off x="10988763" y="777059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" name="object 5"/>
          <p:cNvSpPr/>
          <p:nvPr/>
        </p:nvSpPr>
        <p:spPr>
          <a:xfrm>
            <a:off x="9318927" y="885486"/>
            <a:ext cx="1528655" cy="220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6" name="object 6"/>
          <p:cNvSpPr/>
          <p:nvPr/>
        </p:nvSpPr>
        <p:spPr>
          <a:xfrm>
            <a:off x="11033941" y="813202"/>
            <a:ext cx="289138" cy="2891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7" name="object 7"/>
          <p:cNvSpPr/>
          <p:nvPr/>
        </p:nvSpPr>
        <p:spPr>
          <a:xfrm>
            <a:off x="4019486" y="1396099"/>
            <a:ext cx="4259169" cy="2701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8" name="object 8"/>
          <p:cNvSpPr/>
          <p:nvPr/>
        </p:nvSpPr>
        <p:spPr>
          <a:xfrm>
            <a:off x="272573" y="0"/>
            <a:ext cx="2575138" cy="25751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9" name="object 9"/>
          <p:cNvSpPr/>
          <p:nvPr/>
        </p:nvSpPr>
        <p:spPr>
          <a:xfrm>
            <a:off x="2106795" y="2683565"/>
            <a:ext cx="8647043" cy="31263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106795" y="2683539"/>
          <a:ext cx="8628972" cy="3126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0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9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6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287127" y="1969755"/>
            <a:ext cx="542134" cy="5421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2" name="object 12"/>
          <p:cNvSpPr/>
          <p:nvPr/>
        </p:nvSpPr>
        <p:spPr>
          <a:xfrm>
            <a:off x="8119147" y="3287305"/>
            <a:ext cx="2307177" cy="2628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3" name="object 13"/>
          <p:cNvSpPr/>
          <p:nvPr/>
        </p:nvSpPr>
        <p:spPr>
          <a:xfrm>
            <a:off x="10238810" y="1960720"/>
            <a:ext cx="542134" cy="5421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4" name="object 14"/>
          <p:cNvSpPr/>
          <p:nvPr/>
        </p:nvSpPr>
        <p:spPr>
          <a:xfrm>
            <a:off x="8119147" y="4082435"/>
            <a:ext cx="2175827" cy="26285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5" name="object 15"/>
          <p:cNvSpPr/>
          <p:nvPr/>
        </p:nvSpPr>
        <p:spPr>
          <a:xfrm>
            <a:off x="5485277" y="4480823"/>
            <a:ext cx="2073792" cy="2304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6" name="object 16"/>
          <p:cNvSpPr/>
          <p:nvPr/>
        </p:nvSpPr>
        <p:spPr>
          <a:xfrm>
            <a:off x="8119147" y="4470965"/>
            <a:ext cx="2234405" cy="2628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7" name="object 17"/>
          <p:cNvSpPr/>
          <p:nvPr/>
        </p:nvSpPr>
        <p:spPr>
          <a:xfrm>
            <a:off x="8119147" y="3684870"/>
            <a:ext cx="2172002" cy="26285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8" name="object 18"/>
          <p:cNvSpPr/>
          <p:nvPr/>
        </p:nvSpPr>
        <p:spPr>
          <a:xfrm>
            <a:off x="8111344" y="2870027"/>
            <a:ext cx="1147066" cy="223630"/>
          </a:xfrm>
          <a:custGeom>
            <a:avLst/>
            <a:gdLst/>
            <a:ahLst/>
            <a:cxnLst/>
            <a:rect l="l" t="t" r="r" b="b"/>
            <a:pathLst>
              <a:path w="1612265" h="314325">
                <a:moveTo>
                  <a:pt x="128731" y="45604"/>
                </a:moveTo>
                <a:lnTo>
                  <a:pt x="92940" y="45604"/>
                </a:lnTo>
                <a:lnTo>
                  <a:pt x="92940" y="309418"/>
                </a:lnTo>
                <a:lnTo>
                  <a:pt x="128731" y="309418"/>
                </a:lnTo>
                <a:lnTo>
                  <a:pt x="128731" y="45604"/>
                </a:lnTo>
                <a:close/>
              </a:path>
              <a:path w="1612265" h="314325">
                <a:moveTo>
                  <a:pt x="221672" y="13854"/>
                </a:moveTo>
                <a:lnTo>
                  <a:pt x="0" y="13854"/>
                </a:lnTo>
                <a:lnTo>
                  <a:pt x="0" y="45604"/>
                </a:lnTo>
                <a:lnTo>
                  <a:pt x="221672" y="45604"/>
                </a:lnTo>
                <a:lnTo>
                  <a:pt x="221672" y="13854"/>
                </a:lnTo>
                <a:close/>
              </a:path>
              <a:path w="1612265" h="314325">
                <a:moveTo>
                  <a:pt x="329622" y="84859"/>
                </a:moveTo>
                <a:lnTo>
                  <a:pt x="288816" y="93139"/>
                </a:lnTo>
                <a:lnTo>
                  <a:pt x="257174" y="117042"/>
                </a:lnTo>
                <a:lnTo>
                  <a:pt x="236735" y="153771"/>
                </a:lnTo>
                <a:lnTo>
                  <a:pt x="229754" y="200313"/>
                </a:lnTo>
                <a:lnTo>
                  <a:pt x="230530" y="216820"/>
                </a:lnTo>
                <a:lnTo>
                  <a:pt x="242165" y="260061"/>
                </a:lnTo>
                <a:lnTo>
                  <a:pt x="266925" y="292045"/>
                </a:lnTo>
                <a:lnTo>
                  <a:pt x="303248" y="310500"/>
                </a:lnTo>
                <a:lnTo>
                  <a:pt x="333086" y="314036"/>
                </a:lnTo>
                <a:lnTo>
                  <a:pt x="344063" y="313603"/>
                </a:lnTo>
                <a:lnTo>
                  <a:pt x="382298" y="303230"/>
                </a:lnTo>
                <a:lnTo>
                  <a:pt x="407429" y="283440"/>
                </a:lnTo>
                <a:lnTo>
                  <a:pt x="333086" y="283440"/>
                </a:lnTo>
                <a:lnTo>
                  <a:pt x="323083" y="282881"/>
                </a:lnTo>
                <a:lnTo>
                  <a:pt x="282971" y="263344"/>
                </a:lnTo>
                <a:lnTo>
                  <a:pt x="265978" y="228708"/>
                </a:lnTo>
                <a:lnTo>
                  <a:pt x="264020" y="210127"/>
                </a:lnTo>
                <a:lnTo>
                  <a:pt x="253999" y="210127"/>
                </a:lnTo>
                <a:lnTo>
                  <a:pt x="253999" y="180686"/>
                </a:lnTo>
                <a:lnTo>
                  <a:pt x="264099" y="180686"/>
                </a:lnTo>
                <a:lnTo>
                  <a:pt x="264309" y="176861"/>
                </a:lnTo>
                <a:lnTo>
                  <a:pt x="281384" y="137030"/>
                </a:lnTo>
                <a:lnTo>
                  <a:pt x="319791" y="116085"/>
                </a:lnTo>
                <a:lnTo>
                  <a:pt x="329622" y="115454"/>
                </a:lnTo>
                <a:lnTo>
                  <a:pt x="400304" y="115454"/>
                </a:lnTo>
                <a:lnTo>
                  <a:pt x="394565" y="109393"/>
                </a:lnTo>
                <a:lnTo>
                  <a:pt x="355356" y="88106"/>
                </a:lnTo>
                <a:lnTo>
                  <a:pt x="338254" y="85219"/>
                </a:lnTo>
                <a:lnTo>
                  <a:pt x="329622" y="84859"/>
                </a:lnTo>
                <a:close/>
              </a:path>
              <a:path w="1612265" h="314325">
                <a:moveTo>
                  <a:pt x="388504" y="248804"/>
                </a:moveTo>
                <a:lnTo>
                  <a:pt x="350115" y="282190"/>
                </a:lnTo>
                <a:lnTo>
                  <a:pt x="342034" y="283440"/>
                </a:lnTo>
                <a:lnTo>
                  <a:pt x="407429" y="283440"/>
                </a:lnTo>
                <a:lnTo>
                  <a:pt x="409638" y="280879"/>
                </a:lnTo>
                <a:lnTo>
                  <a:pt x="414445" y="273771"/>
                </a:lnTo>
                <a:lnTo>
                  <a:pt x="418369" y="266158"/>
                </a:lnTo>
                <a:lnTo>
                  <a:pt x="421409" y="258040"/>
                </a:lnTo>
                <a:lnTo>
                  <a:pt x="388504" y="248804"/>
                </a:lnTo>
                <a:close/>
              </a:path>
              <a:path w="1612265" h="314325">
                <a:moveTo>
                  <a:pt x="264099" y="180686"/>
                </a:moveTo>
                <a:lnTo>
                  <a:pt x="253999" y="180686"/>
                </a:lnTo>
                <a:lnTo>
                  <a:pt x="253999" y="210127"/>
                </a:lnTo>
                <a:lnTo>
                  <a:pt x="264020" y="210127"/>
                </a:lnTo>
                <a:lnTo>
                  <a:pt x="263813" y="205509"/>
                </a:lnTo>
                <a:lnTo>
                  <a:pt x="263928" y="183789"/>
                </a:lnTo>
                <a:lnTo>
                  <a:pt x="264099" y="180686"/>
                </a:lnTo>
                <a:close/>
              </a:path>
              <a:path w="1612265" h="314325">
                <a:moveTo>
                  <a:pt x="400304" y="115454"/>
                </a:moveTo>
                <a:lnTo>
                  <a:pt x="329622" y="115454"/>
                </a:lnTo>
                <a:lnTo>
                  <a:pt x="338552" y="115986"/>
                </a:lnTo>
                <a:lnTo>
                  <a:pt x="346868" y="117583"/>
                </a:lnTo>
                <a:lnTo>
                  <a:pt x="378681" y="140277"/>
                </a:lnTo>
                <a:lnTo>
                  <a:pt x="390236" y="180686"/>
                </a:lnTo>
                <a:lnTo>
                  <a:pt x="264099" y="180686"/>
                </a:lnTo>
                <a:lnTo>
                  <a:pt x="263928" y="183789"/>
                </a:lnTo>
                <a:lnTo>
                  <a:pt x="263813" y="205509"/>
                </a:lnTo>
                <a:lnTo>
                  <a:pt x="264020" y="210127"/>
                </a:lnTo>
                <a:lnTo>
                  <a:pt x="424872" y="210127"/>
                </a:lnTo>
                <a:lnTo>
                  <a:pt x="424872" y="195695"/>
                </a:lnTo>
                <a:lnTo>
                  <a:pt x="424346" y="180686"/>
                </a:lnTo>
                <a:lnTo>
                  <a:pt x="412181" y="133368"/>
                </a:lnTo>
                <a:lnTo>
                  <a:pt x="401141" y="116338"/>
                </a:lnTo>
                <a:lnTo>
                  <a:pt x="400304" y="115454"/>
                </a:lnTo>
                <a:close/>
              </a:path>
              <a:path w="1612265" h="314325">
                <a:moveTo>
                  <a:pt x="510742" y="13854"/>
                </a:moveTo>
                <a:lnTo>
                  <a:pt x="476682" y="13854"/>
                </a:lnTo>
                <a:lnTo>
                  <a:pt x="476682" y="309418"/>
                </a:lnTo>
                <a:lnTo>
                  <a:pt x="510742" y="309418"/>
                </a:lnTo>
                <a:lnTo>
                  <a:pt x="510742" y="13854"/>
                </a:lnTo>
                <a:close/>
              </a:path>
              <a:path w="1612265" h="314325">
                <a:moveTo>
                  <a:pt x="662600" y="84859"/>
                </a:moveTo>
                <a:lnTo>
                  <a:pt x="621794" y="93139"/>
                </a:lnTo>
                <a:lnTo>
                  <a:pt x="590153" y="117042"/>
                </a:lnTo>
                <a:lnTo>
                  <a:pt x="569714" y="153771"/>
                </a:lnTo>
                <a:lnTo>
                  <a:pt x="562732" y="200313"/>
                </a:lnTo>
                <a:lnTo>
                  <a:pt x="563508" y="216820"/>
                </a:lnTo>
                <a:lnTo>
                  <a:pt x="575144" y="260061"/>
                </a:lnTo>
                <a:lnTo>
                  <a:pt x="599903" y="292045"/>
                </a:lnTo>
                <a:lnTo>
                  <a:pt x="636226" y="310500"/>
                </a:lnTo>
                <a:lnTo>
                  <a:pt x="666064" y="314036"/>
                </a:lnTo>
                <a:lnTo>
                  <a:pt x="677041" y="313603"/>
                </a:lnTo>
                <a:lnTo>
                  <a:pt x="715276" y="303230"/>
                </a:lnTo>
                <a:lnTo>
                  <a:pt x="740408" y="283440"/>
                </a:lnTo>
                <a:lnTo>
                  <a:pt x="666064" y="283440"/>
                </a:lnTo>
                <a:lnTo>
                  <a:pt x="656061" y="282881"/>
                </a:lnTo>
                <a:lnTo>
                  <a:pt x="615950" y="263344"/>
                </a:lnTo>
                <a:lnTo>
                  <a:pt x="598956" y="228708"/>
                </a:lnTo>
                <a:lnTo>
                  <a:pt x="596998" y="210127"/>
                </a:lnTo>
                <a:lnTo>
                  <a:pt x="586978" y="210127"/>
                </a:lnTo>
                <a:lnTo>
                  <a:pt x="586978" y="180686"/>
                </a:lnTo>
                <a:lnTo>
                  <a:pt x="597077" y="180686"/>
                </a:lnTo>
                <a:lnTo>
                  <a:pt x="597287" y="176861"/>
                </a:lnTo>
                <a:lnTo>
                  <a:pt x="614362" y="137030"/>
                </a:lnTo>
                <a:lnTo>
                  <a:pt x="652769" y="116085"/>
                </a:lnTo>
                <a:lnTo>
                  <a:pt x="662600" y="115454"/>
                </a:lnTo>
                <a:lnTo>
                  <a:pt x="733282" y="115454"/>
                </a:lnTo>
                <a:lnTo>
                  <a:pt x="727544" y="109393"/>
                </a:lnTo>
                <a:lnTo>
                  <a:pt x="688334" y="88106"/>
                </a:lnTo>
                <a:lnTo>
                  <a:pt x="671232" y="85219"/>
                </a:lnTo>
                <a:lnTo>
                  <a:pt x="662600" y="84859"/>
                </a:lnTo>
                <a:close/>
              </a:path>
              <a:path w="1612265" h="314325">
                <a:moveTo>
                  <a:pt x="721482" y="248804"/>
                </a:moveTo>
                <a:lnTo>
                  <a:pt x="683094" y="282190"/>
                </a:lnTo>
                <a:lnTo>
                  <a:pt x="675012" y="283440"/>
                </a:lnTo>
                <a:lnTo>
                  <a:pt x="740408" y="283440"/>
                </a:lnTo>
                <a:lnTo>
                  <a:pt x="742616" y="280879"/>
                </a:lnTo>
                <a:lnTo>
                  <a:pt x="747423" y="273771"/>
                </a:lnTo>
                <a:lnTo>
                  <a:pt x="751347" y="266158"/>
                </a:lnTo>
                <a:lnTo>
                  <a:pt x="754387" y="258040"/>
                </a:lnTo>
                <a:lnTo>
                  <a:pt x="721482" y="248804"/>
                </a:lnTo>
                <a:close/>
              </a:path>
              <a:path w="1612265" h="314325">
                <a:moveTo>
                  <a:pt x="597077" y="180686"/>
                </a:moveTo>
                <a:lnTo>
                  <a:pt x="586978" y="180686"/>
                </a:lnTo>
                <a:lnTo>
                  <a:pt x="586978" y="210127"/>
                </a:lnTo>
                <a:lnTo>
                  <a:pt x="596998" y="210127"/>
                </a:lnTo>
                <a:lnTo>
                  <a:pt x="596791" y="205509"/>
                </a:lnTo>
                <a:lnTo>
                  <a:pt x="596906" y="183789"/>
                </a:lnTo>
                <a:lnTo>
                  <a:pt x="597077" y="180686"/>
                </a:lnTo>
                <a:close/>
              </a:path>
              <a:path w="1612265" h="314325">
                <a:moveTo>
                  <a:pt x="733282" y="115454"/>
                </a:moveTo>
                <a:lnTo>
                  <a:pt x="662600" y="115454"/>
                </a:lnTo>
                <a:lnTo>
                  <a:pt x="671530" y="115986"/>
                </a:lnTo>
                <a:lnTo>
                  <a:pt x="679846" y="117583"/>
                </a:lnTo>
                <a:lnTo>
                  <a:pt x="711659" y="140277"/>
                </a:lnTo>
                <a:lnTo>
                  <a:pt x="723214" y="180686"/>
                </a:lnTo>
                <a:lnTo>
                  <a:pt x="597077" y="180686"/>
                </a:lnTo>
                <a:lnTo>
                  <a:pt x="596906" y="183789"/>
                </a:lnTo>
                <a:lnTo>
                  <a:pt x="596791" y="205509"/>
                </a:lnTo>
                <a:lnTo>
                  <a:pt x="596998" y="210127"/>
                </a:lnTo>
                <a:lnTo>
                  <a:pt x="757850" y="210127"/>
                </a:lnTo>
                <a:lnTo>
                  <a:pt x="757850" y="195695"/>
                </a:lnTo>
                <a:lnTo>
                  <a:pt x="757324" y="180686"/>
                </a:lnTo>
                <a:lnTo>
                  <a:pt x="745159" y="133368"/>
                </a:lnTo>
                <a:lnTo>
                  <a:pt x="734119" y="116338"/>
                </a:lnTo>
                <a:lnTo>
                  <a:pt x="733282" y="115454"/>
                </a:lnTo>
                <a:close/>
              </a:path>
              <a:path w="1612265" h="314325">
                <a:moveTo>
                  <a:pt x="895386" y="0"/>
                </a:moveTo>
                <a:lnTo>
                  <a:pt x="887015" y="0"/>
                </a:lnTo>
                <a:lnTo>
                  <a:pt x="879177" y="396"/>
                </a:lnTo>
                <a:lnTo>
                  <a:pt x="838425" y="19446"/>
                </a:lnTo>
                <a:lnTo>
                  <a:pt x="824670" y="57150"/>
                </a:lnTo>
                <a:lnTo>
                  <a:pt x="824670" y="309418"/>
                </a:lnTo>
                <a:lnTo>
                  <a:pt x="858729" y="309418"/>
                </a:lnTo>
                <a:lnTo>
                  <a:pt x="858729" y="65231"/>
                </a:lnTo>
                <a:lnTo>
                  <a:pt x="859189" y="57501"/>
                </a:lnTo>
                <a:lnTo>
                  <a:pt x="890479" y="31750"/>
                </a:lnTo>
                <a:lnTo>
                  <a:pt x="910683" y="31750"/>
                </a:lnTo>
                <a:lnTo>
                  <a:pt x="919342" y="5772"/>
                </a:lnTo>
                <a:lnTo>
                  <a:pt x="916745" y="4618"/>
                </a:lnTo>
                <a:lnTo>
                  <a:pt x="912800" y="3367"/>
                </a:lnTo>
                <a:lnTo>
                  <a:pt x="902217" y="673"/>
                </a:lnTo>
                <a:lnTo>
                  <a:pt x="895386" y="0"/>
                </a:lnTo>
                <a:close/>
              </a:path>
              <a:path w="1612265" h="314325">
                <a:moveTo>
                  <a:pt x="824670" y="87745"/>
                </a:moveTo>
                <a:lnTo>
                  <a:pt x="788879" y="87745"/>
                </a:lnTo>
                <a:lnTo>
                  <a:pt x="788879" y="116609"/>
                </a:lnTo>
                <a:lnTo>
                  <a:pt x="824670" y="116609"/>
                </a:lnTo>
                <a:lnTo>
                  <a:pt x="824670" y="87745"/>
                </a:lnTo>
                <a:close/>
              </a:path>
              <a:path w="1612265" h="314325">
                <a:moveTo>
                  <a:pt x="908374" y="87745"/>
                </a:moveTo>
                <a:lnTo>
                  <a:pt x="858729" y="87745"/>
                </a:lnTo>
                <a:lnTo>
                  <a:pt x="858729" y="116609"/>
                </a:lnTo>
                <a:lnTo>
                  <a:pt x="908374" y="116609"/>
                </a:lnTo>
                <a:lnTo>
                  <a:pt x="908374" y="87745"/>
                </a:lnTo>
                <a:close/>
              </a:path>
              <a:path w="1612265" h="314325">
                <a:moveTo>
                  <a:pt x="910683" y="31750"/>
                </a:moveTo>
                <a:lnTo>
                  <a:pt x="895386" y="31750"/>
                </a:lnTo>
                <a:lnTo>
                  <a:pt x="899330" y="32182"/>
                </a:lnTo>
                <a:lnTo>
                  <a:pt x="905392" y="33914"/>
                </a:lnTo>
                <a:lnTo>
                  <a:pt x="907797" y="34636"/>
                </a:lnTo>
                <a:lnTo>
                  <a:pt x="909529" y="35213"/>
                </a:lnTo>
                <a:lnTo>
                  <a:pt x="910683" y="31750"/>
                </a:lnTo>
                <a:close/>
              </a:path>
              <a:path w="1612265" h="314325">
                <a:moveTo>
                  <a:pt x="1037034" y="84859"/>
                </a:moveTo>
                <a:lnTo>
                  <a:pt x="996147" y="92895"/>
                </a:lnTo>
                <a:lnTo>
                  <a:pt x="964298" y="116320"/>
                </a:lnTo>
                <a:lnTo>
                  <a:pt x="943651" y="152733"/>
                </a:lnTo>
                <a:lnTo>
                  <a:pt x="936588" y="199736"/>
                </a:lnTo>
                <a:lnTo>
                  <a:pt x="937373" y="216369"/>
                </a:lnTo>
                <a:lnTo>
                  <a:pt x="949144" y="259772"/>
                </a:lnTo>
                <a:lnTo>
                  <a:pt x="973714" y="291892"/>
                </a:lnTo>
                <a:lnTo>
                  <a:pt x="1008856" y="310464"/>
                </a:lnTo>
                <a:lnTo>
                  <a:pt x="1037034" y="314036"/>
                </a:lnTo>
                <a:lnTo>
                  <a:pt x="1051574" y="313143"/>
                </a:lnTo>
                <a:lnTo>
                  <a:pt x="1089566" y="299748"/>
                </a:lnTo>
                <a:lnTo>
                  <a:pt x="1108855" y="283440"/>
                </a:lnTo>
                <a:lnTo>
                  <a:pt x="1037034" y="283440"/>
                </a:lnTo>
                <a:lnTo>
                  <a:pt x="1026138" y="282710"/>
                </a:lnTo>
                <a:lnTo>
                  <a:pt x="986703" y="258221"/>
                </a:lnTo>
                <a:lnTo>
                  <a:pt x="972415" y="221167"/>
                </a:lnTo>
                <a:lnTo>
                  <a:pt x="970648" y="199736"/>
                </a:lnTo>
                <a:lnTo>
                  <a:pt x="971090" y="188813"/>
                </a:lnTo>
                <a:lnTo>
                  <a:pt x="981733" y="149179"/>
                </a:lnTo>
                <a:lnTo>
                  <a:pt x="1016252" y="118413"/>
                </a:lnTo>
                <a:lnTo>
                  <a:pt x="1037034" y="115454"/>
                </a:lnTo>
                <a:lnTo>
                  <a:pt x="1108820" y="115454"/>
                </a:lnTo>
                <a:lnTo>
                  <a:pt x="1100263" y="107011"/>
                </a:lnTo>
                <a:lnTo>
                  <a:pt x="1089566" y="99146"/>
                </a:lnTo>
                <a:lnTo>
                  <a:pt x="1077840" y="92895"/>
                </a:lnTo>
                <a:lnTo>
                  <a:pt x="1065176" y="88430"/>
                </a:lnTo>
                <a:lnTo>
                  <a:pt x="1051574" y="85752"/>
                </a:lnTo>
                <a:lnTo>
                  <a:pt x="1037034" y="84859"/>
                </a:lnTo>
                <a:close/>
              </a:path>
              <a:path w="1612265" h="314325">
                <a:moveTo>
                  <a:pt x="1108820" y="115454"/>
                </a:moveTo>
                <a:lnTo>
                  <a:pt x="1037034" y="115454"/>
                </a:lnTo>
                <a:lnTo>
                  <a:pt x="1047930" y="116194"/>
                </a:lnTo>
                <a:lnTo>
                  <a:pt x="1057816" y="118413"/>
                </a:lnTo>
                <a:lnTo>
                  <a:pt x="1092335" y="149179"/>
                </a:lnTo>
                <a:lnTo>
                  <a:pt x="1102978" y="188813"/>
                </a:lnTo>
                <a:lnTo>
                  <a:pt x="1103420" y="199736"/>
                </a:lnTo>
                <a:lnTo>
                  <a:pt x="1102978" y="210650"/>
                </a:lnTo>
                <a:lnTo>
                  <a:pt x="1092335" y="250076"/>
                </a:lnTo>
                <a:lnTo>
                  <a:pt x="1057816" y="280518"/>
                </a:lnTo>
                <a:lnTo>
                  <a:pt x="1037034" y="283440"/>
                </a:lnTo>
                <a:lnTo>
                  <a:pt x="1108855" y="283440"/>
                </a:lnTo>
                <a:lnTo>
                  <a:pt x="1130336" y="246387"/>
                </a:lnTo>
                <a:lnTo>
                  <a:pt x="1137479" y="199736"/>
                </a:lnTo>
                <a:lnTo>
                  <a:pt x="1136686" y="182968"/>
                </a:lnTo>
                <a:lnTo>
                  <a:pt x="1124779" y="139267"/>
                </a:lnTo>
                <a:lnTo>
                  <a:pt x="1109698" y="116320"/>
                </a:lnTo>
                <a:lnTo>
                  <a:pt x="1108820" y="115454"/>
                </a:lnTo>
                <a:close/>
              </a:path>
              <a:path w="1612265" h="314325">
                <a:moveTo>
                  <a:pt x="1222375" y="87745"/>
                </a:moveTo>
                <a:lnTo>
                  <a:pt x="1189470" y="87745"/>
                </a:lnTo>
                <a:lnTo>
                  <a:pt x="1189470" y="309418"/>
                </a:lnTo>
                <a:lnTo>
                  <a:pt x="1223529" y="309418"/>
                </a:lnTo>
                <a:lnTo>
                  <a:pt x="1223529" y="176068"/>
                </a:lnTo>
                <a:lnTo>
                  <a:pt x="1223989" y="166759"/>
                </a:lnTo>
                <a:lnTo>
                  <a:pt x="1239584" y="131221"/>
                </a:lnTo>
                <a:lnTo>
                  <a:pt x="1251259" y="122381"/>
                </a:lnTo>
                <a:lnTo>
                  <a:pt x="1222375" y="122381"/>
                </a:lnTo>
                <a:lnTo>
                  <a:pt x="1222375" y="87745"/>
                </a:lnTo>
                <a:close/>
              </a:path>
              <a:path w="1612265" h="314325">
                <a:moveTo>
                  <a:pt x="1351820" y="115454"/>
                </a:moveTo>
                <a:lnTo>
                  <a:pt x="1280102" y="115454"/>
                </a:lnTo>
                <a:lnTo>
                  <a:pt x="1291304" y="116374"/>
                </a:lnTo>
                <a:lnTo>
                  <a:pt x="1301244" y="119134"/>
                </a:lnTo>
                <a:lnTo>
                  <a:pt x="1327510" y="147637"/>
                </a:lnTo>
                <a:lnTo>
                  <a:pt x="1330902" y="170872"/>
                </a:lnTo>
                <a:lnTo>
                  <a:pt x="1330902" y="309418"/>
                </a:lnTo>
                <a:lnTo>
                  <a:pt x="1364961" y="309418"/>
                </a:lnTo>
                <a:lnTo>
                  <a:pt x="1364883" y="166759"/>
                </a:lnTo>
                <a:lnTo>
                  <a:pt x="1355580" y="121804"/>
                </a:lnTo>
                <a:lnTo>
                  <a:pt x="1351820" y="115454"/>
                </a:lnTo>
                <a:close/>
              </a:path>
              <a:path w="1612265" h="314325">
                <a:moveTo>
                  <a:pt x="1289915" y="84859"/>
                </a:moveTo>
                <a:lnTo>
                  <a:pt x="1248929" y="95250"/>
                </a:lnTo>
                <a:lnTo>
                  <a:pt x="1225261" y="122381"/>
                </a:lnTo>
                <a:lnTo>
                  <a:pt x="1251259" y="122381"/>
                </a:lnTo>
                <a:lnTo>
                  <a:pt x="1257588" y="119432"/>
                </a:lnTo>
                <a:lnTo>
                  <a:pt x="1264660" y="117222"/>
                </a:lnTo>
                <a:lnTo>
                  <a:pt x="1272164" y="115896"/>
                </a:lnTo>
                <a:lnTo>
                  <a:pt x="1280102" y="115454"/>
                </a:lnTo>
                <a:lnTo>
                  <a:pt x="1351820" y="115454"/>
                </a:lnTo>
                <a:lnTo>
                  <a:pt x="1350421" y="113091"/>
                </a:lnTo>
                <a:lnTo>
                  <a:pt x="1311022" y="87168"/>
                </a:lnTo>
                <a:lnTo>
                  <a:pt x="1300820" y="85436"/>
                </a:lnTo>
                <a:lnTo>
                  <a:pt x="1289915" y="84859"/>
                </a:lnTo>
                <a:close/>
              </a:path>
              <a:path w="1612265" h="314325">
                <a:moveTo>
                  <a:pt x="1516675" y="84859"/>
                </a:moveTo>
                <a:lnTo>
                  <a:pt x="1475869" y="93139"/>
                </a:lnTo>
                <a:lnTo>
                  <a:pt x="1444228" y="117042"/>
                </a:lnTo>
                <a:lnTo>
                  <a:pt x="1423789" y="153771"/>
                </a:lnTo>
                <a:lnTo>
                  <a:pt x="1416807" y="200313"/>
                </a:lnTo>
                <a:lnTo>
                  <a:pt x="1417583" y="216820"/>
                </a:lnTo>
                <a:lnTo>
                  <a:pt x="1429219" y="260061"/>
                </a:lnTo>
                <a:lnTo>
                  <a:pt x="1453978" y="292045"/>
                </a:lnTo>
                <a:lnTo>
                  <a:pt x="1490301" y="310500"/>
                </a:lnTo>
                <a:lnTo>
                  <a:pt x="1520139" y="314036"/>
                </a:lnTo>
                <a:lnTo>
                  <a:pt x="1531116" y="313603"/>
                </a:lnTo>
                <a:lnTo>
                  <a:pt x="1569352" y="303230"/>
                </a:lnTo>
                <a:lnTo>
                  <a:pt x="1594483" y="283440"/>
                </a:lnTo>
                <a:lnTo>
                  <a:pt x="1520139" y="283440"/>
                </a:lnTo>
                <a:lnTo>
                  <a:pt x="1510136" y="282881"/>
                </a:lnTo>
                <a:lnTo>
                  <a:pt x="1470024" y="263344"/>
                </a:lnTo>
                <a:lnTo>
                  <a:pt x="1453031" y="228708"/>
                </a:lnTo>
                <a:lnTo>
                  <a:pt x="1451073" y="210127"/>
                </a:lnTo>
                <a:lnTo>
                  <a:pt x="1441053" y="210127"/>
                </a:lnTo>
                <a:lnTo>
                  <a:pt x="1441053" y="180686"/>
                </a:lnTo>
                <a:lnTo>
                  <a:pt x="1451152" y="180686"/>
                </a:lnTo>
                <a:lnTo>
                  <a:pt x="1451362" y="176861"/>
                </a:lnTo>
                <a:lnTo>
                  <a:pt x="1468437" y="137030"/>
                </a:lnTo>
                <a:lnTo>
                  <a:pt x="1506844" y="116085"/>
                </a:lnTo>
                <a:lnTo>
                  <a:pt x="1516675" y="115454"/>
                </a:lnTo>
                <a:lnTo>
                  <a:pt x="1587357" y="115454"/>
                </a:lnTo>
                <a:lnTo>
                  <a:pt x="1581619" y="109393"/>
                </a:lnTo>
                <a:lnTo>
                  <a:pt x="1542409" y="88106"/>
                </a:lnTo>
                <a:lnTo>
                  <a:pt x="1525307" y="85219"/>
                </a:lnTo>
                <a:lnTo>
                  <a:pt x="1516675" y="84859"/>
                </a:lnTo>
                <a:close/>
              </a:path>
              <a:path w="1612265" h="314325">
                <a:moveTo>
                  <a:pt x="1575557" y="248804"/>
                </a:moveTo>
                <a:lnTo>
                  <a:pt x="1537168" y="282190"/>
                </a:lnTo>
                <a:lnTo>
                  <a:pt x="1529087" y="283440"/>
                </a:lnTo>
                <a:lnTo>
                  <a:pt x="1594483" y="283440"/>
                </a:lnTo>
                <a:lnTo>
                  <a:pt x="1596691" y="280879"/>
                </a:lnTo>
                <a:lnTo>
                  <a:pt x="1601498" y="273771"/>
                </a:lnTo>
                <a:lnTo>
                  <a:pt x="1605422" y="266158"/>
                </a:lnTo>
                <a:lnTo>
                  <a:pt x="1608462" y="258040"/>
                </a:lnTo>
                <a:lnTo>
                  <a:pt x="1575557" y="248804"/>
                </a:lnTo>
                <a:close/>
              </a:path>
              <a:path w="1612265" h="314325">
                <a:moveTo>
                  <a:pt x="1451152" y="180686"/>
                </a:moveTo>
                <a:lnTo>
                  <a:pt x="1441053" y="180686"/>
                </a:lnTo>
                <a:lnTo>
                  <a:pt x="1441053" y="210127"/>
                </a:lnTo>
                <a:lnTo>
                  <a:pt x="1451073" y="210127"/>
                </a:lnTo>
                <a:lnTo>
                  <a:pt x="1450866" y="205509"/>
                </a:lnTo>
                <a:lnTo>
                  <a:pt x="1450981" y="183789"/>
                </a:lnTo>
                <a:lnTo>
                  <a:pt x="1451152" y="180686"/>
                </a:lnTo>
                <a:close/>
              </a:path>
              <a:path w="1612265" h="314325">
                <a:moveTo>
                  <a:pt x="1587357" y="115454"/>
                </a:moveTo>
                <a:lnTo>
                  <a:pt x="1516675" y="115454"/>
                </a:lnTo>
                <a:lnTo>
                  <a:pt x="1525605" y="115986"/>
                </a:lnTo>
                <a:lnTo>
                  <a:pt x="1533921" y="117583"/>
                </a:lnTo>
                <a:lnTo>
                  <a:pt x="1565734" y="140277"/>
                </a:lnTo>
                <a:lnTo>
                  <a:pt x="1577289" y="180686"/>
                </a:lnTo>
                <a:lnTo>
                  <a:pt x="1451152" y="180686"/>
                </a:lnTo>
                <a:lnTo>
                  <a:pt x="1450981" y="183789"/>
                </a:lnTo>
                <a:lnTo>
                  <a:pt x="1450866" y="205509"/>
                </a:lnTo>
                <a:lnTo>
                  <a:pt x="1451073" y="210127"/>
                </a:lnTo>
                <a:lnTo>
                  <a:pt x="1611925" y="210127"/>
                </a:lnTo>
                <a:lnTo>
                  <a:pt x="1611925" y="195695"/>
                </a:lnTo>
                <a:lnTo>
                  <a:pt x="1611399" y="180686"/>
                </a:lnTo>
                <a:lnTo>
                  <a:pt x="1599234" y="133368"/>
                </a:lnTo>
                <a:lnTo>
                  <a:pt x="1588194" y="116338"/>
                </a:lnTo>
                <a:lnTo>
                  <a:pt x="1587357" y="115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8901546" y="1951684"/>
            <a:ext cx="587312" cy="5873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0" name="object 20"/>
          <p:cNvSpPr/>
          <p:nvPr/>
        </p:nvSpPr>
        <p:spPr>
          <a:xfrm>
            <a:off x="9552107" y="1951684"/>
            <a:ext cx="569240" cy="5692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8763" y="777059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" name="object 3"/>
          <p:cNvSpPr/>
          <p:nvPr/>
        </p:nvSpPr>
        <p:spPr>
          <a:xfrm>
            <a:off x="9318927" y="885486"/>
            <a:ext cx="1528655" cy="220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4" name="object 4"/>
          <p:cNvSpPr/>
          <p:nvPr/>
        </p:nvSpPr>
        <p:spPr>
          <a:xfrm>
            <a:off x="11033941" y="813202"/>
            <a:ext cx="289138" cy="2891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" name="object 5"/>
          <p:cNvSpPr/>
          <p:nvPr/>
        </p:nvSpPr>
        <p:spPr>
          <a:xfrm>
            <a:off x="4019486" y="1396099"/>
            <a:ext cx="4259169" cy="2701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6" name="object 6"/>
          <p:cNvSpPr/>
          <p:nvPr/>
        </p:nvSpPr>
        <p:spPr>
          <a:xfrm>
            <a:off x="2106795" y="2683565"/>
            <a:ext cx="8647043" cy="31263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106795" y="2683539"/>
          <a:ext cx="8628972" cy="3126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0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9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6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8119147" y="3287305"/>
            <a:ext cx="2307177" cy="2628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9" name="object 9"/>
          <p:cNvSpPr/>
          <p:nvPr/>
        </p:nvSpPr>
        <p:spPr>
          <a:xfrm>
            <a:off x="8101076" y="4082435"/>
            <a:ext cx="2175827" cy="26285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0" name="object 10"/>
          <p:cNvSpPr/>
          <p:nvPr/>
        </p:nvSpPr>
        <p:spPr>
          <a:xfrm>
            <a:off x="8101076" y="3684870"/>
            <a:ext cx="2172002" cy="2628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1" name="object 11"/>
          <p:cNvGrpSpPr/>
          <p:nvPr/>
        </p:nvGrpSpPr>
        <p:grpSpPr>
          <a:xfrm>
            <a:off x="2748320" y="2870026"/>
            <a:ext cx="6767644" cy="1078847"/>
            <a:chOff x="3479800" y="4033981"/>
            <a:chExt cx="9512300" cy="1516380"/>
          </a:xfrm>
        </p:grpSpPr>
        <p:sp>
          <p:nvSpPr>
            <p:cNvPr id="12" name="object 12"/>
            <p:cNvSpPr/>
            <p:nvPr/>
          </p:nvSpPr>
          <p:spPr>
            <a:xfrm>
              <a:off x="11017827" y="4033981"/>
              <a:ext cx="1612265" cy="314325"/>
            </a:xfrm>
            <a:custGeom>
              <a:avLst/>
              <a:gdLst/>
              <a:ahLst/>
              <a:cxnLst/>
              <a:rect l="l" t="t" r="r" b="b"/>
              <a:pathLst>
                <a:path w="1612265" h="314325">
                  <a:moveTo>
                    <a:pt x="128731" y="45604"/>
                  </a:moveTo>
                  <a:lnTo>
                    <a:pt x="92940" y="45604"/>
                  </a:lnTo>
                  <a:lnTo>
                    <a:pt x="92940" y="309418"/>
                  </a:lnTo>
                  <a:lnTo>
                    <a:pt x="128731" y="309418"/>
                  </a:lnTo>
                  <a:lnTo>
                    <a:pt x="128731" y="45604"/>
                  </a:lnTo>
                  <a:close/>
                </a:path>
                <a:path w="1612265" h="314325">
                  <a:moveTo>
                    <a:pt x="221672" y="13854"/>
                  </a:moveTo>
                  <a:lnTo>
                    <a:pt x="0" y="13854"/>
                  </a:lnTo>
                  <a:lnTo>
                    <a:pt x="0" y="45604"/>
                  </a:lnTo>
                  <a:lnTo>
                    <a:pt x="221672" y="45604"/>
                  </a:lnTo>
                  <a:lnTo>
                    <a:pt x="221672" y="13854"/>
                  </a:lnTo>
                  <a:close/>
                </a:path>
                <a:path w="1612265" h="314325">
                  <a:moveTo>
                    <a:pt x="329622" y="84859"/>
                  </a:moveTo>
                  <a:lnTo>
                    <a:pt x="288816" y="93139"/>
                  </a:lnTo>
                  <a:lnTo>
                    <a:pt x="257174" y="117042"/>
                  </a:lnTo>
                  <a:lnTo>
                    <a:pt x="236735" y="153771"/>
                  </a:lnTo>
                  <a:lnTo>
                    <a:pt x="229754" y="200313"/>
                  </a:lnTo>
                  <a:lnTo>
                    <a:pt x="230530" y="216820"/>
                  </a:lnTo>
                  <a:lnTo>
                    <a:pt x="242165" y="260061"/>
                  </a:lnTo>
                  <a:lnTo>
                    <a:pt x="266925" y="292045"/>
                  </a:lnTo>
                  <a:lnTo>
                    <a:pt x="303248" y="310500"/>
                  </a:lnTo>
                  <a:lnTo>
                    <a:pt x="333086" y="314036"/>
                  </a:lnTo>
                  <a:lnTo>
                    <a:pt x="344063" y="313603"/>
                  </a:lnTo>
                  <a:lnTo>
                    <a:pt x="382298" y="303230"/>
                  </a:lnTo>
                  <a:lnTo>
                    <a:pt x="407429" y="283440"/>
                  </a:lnTo>
                  <a:lnTo>
                    <a:pt x="333086" y="283440"/>
                  </a:lnTo>
                  <a:lnTo>
                    <a:pt x="323083" y="282881"/>
                  </a:lnTo>
                  <a:lnTo>
                    <a:pt x="282971" y="263344"/>
                  </a:lnTo>
                  <a:lnTo>
                    <a:pt x="265978" y="228708"/>
                  </a:lnTo>
                  <a:lnTo>
                    <a:pt x="264020" y="210127"/>
                  </a:lnTo>
                  <a:lnTo>
                    <a:pt x="253999" y="210127"/>
                  </a:lnTo>
                  <a:lnTo>
                    <a:pt x="253999" y="180686"/>
                  </a:lnTo>
                  <a:lnTo>
                    <a:pt x="264099" y="180686"/>
                  </a:lnTo>
                  <a:lnTo>
                    <a:pt x="264309" y="176861"/>
                  </a:lnTo>
                  <a:lnTo>
                    <a:pt x="281384" y="137030"/>
                  </a:lnTo>
                  <a:lnTo>
                    <a:pt x="319791" y="116085"/>
                  </a:lnTo>
                  <a:lnTo>
                    <a:pt x="329622" y="115454"/>
                  </a:lnTo>
                  <a:lnTo>
                    <a:pt x="400304" y="115454"/>
                  </a:lnTo>
                  <a:lnTo>
                    <a:pt x="394565" y="109393"/>
                  </a:lnTo>
                  <a:lnTo>
                    <a:pt x="355356" y="88106"/>
                  </a:lnTo>
                  <a:lnTo>
                    <a:pt x="338254" y="85219"/>
                  </a:lnTo>
                  <a:lnTo>
                    <a:pt x="329622" y="84859"/>
                  </a:lnTo>
                  <a:close/>
                </a:path>
                <a:path w="1612265" h="314325">
                  <a:moveTo>
                    <a:pt x="388504" y="248804"/>
                  </a:moveTo>
                  <a:lnTo>
                    <a:pt x="350115" y="282190"/>
                  </a:lnTo>
                  <a:lnTo>
                    <a:pt x="342034" y="283440"/>
                  </a:lnTo>
                  <a:lnTo>
                    <a:pt x="407429" y="283440"/>
                  </a:lnTo>
                  <a:lnTo>
                    <a:pt x="409638" y="280879"/>
                  </a:lnTo>
                  <a:lnTo>
                    <a:pt x="414445" y="273771"/>
                  </a:lnTo>
                  <a:lnTo>
                    <a:pt x="418369" y="266158"/>
                  </a:lnTo>
                  <a:lnTo>
                    <a:pt x="421409" y="258040"/>
                  </a:lnTo>
                  <a:lnTo>
                    <a:pt x="388504" y="248804"/>
                  </a:lnTo>
                  <a:close/>
                </a:path>
                <a:path w="1612265" h="314325">
                  <a:moveTo>
                    <a:pt x="264099" y="180686"/>
                  </a:moveTo>
                  <a:lnTo>
                    <a:pt x="253999" y="180686"/>
                  </a:lnTo>
                  <a:lnTo>
                    <a:pt x="253999" y="210127"/>
                  </a:lnTo>
                  <a:lnTo>
                    <a:pt x="264020" y="210127"/>
                  </a:lnTo>
                  <a:lnTo>
                    <a:pt x="263813" y="205509"/>
                  </a:lnTo>
                  <a:lnTo>
                    <a:pt x="263928" y="183789"/>
                  </a:lnTo>
                  <a:lnTo>
                    <a:pt x="264099" y="180686"/>
                  </a:lnTo>
                  <a:close/>
                </a:path>
                <a:path w="1612265" h="314325">
                  <a:moveTo>
                    <a:pt x="400304" y="115454"/>
                  </a:moveTo>
                  <a:lnTo>
                    <a:pt x="329622" y="115454"/>
                  </a:lnTo>
                  <a:lnTo>
                    <a:pt x="338552" y="115986"/>
                  </a:lnTo>
                  <a:lnTo>
                    <a:pt x="346868" y="117583"/>
                  </a:lnTo>
                  <a:lnTo>
                    <a:pt x="378681" y="140277"/>
                  </a:lnTo>
                  <a:lnTo>
                    <a:pt x="390236" y="180686"/>
                  </a:lnTo>
                  <a:lnTo>
                    <a:pt x="264099" y="180686"/>
                  </a:lnTo>
                  <a:lnTo>
                    <a:pt x="263928" y="183789"/>
                  </a:lnTo>
                  <a:lnTo>
                    <a:pt x="263813" y="205509"/>
                  </a:lnTo>
                  <a:lnTo>
                    <a:pt x="264020" y="210127"/>
                  </a:lnTo>
                  <a:lnTo>
                    <a:pt x="424872" y="210127"/>
                  </a:lnTo>
                  <a:lnTo>
                    <a:pt x="424872" y="195695"/>
                  </a:lnTo>
                  <a:lnTo>
                    <a:pt x="424346" y="180686"/>
                  </a:lnTo>
                  <a:lnTo>
                    <a:pt x="412181" y="133368"/>
                  </a:lnTo>
                  <a:lnTo>
                    <a:pt x="401141" y="116338"/>
                  </a:lnTo>
                  <a:lnTo>
                    <a:pt x="400304" y="115454"/>
                  </a:lnTo>
                  <a:close/>
                </a:path>
                <a:path w="1612265" h="314325">
                  <a:moveTo>
                    <a:pt x="510742" y="13854"/>
                  </a:moveTo>
                  <a:lnTo>
                    <a:pt x="476682" y="13854"/>
                  </a:lnTo>
                  <a:lnTo>
                    <a:pt x="476682" y="309418"/>
                  </a:lnTo>
                  <a:lnTo>
                    <a:pt x="510742" y="309418"/>
                  </a:lnTo>
                  <a:lnTo>
                    <a:pt x="510742" y="13854"/>
                  </a:lnTo>
                  <a:close/>
                </a:path>
                <a:path w="1612265" h="314325">
                  <a:moveTo>
                    <a:pt x="662600" y="84859"/>
                  </a:moveTo>
                  <a:lnTo>
                    <a:pt x="621794" y="93139"/>
                  </a:lnTo>
                  <a:lnTo>
                    <a:pt x="590153" y="117042"/>
                  </a:lnTo>
                  <a:lnTo>
                    <a:pt x="569714" y="153771"/>
                  </a:lnTo>
                  <a:lnTo>
                    <a:pt x="562732" y="200313"/>
                  </a:lnTo>
                  <a:lnTo>
                    <a:pt x="563508" y="216820"/>
                  </a:lnTo>
                  <a:lnTo>
                    <a:pt x="575144" y="260061"/>
                  </a:lnTo>
                  <a:lnTo>
                    <a:pt x="599903" y="292045"/>
                  </a:lnTo>
                  <a:lnTo>
                    <a:pt x="636226" y="310500"/>
                  </a:lnTo>
                  <a:lnTo>
                    <a:pt x="666064" y="314036"/>
                  </a:lnTo>
                  <a:lnTo>
                    <a:pt x="677041" y="313603"/>
                  </a:lnTo>
                  <a:lnTo>
                    <a:pt x="715276" y="303230"/>
                  </a:lnTo>
                  <a:lnTo>
                    <a:pt x="740408" y="283440"/>
                  </a:lnTo>
                  <a:lnTo>
                    <a:pt x="666064" y="283440"/>
                  </a:lnTo>
                  <a:lnTo>
                    <a:pt x="656061" y="282881"/>
                  </a:lnTo>
                  <a:lnTo>
                    <a:pt x="615950" y="263344"/>
                  </a:lnTo>
                  <a:lnTo>
                    <a:pt x="598956" y="228708"/>
                  </a:lnTo>
                  <a:lnTo>
                    <a:pt x="596998" y="210127"/>
                  </a:lnTo>
                  <a:lnTo>
                    <a:pt x="586978" y="210127"/>
                  </a:lnTo>
                  <a:lnTo>
                    <a:pt x="586978" y="180686"/>
                  </a:lnTo>
                  <a:lnTo>
                    <a:pt x="597077" y="180686"/>
                  </a:lnTo>
                  <a:lnTo>
                    <a:pt x="597287" y="176861"/>
                  </a:lnTo>
                  <a:lnTo>
                    <a:pt x="614362" y="137030"/>
                  </a:lnTo>
                  <a:lnTo>
                    <a:pt x="652769" y="116085"/>
                  </a:lnTo>
                  <a:lnTo>
                    <a:pt x="662600" y="115454"/>
                  </a:lnTo>
                  <a:lnTo>
                    <a:pt x="733282" y="115454"/>
                  </a:lnTo>
                  <a:lnTo>
                    <a:pt x="727544" y="109393"/>
                  </a:lnTo>
                  <a:lnTo>
                    <a:pt x="688334" y="88106"/>
                  </a:lnTo>
                  <a:lnTo>
                    <a:pt x="671232" y="85219"/>
                  </a:lnTo>
                  <a:lnTo>
                    <a:pt x="662600" y="84859"/>
                  </a:lnTo>
                  <a:close/>
                </a:path>
                <a:path w="1612265" h="314325">
                  <a:moveTo>
                    <a:pt x="721482" y="248804"/>
                  </a:moveTo>
                  <a:lnTo>
                    <a:pt x="683094" y="282190"/>
                  </a:lnTo>
                  <a:lnTo>
                    <a:pt x="675012" y="283440"/>
                  </a:lnTo>
                  <a:lnTo>
                    <a:pt x="740408" y="283440"/>
                  </a:lnTo>
                  <a:lnTo>
                    <a:pt x="742616" y="280879"/>
                  </a:lnTo>
                  <a:lnTo>
                    <a:pt x="747423" y="273771"/>
                  </a:lnTo>
                  <a:lnTo>
                    <a:pt x="751347" y="266158"/>
                  </a:lnTo>
                  <a:lnTo>
                    <a:pt x="754387" y="258040"/>
                  </a:lnTo>
                  <a:lnTo>
                    <a:pt x="721482" y="248804"/>
                  </a:lnTo>
                  <a:close/>
                </a:path>
                <a:path w="1612265" h="314325">
                  <a:moveTo>
                    <a:pt x="597077" y="180686"/>
                  </a:moveTo>
                  <a:lnTo>
                    <a:pt x="586978" y="180686"/>
                  </a:lnTo>
                  <a:lnTo>
                    <a:pt x="586978" y="210127"/>
                  </a:lnTo>
                  <a:lnTo>
                    <a:pt x="596998" y="210127"/>
                  </a:lnTo>
                  <a:lnTo>
                    <a:pt x="596791" y="205509"/>
                  </a:lnTo>
                  <a:lnTo>
                    <a:pt x="596906" y="183789"/>
                  </a:lnTo>
                  <a:lnTo>
                    <a:pt x="597077" y="180686"/>
                  </a:lnTo>
                  <a:close/>
                </a:path>
                <a:path w="1612265" h="314325">
                  <a:moveTo>
                    <a:pt x="733282" y="115454"/>
                  </a:moveTo>
                  <a:lnTo>
                    <a:pt x="662600" y="115454"/>
                  </a:lnTo>
                  <a:lnTo>
                    <a:pt x="671530" y="115986"/>
                  </a:lnTo>
                  <a:lnTo>
                    <a:pt x="679846" y="117583"/>
                  </a:lnTo>
                  <a:lnTo>
                    <a:pt x="711659" y="140277"/>
                  </a:lnTo>
                  <a:lnTo>
                    <a:pt x="723214" y="180686"/>
                  </a:lnTo>
                  <a:lnTo>
                    <a:pt x="597077" y="180686"/>
                  </a:lnTo>
                  <a:lnTo>
                    <a:pt x="596906" y="183789"/>
                  </a:lnTo>
                  <a:lnTo>
                    <a:pt x="596791" y="205509"/>
                  </a:lnTo>
                  <a:lnTo>
                    <a:pt x="596998" y="210127"/>
                  </a:lnTo>
                  <a:lnTo>
                    <a:pt x="757850" y="210127"/>
                  </a:lnTo>
                  <a:lnTo>
                    <a:pt x="757850" y="195695"/>
                  </a:lnTo>
                  <a:lnTo>
                    <a:pt x="757324" y="180686"/>
                  </a:lnTo>
                  <a:lnTo>
                    <a:pt x="745159" y="133368"/>
                  </a:lnTo>
                  <a:lnTo>
                    <a:pt x="734119" y="116338"/>
                  </a:lnTo>
                  <a:lnTo>
                    <a:pt x="733282" y="115454"/>
                  </a:lnTo>
                  <a:close/>
                </a:path>
                <a:path w="1612265" h="314325">
                  <a:moveTo>
                    <a:pt x="895386" y="0"/>
                  </a:moveTo>
                  <a:lnTo>
                    <a:pt x="887015" y="0"/>
                  </a:lnTo>
                  <a:lnTo>
                    <a:pt x="879177" y="396"/>
                  </a:lnTo>
                  <a:lnTo>
                    <a:pt x="838425" y="19446"/>
                  </a:lnTo>
                  <a:lnTo>
                    <a:pt x="824670" y="57150"/>
                  </a:lnTo>
                  <a:lnTo>
                    <a:pt x="824670" y="309418"/>
                  </a:lnTo>
                  <a:lnTo>
                    <a:pt x="858729" y="309418"/>
                  </a:lnTo>
                  <a:lnTo>
                    <a:pt x="858729" y="65231"/>
                  </a:lnTo>
                  <a:lnTo>
                    <a:pt x="859189" y="57501"/>
                  </a:lnTo>
                  <a:lnTo>
                    <a:pt x="890479" y="31750"/>
                  </a:lnTo>
                  <a:lnTo>
                    <a:pt x="910683" y="31750"/>
                  </a:lnTo>
                  <a:lnTo>
                    <a:pt x="919342" y="5772"/>
                  </a:lnTo>
                  <a:lnTo>
                    <a:pt x="916745" y="4618"/>
                  </a:lnTo>
                  <a:lnTo>
                    <a:pt x="912800" y="3367"/>
                  </a:lnTo>
                  <a:lnTo>
                    <a:pt x="902217" y="673"/>
                  </a:lnTo>
                  <a:lnTo>
                    <a:pt x="895386" y="0"/>
                  </a:lnTo>
                  <a:close/>
                </a:path>
                <a:path w="1612265" h="314325">
                  <a:moveTo>
                    <a:pt x="824670" y="87745"/>
                  </a:moveTo>
                  <a:lnTo>
                    <a:pt x="788879" y="87745"/>
                  </a:lnTo>
                  <a:lnTo>
                    <a:pt x="788879" y="116609"/>
                  </a:lnTo>
                  <a:lnTo>
                    <a:pt x="824670" y="116609"/>
                  </a:lnTo>
                  <a:lnTo>
                    <a:pt x="824670" y="87745"/>
                  </a:lnTo>
                  <a:close/>
                </a:path>
                <a:path w="1612265" h="314325">
                  <a:moveTo>
                    <a:pt x="908374" y="87745"/>
                  </a:moveTo>
                  <a:lnTo>
                    <a:pt x="858729" y="87745"/>
                  </a:lnTo>
                  <a:lnTo>
                    <a:pt x="858729" y="116609"/>
                  </a:lnTo>
                  <a:lnTo>
                    <a:pt x="908374" y="116609"/>
                  </a:lnTo>
                  <a:lnTo>
                    <a:pt x="908374" y="87745"/>
                  </a:lnTo>
                  <a:close/>
                </a:path>
                <a:path w="1612265" h="314325">
                  <a:moveTo>
                    <a:pt x="910683" y="31750"/>
                  </a:moveTo>
                  <a:lnTo>
                    <a:pt x="895386" y="31750"/>
                  </a:lnTo>
                  <a:lnTo>
                    <a:pt x="899330" y="32182"/>
                  </a:lnTo>
                  <a:lnTo>
                    <a:pt x="905392" y="33914"/>
                  </a:lnTo>
                  <a:lnTo>
                    <a:pt x="907797" y="34636"/>
                  </a:lnTo>
                  <a:lnTo>
                    <a:pt x="909529" y="35213"/>
                  </a:lnTo>
                  <a:lnTo>
                    <a:pt x="910683" y="31750"/>
                  </a:lnTo>
                  <a:close/>
                </a:path>
                <a:path w="1612265" h="314325">
                  <a:moveTo>
                    <a:pt x="1037034" y="84859"/>
                  </a:moveTo>
                  <a:lnTo>
                    <a:pt x="996147" y="92895"/>
                  </a:lnTo>
                  <a:lnTo>
                    <a:pt x="964298" y="116320"/>
                  </a:lnTo>
                  <a:lnTo>
                    <a:pt x="943651" y="152733"/>
                  </a:lnTo>
                  <a:lnTo>
                    <a:pt x="936588" y="199736"/>
                  </a:lnTo>
                  <a:lnTo>
                    <a:pt x="937373" y="216369"/>
                  </a:lnTo>
                  <a:lnTo>
                    <a:pt x="949144" y="259772"/>
                  </a:lnTo>
                  <a:lnTo>
                    <a:pt x="973714" y="291892"/>
                  </a:lnTo>
                  <a:lnTo>
                    <a:pt x="1008856" y="310464"/>
                  </a:lnTo>
                  <a:lnTo>
                    <a:pt x="1037034" y="314036"/>
                  </a:lnTo>
                  <a:lnTo>
                    <a:pt x="1051574" y="313143"/>
                  </a:lnTo>
                  <a:lnTo>
                    <a:pt x="1089566" y="299748"/>
                  </a:lnTo>
                  <a:lnTo>
                    <a:pt x="1108855" y="283440"/>
                  </a:lnTo>
                  <a:lnTo>
                    <a:pt x="1037034" y="283440"/>
                  </a:lnTo>
                  <a:lnTo>
                    <a:pt x="1026138" y="282710"/>
                  </a:lnTo>
                  <a:lnTo>
                    <a:pt x="986703" y="258221"/>
                  </a:lnTo>
                  <a:lnTo>
                    <a:pt x="972415" y="221167"/>
                  </a:lnTo>
                  <a:lnTo>
                    <a:pt x="970648" y="199736"/>
                  </a:lnTo>
                  <a:lnTo>
                    <a:pt x="971090" y="188813"/>
                  </a:lnTo>
                  <a:lnTo>
                    <a:pt x="981733" y="149179"/>
                  </a:lnTo>
                  <a:lnTo>
                    <a:pt x="1016252" y="118413"/>
                  </a:lnTo>
                  <a:lnTo>
                    <a:pt x="1037034" y="115454"/>
                  </a:lnTo>
                  <a:lnTo>
                    <a:pt x="1108820" y="115454"/>
                  </a:lnTo>
                  <a:lnTo>
                    <a:pt x="1100263" y="107011"/>
                  </a:lnTo>
                  <a:lnTo>
                    <a:pt x="1089566" y="99146"/>
                  </a:lnTo>
                  <a:lnTo>
                    <a:pt x="1077840" y="92895"/>
                  </a:lnTo>
                  <a:lnTo>
                    <a:pt x="1065176" y="88430"/>
                  </a:lnTo>
                  <a:lnTo>
                    <a:pt x="1051574" y="85752"/>
                  </a:lnTo>
                  <a:lnTo>
                    <a:pt x="1037034" y="84859"/>
                  </a:lnTo>
                  <a:close/>
                </a:path>
                <a:path w="1612265" h="314325">
                  <a:moveTo>
                    <a:pt x="1108820" y="115454"/>
                  </a:moveTo>
                  <a:lnTo>
                    <a:pt x="1037034" y="115454"/>
                  </a:lnTo>
                  <a:lnTo>
                    <a:pt x="1047930" y="116194"/>
                  </a:lnTo>
                  <a:lnTo>
                    <a:pt x="1057816" y="118413"/>
                  </a:lnTo>
                  <a:lnTo>
                    <a:pt x="1092335" y="149179"/>
                  </a:lnTo>
                  <a:lnTo>
                    <a:pt x="1102978" y="188813"/>
                  </a:lnTo>
                  <a:lnTo>
                    <a:pt x="1103420" y="199736"/>
                  </a:lnTo>
                  <a:lnTo>
                    <a:pt x="1102978" y="210650"/>
                  </a:lnTo>
                  <a:lnTo>
                    <a:pt x="1092335" y="250076"/>
                  </a:lnTo>
                  <a:lnTo>
                    <a:pt x="1057816" y="280518"/>
                  </a:lnTo>
                  <a:lnTo>
                    <a:pt x="1037034" y="283440"/>
                  </a:lnTo>
                  <a:lnTo>
                    <a:pt x="1108855" y="283440"/>
                  </a:lnTo>
                  <a:lnTo>
                    <a:pt x="1130336" y="246387"/>
                  </a:lnTo>
                  <a:lnTo>
                    <a:pt x="1137479" y="199736"/>
                  </a:lnTo>
                  <a:lnTo>
                    <a:pt x="1136686" y="182968"/>
                  </a:lnTo>
                  <a:lnTo>
                    <a:pt x="1124779" y="139267"/>
                  </a:lnTo>
                  <a:lnTo>
                    <a:pt x="1109698" y="116320"/>
                  </a:lnTo>
                  <a:lnTo>
                    <a:pt x="1108820" y="115454"/>
                  </a:lnTo>
                  <a:close/>
                </a:path>
                <a:path w="1612265" h="314325">
                  <a:moveTo>
                    <a:pt x="1222375" y="87745"/>
                  </a:moveTo>
                  <a:lnTo>
                    <a:pt x="1189470" y="87745"/>
                  </a:lnTo>
                  <a:lnTo>
                    <a:pt x="1189470" y="309418"/>
                  </a:lnTo>
                  <a:lnTo>
                    <a:pt x="1223529" y="309418"/>
                  </a:lnTo>
                  <a:lnTo>
                    <a:pt x="1223529" y="176068"/>
                  </a:lnTo>
                  <a:lnTo>
                    <a:pt x="1223989" y="166759"/>
                  </a:lnTo>
                  <a:lnTo>
                    <a:pt x="1239584" y="131221"/>
                  </a:lnTo>
                  <a:lnTo>
                    <a:pt x="1251259" y="122381"/>
                  </a:lnTo>
                  <a:lnTo>
                    <a:pt x="1222375" y="122381"/>
                  </a:lnTo>
                  <a:lnTo>
                    <a:pt x="1222375" y="87745"/>
                  </a:lnTo>
                  <a:close/>
                </a:path>
                <a:path w="1612265" h="314325">
                  <a:moveTo>
                    <a:pt x="1351820" y="115454"/>
                  </a:moveTo>
                  <a:lnTo>
                    <a:pt x="1280102" y="115454"/>
                  </a:lnTo>
                  <a:lnTo>
                    <a:pt x="1291304" y="116374"/>
                  </a:lnTo>
                  <a:lnTo>
                    <a:pt x="1301244" y="119134"/>
                  </a:lnTo>
                  <a:lnTo>
                    <a:pt x="1327510" y="147637"/>
                  </a:lnTo>
                  <a:lnTo>
                    <a:pt x="1330902" y="170872"/>
                  </a:lnTo>
                  <a:lnTo>
                    <a:pt x="1330902" y="309418"/>
                  </a:lnTo>
                  <a:lnTo>
                    <a:pt x="1364961" y="309418"/>
                  </a:lnTo>
                  <a:lnTo>
                    <a:pt x="1364883" y="166759"/>
                  </a:lnTo>
                  <a:lnTo>
                    <a:pt x="1355580" y="121804"/>
                  </a:lnTo>
                  <a:lnTo>
                    <a:pt x="1351820" y="115454"/>
                  </a:lnTo>
                  <a:close/>
                </a:path>
                <a:path w="1612265" h="314325">
                  <a:moveTo>
                    <a:pt x="1289915" y="84859"/>
                  </a:moveTo>
                  <a:lnTo>
                    <a:pt x="1248929" y="95250"/>
                  </a:lnTo>
                  <a:lnTo>
                    <a:pt x="1225261" y="122381"/>
                  </a:lnTo>
                  <a:lnTo>
                    <a:pt x="1251259" y="122381"/>
                  </a:lnTo>
                  <a:lnTo>
                    <a:pt x="1257588" y="119432"/>
                  </a:lnTo>
                  <a:lnTo>
                    <a:pt x="1264660" y="117222"/>
                  </a:lnTo>
                  <a:lnTo>
                    <a:pt x="1272164" y="115896"/>
                  </a:lnTo>
                  <a:lnTo>
                    <a:pt x="1280102" y="115454"/>
                  </a:lnTo>
                  <a:lnTo>
                    <a:pt x="1351820" y="115454"/>
                  </a:lnTo>
                  <a:lnTo>
                    <a:pt x="1350421" y="113091"/>
                  </a:lnTo>
                  <a:lnTo>
                    <a:pt x="1311022" y="87168"/>
                  </a:lnTo>
                  <a:lnTo>
                    <a:pt x="1300820" y="85436"/>
                  </a:lnTo>
                  <a:lnTo>
                    <a:pt x="1289915" y="84859"/>
                  </a:lnTo>
                  <a:close/>
                </a:path>
                <a:path w="1612265" h="314325">
                  <a:moveTo>
                    <a:pt x="1516675" y="84859"/>
                  </a:moveTo>
                  <a:lnTo>
                    <a:pt x="1475869" y="93139"/>
                  </a:lnTo>
                  <a:lnTo>
                    <a:pt x="1444228" y="117042"/>
                  </a:lnTo>
                  <a:lnTo>
                    <a:pt x="1423789" y="153771"/>
                  </a:lnTo>
                  <a:lnTo>
                    <a:pt x="1416807" y="200313"/>
                  </a:lnTo>
                  <a:lnTo>
                    <a:pt x="1417583" y="216820"/>
                  </a:lnTo>
                  <a:lnTo>
                    <a:pt x="1429219" y="260061"/>
                  </a:lnTo>
                  <a:lnTo>
                    <a:pt x="1453978" y="292045"/>
                  </a:lnTo>
                  <a:lnTo>
                    <a:pt x="1490301" y="310500"/>
                  </a:lnTo>
                  <a:lnTo>
                    <a:pt x="1520139" y="314036"/>
                  </a:lnTo>
                  <a:lnTo>
                    <a:pt x="1531116" y="313603"/>
                  </a:lnTo>
                  <a:lnTo>
                    <a:pt x="1569352" y="303230"/>
                  </a:lnTo>
                  <a:lnTo>
                    <a:pt x="1594483" y="283440"/>
                  </a:lnTo>
                  <a:lnTo>
                    <a:pt x="1520139" y="283440"/>
                  </a:lnTo>
                  <a:lnTo>
                    <a:pt x="1510136" y="282881"/>
                  </a:lnTo>
                  <a:lnTo>
                    <a:pt x="1470024" y="263344"/>
                  </a:lnTo>
                  <a:lnTo>
                    <a:pt x="1453031" y="228708"/>
                  </a:lnTo>
                  <a:lnTo>
                    <a:pt x="1451073" y="210127"/>
                  </a:lnTo>
                  <a:lnTo>
                    <a:pt x="1441053" y="210127"/>
                  </a:lnTo>
                  <a:lnTo>
                    <a:pt x="1441053" y="180686"/>
                  </a:lnTo>
                  <a:lnTo>
                    <a:pt x="1451152" y="180686"/>
                  </a:lnTo>
                  <a:lnTo>
                    <a:pt x="1451362" y="176861"/>
                  </a:lnTo>
                  <a:lnTo>
                    <a:pt x="1468437" y="137030"/>
                  </a:lnTo>
                  <a:lnTo>
                    <a:pt x="1506844" y="116085"/>
                  </a:lnTo>
                  <a:lnTo>
                    <a:pt x="1516675" y="115454"/>
                  </a:lnTo>
                  <a:lnTo>
                    <a:pt x="1587357" y="115454"/>
                  </a:lnTo>
                  <a:lnTo>
                    <a:pt x="1581619" y="109393"/>
                  </a:lnTo>
                  <a:lnTo>
                    <a:pt x="1542409" y="88106"/>
                  </a:lnTo>
                  <a:lnTo>
                    <a:pt x="1525307" y="85219"/>
                  </a:lnTo>
                  <a:lnTo>
                    <a:pt x="1516675" y="84859"/>
                  </a:lnTo>
                  <a:close/>
                </a:path>
                <a:path w="1612265" h="314325">
                  <a:moveTo>
                    <a:pt x="1575557" y="248804"/>
                  </a:moveTo>
                  <a:lnTo>
                    <a:pt x="1537168" y="282190"/>
                  </a:lnTo>
                  <a:lnTo>
                    <a:pt x="1529087" y="283440"/>
                  </a:lnTo>
                  <a:lnTo>
                    <a:pt x="1594483" y="283440"/>
                  </a:lnTo>
                  <a:lnTo>
                    <a:pt x="1596691" y="280879"/>
                  </a:lnTo>
                  <a:lnTo>
                    <a:pt x="1601498" y="273771"/>
                  </a:lnTo>
                  <a:lnTo>
                    <a:pt x="1605422" y="266158"/>
                  </a:lnTo>
                  <a:lnTo>
                    <a:pt x="1608462" y="258040"/>
                  </a:lnTo>
                  <a:lnTo>
                    <a:pt x="1575557" y="248804"/>
                  </a:lnTo>
                  <a:close/>
                </a:path>
                <a:path w="1612265" h="314325">
                  <a:moveTo>
                    <a:pt x="1451152" y="180686"/>
                  </a:moveTo>
                  <a:lnTo>
                    <a:pt x="1441053" y="180686"/>
                  </a:lnTo>
                  <a:lnTo>
                    <a:pt x="1441053" y="210127"/>
                  </a:lnTo>
                  <a:lnTo>
                    <a:pt x="1451073" y="210127"/>
                  </a:lnTo>
                  <a:lnTo>
                    <a:pt x="1450866" y="205509"/>
                  </a:lnTo>
                  <a:lnTo>
                    <a:pt x="1450981" y="183789"/>
                  </a:lnTo>
                  <a:lnTo>
                    <a:pt x="1451152" y="180686"/>
                  </a:lnTo>
                  <a:close/>
                </a:path>
                <a:path w="1612265" h="314325">
                  <a:moveTo>
                    <a:pt x="1587357" y="115454"/>
                  </a:moveTo>
                  <a:lnTo>
                    <a:pt x="1516675" y="115454"/>
                  </a:lnTo>
                  <a:lnTo>
                    <a:pt x="1525605" y="115986"/>
                  </a:lnTo>
                  <a:lnTo>
                    <a:pt x="1533921" y="117583"/>
                  </a:lnTo>
                  <a:lnTo>
                    <a:pt x="1565734" y="140277"/>
                  </a:lnTo>
                  <a:lnTo>
                    <a:pt x="1577289" y="180686"/>
                  </a:lnTo>
                  <a:lnTo>
                    <a:pt x="1451152" y="180686"/>
                  </a:lnTo>
                  <a:lnTo>
                    <a:pt x="1450981" y="183789"/>
                  </a:lnTo>
                  <a:lnTo>
                    <a:pt x="1450866" y="205509"/>
                  </a:lnTo>
                  <a:lnTo>
                    <a:pt x="1451073" y="210127"/>
                  </a:lnTo>
                  <a:lnTo>
                    <a:pt x="1611925" y="210127"/>
                  </a:lnTo>
                  <a:lnTo>
                    <a:pt x="1611925" y="195695"/>
                  </a:lnTo>
                  <a:lnTo>
                    <a:pt x="1611399" y="180686"/>
                  </a:lnTo>
                  <a:lnTo>
                    <a:pt x="1599234" y="133368"/>
                  </a:lnTo>
                  <a:lnTo>
                    <a:pt x="1588194" y="116338"/>
                  </a:lnTo>
                  <a:lnTo>
                    <a:pt x="1587357" y="1154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9800" y="4381499"/>
              <a:ext cx="9512300" cy="11684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3530600" y="4381499"/>
              <a:ext cx="9410700" cy="10668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5" name="object 15"/>
          <p:cNvSpPr/>
          <p:nvPr/>
        </p:nvSpPr>
        <p:spPr>
          <a:xfrm>
            <a:off x="272573" y="0"/>
            <a:ext cx="2575138" cy="25751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6" name="object 16"/>
          <p:cNvSpPr/>
          <p:nvPr/>
        </p:nvSpPr>
        <p:spPr>
          <a:xfrm>
            <a:off x="9588249" y="1987826"/>
            <a:ext cx="496957" cy="496957"/>
          </a:xfrm>
          <a:custGeom>
            <a:avLst/>
            <a:gdLst/>
            <a:ahLst/>
            <a:cxnLst/>
            <a:rect l="l" t="t" r="r" b="b"/>
            <a:pathLst>
              <a:path w="698500" h="698500">
                <a:moveTo>
                  <a:pt x="349250" y="0"/>
                </a:moveTo>
                <a:lnTo>
                  <a:pt x="301858" y="3188"/>
                </a:lnTo>
                <a:lnTo>
                  <a:pt x="256405" y="12475"/>
                </a:lnTo>
                <a:lnTo>
                  <a:pt x="213306" y="27445"/>
                </a:lnTo>
                <a:lnTo>
                  <a:pt x="172976" y="47682"/>
                </a:lnTo>
                <a:lnTo>
                  <a:pt x="135833" y="72770"/>
                </a:lnTo>
                <a:lnTo>
                  <a:pt x="102292" y="102292"/>
                </a:lnTo>
                <a:lnTo>
                  <a:pt x="72770" y="135833"/>
                </a:lnTo>
                <a:lnTo>
                  <a:pt x="47682" y="172976"/>
                </a:lnTo>
                <a:lnTo>
                  <a:pt x="27445" y="213306"/>
                </a:lnTo>
                <a:lnTo>
                  <a:pt x="12475" y="256405"/>
                </a:lnTo>
                <a:lnTo>
                  <a:pt x="3188" y="301858"/>
                </a:lnTo>
                <a:lnTo>
                  <a:pt x="0" y="349250"/>
                </a:lnTo>
                <a:lnTo>
                  <a:pt x="3188" y="396641"/>
                </a:lnTo>
                <a:lnTo>
                  <a:pt x="12475" y="442094"/>
                </a:lnTo>
                <a:lnTo>
                  <a:pt x="27445" y="485193"/>
                </a:lnTo>
                <a:lnTo>
                  <a:pt x="47682" y="525523"/>
                </a:lnTo>
                <a:lnTo>
                  <a:pt x="72770" y="562666"/>
                </a:lnTo>
                <a:lnTo>
                  <a:pt x="102292" y="596207"/>
                </a:lnTo>
                <a:lnTo>
                  <a:pt x="135833" y="625729"/>
                </a:lnTo>
                <a:lnTo>
                  <a:pt x="172976" y="650817"/>
                </a:lnTo>
                <a:lnTo>
                  <a:pt x="213306" y="671054"/>
                </a:lnTo>
                <a:lnTo>
                  <a:pt x="256405" y="686024"/>
                </a:lnTo>
                <a:lnTo>
                  <a:pt x="301858" y="695311"/>
                </a:lnTo>
                <a:lnTo>
                  <a:pt x="349250" y="698500"/>
                </a:lnTo>
                <a:lnTo>
                  <a:pt x="396641" y="695311"/>
                </a:lnTo>
                <a:lnTo>
                  <a:pt x="442094" y="686024"/>
                </a:lnTo>
                <a:lnTo>
                  <a:pt x="485193" y="671054"/>
                </a:lnTo>
                <a:lnTo>
                  <a:pt x="525523" y="650817"/>
                </a:lnTo>
                <a:lnTo>
                  <a:pt x="562666" y="625729"/>
                </a:lnTo>
                <a:lnTo>
                  <a:pt x="596207" y="596207"/>
                </a:lnTo>
                <a:lnTo>
                  <a:pt x="625729" y="562666"/>
                </a:lnTo>
                <a:lnTo>
                  <a:pt x="650817" y="525523"/>
                </a:lnTo>
                <a:lnTo>
                  <a:pt x="671054" y="485193"/>
                </a:lnTo>
                <a:lnTo>
                  <a:pt x="686024" y="442094"/>
                </a:lnTo>
                <a:lnTo>
                  <a:pt x="695311" y="396641"/>
                </a:lnTo>
                <a:lnTo>
                  <a:pt x="698500" y="349250"/>
                </a:lnTo>
                <a:lnTo>
                  <a:pt x="695311" y="301858"/>
                </a:lnTo>
                <a:lnTo>
                  <a:pt x="686024" y="256405"/>
                </a:lnTo>
                <a:lnTo>
                  <a:pt x="671054" y="213306"/>
                </a:lnTo>
                <a:lnTo>
                  <a:pt x="650817" y="172976"/>
                </a:lnTo>
                <a:lnTo>
                  <a:pt x="625729" y="135833"/>
                </a:lnTo>
                <a:lnTo>
                  <a:pt x="596207" y="102292"/>
                </a:lnTo>
                <a:lnTo>
                  <a:pt x="562666" y="72770"/>
                </a:lnTo>
                <a:lnTo>
                  <a:pt x="525523" y="47682"/>
                </a:lnTo>
                <a:lnTo>
                  <a:pt x="485193" y="27445"/>
                </a:lnTo>
                <a:lnTo>
                  <a:pt x="442094" y="12475"/>
                </a:lnTo>
                <a:lnTo>
                  <a:pt x="396641" y="3188"/>
                </a:lnTo>
                <a:lnTo>
                  <a:pt x="3492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7" name="object 17"/>
          <p:cNvSpPr/>
          <p:nvPr/>
        </p:nvSpPr>
        <p:spPr>
          <a:xfrm>
            <a:off x="8946723" y="1987826"/>
            <a:ext cx="496957" cy="515028"/>
          </a:xfrm>
          <a:custGeom>
            <a:avLst/>
            <a:gdLst/>
            <a:ahLst/>
            <a:cxnLst/>
            <a:rect l="l" t="t" r="r" b="b"/>
            <a:pathLst>
              <a:path w="698500" h="723900">
                <a:moveTo>
                  <a:pt x="349250" y="0"/>
                </a:moveTo>
                <a:lnTo>
                  <a:pt x="301858" y="3304"/>
                </a:lnTo>
                <a:lnTo>
                  <a:pt x="256405" y="12929"/>
                </a:lnTo>
                <a:lnTo>
                  <a:pt x="213306" y="28443"/>
                </a:lnTo>
                <a:lnTo>
                  <a:pt x="172976" y="49416"/>
                </a:lnTo>
                <a:lnTo>
                  <a:pt x="135833" y="75416"/>
                </a:lnTo>
                <a:lnTo>
                  <a:pt x="102292" y="106012"/>
                </a:lnTo>
                <a:lnTo>
                  <a:pt x="72770" y="140773"/>
                </a:lnTo>
                <a:lnTo>
                  <a:pt x="47682" y="179266"/>
                </a:lnTo>
                <a:lnTo>
                  <a:pt x="27445" y="221062"/>
                </a:lnTo>
                <a:lnTo>
                  <a:pt x="12475" y="265729"/>
                </a:lnTo>
                <a:lnTo>
                  <a:pt x="3188" y="312835"/>
                </a:lnTo>
                <a:lnTo>
                  <a:pt x="0" y="361950"/>
                </a:lnTo>
                <a:lnTo>
                  <a:pt x="3188" y="411064"/>
                </a:lnTo>
                <a:lnTo>
                  <a:pt x="12475" y="458170"/>
                </a:lnTo>
                <a:lnTo>
                  <a:pt x="27445" y="502837"/>
                </a:lnTo>
                <a:lnTo>
                  <a:pt x="47682" y="544633"/>
                </a:lnTo>
                <a:lnTo>
                  <a:pt x="72770" y="583126"/>
                </a:lnTo>
                <a:lnTo>
                  <a:pt x="102292" y="617887"/>
                </a:lnTo>
                <a:lnTo>
                  <a:pt x="135833" y="648483"/>
                </a:lnTo>
                <a:lnTo>
                  <a:pt x="172976" y="674483"/>
                </a:lnTo>
                <a:lnTo>
                  <a:pt x="213306" y="695456"/>
                </a:lnTo>
                <a:lnTo>
                  <a:pt x="256405" y="710970"/>
                </a:lnTo>
                <a:lnTo>
                  <a:pt x="301858" y="720595"/>
                </a:lnTo>
                <a:lnTo>
                  <a:pt x="349250" y="723900"/>
                </a:lnTo>
                <a:lnTo>
                  <a:pt x="396641" y="720595"/>
                </a:lnTo>
                <a:lnTo>
                  <a:pt x="442094" y="710970"/>
                </a:lnTo>
                <a:lnTo>
                  <a:pt x="485193" y="695456"/>
                </a:lnTo>
                <a:lnTo>
                  <a:pt x="525523" y="674483"/>
                </a:lnTo>
                <a:lnTo>
                  <a:pt x="562666" y="648483"/>
                </a:lnTo>
                <a:lnTo>
                  <a:pt x="596207" y="617887"/>
                </a:lnTo>
                <a:lnTo>
                  <a:pt x="625729" y="583126"/>
                </a:lnTo>
                <a:lnTo>
                  <a:pt x="650817" y="544633"/>
                </a:lnTo>
                <a:lnTo>
                  <a:pt x="671054" y="502837"/>
                </a:lnTo>
                <a:lnTo>
                  <a:pt x="686024" y="458170"/>
                </a:lnTo>
                <a:lnTo>
                  <a:pt x="695311" y="411064"/>
                </a:lnTo>
                <a:lnTo>
                  <a:pt x="698500" y="361950"/>
                </a:lnTo>
                <a:lnTo>
                  <a:pt x="695311" y="312835"/>
                </a:lnTo>
                <a:lnTo>
                  <a:pt x="686024" y="265729"/>
                </a:lnTo>
                <a:lnTo>
                  <a:pt x="671054" y="221062"/>
                </a:lnTo>
                <a:lnTo>
                  <a:pt x="650817" y="179266"/>
                </a:lnTo>
                <a:lnTo>
                  <a:pt x="625729" y="140773"/>
                </a:lnTo>
                <a:lnTo>
                  <a:pt x="596207" y="106012"/>
                </a:lnTo>
                <a:lnTo>
                  <a:pt x="562666" y="75416"/>
                </a:lnTo>
                <a:lnTo>
                  <a:pt x="525523" y="49416"/>
                </a:lnTo>
                <a:lnTo>
                  <a:pt x="485193" y="28443"/>
                </a:lnTo>
                <a:lnTo>
                  <a:pt x="442094" y="12929"/>
                </a:lnTo>
                <a:lnTo>
                  <a:pt x="396641" y="3304"/>
                </a:lnTo>
                <a:lnTo>
                  <a:pt x="3492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8" name="object 18"/>
          <p:cNvSpPr/>
          <p:nvPr/>
        </p:nvSpPr>
        <p:spPr>
          <a:xfrm>
            <a:off x="8287127" y="1969755"/>
            <a:ext cx="542134" cy="5421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8901546" y="1951684"/>
            <a:ext cx="587312" cy="5873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0" name="object 20"/>
          <p:cNvSpPr/>
          <p:nvPr/>
        </p:nvSpPr>
        <p:spPr>
          <a:xfrm>
            <a:off x="10238810" y="1960720"/>
            <a:ext cx="542134" cy="5421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1" name="object 21"/>
          <p:cNvSpPr/>
          <p:nvPr/>
        </p:nvSpPr>
        <p:spPr>
          <a:xfrm>
            <a:off x="9552107" y="1951684"/>
            <a:ext cx="569240" cy="5692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7300" y="2114324"/>
            <a:ext cx="8665115" cy="3035953"/>
            <a:chOff x="2044700" y="2971800"/>
            <a:chExt cx="12179300" cy="4267200"/>
          </a:xfrm>
        </p:grpSpPr>
        <p:sp>
          <p:nvSpPr>
            <p:cNvPr id="3" name="object 3"/>
            <p:cNvSpPr/>
            <p:nvPr/>
          </p:nvSpPr>
          <p:spPr>
            <a:xfrm>
              <a:off x="2044700" y="2971800"/>
              <a:ext cx="12179300" cy="4267200"/>
            </a:xfrm>
            <a:custGeom>
              <a:avLst/>
              <a:gdLst/>
              <a:ahLst/>
              <a:cxnLst/>
              <a:rect l="l" t="t" r="r" b="b"/>
              <a:pathLst>
                <a:path w="12179300" h="4267200">
                  <a:moveTo>
                    <a:pt x="1198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19" y="4262168"/>
                  </a:lnTo>
                  <a:lnTo>
                    <a:pt x="190499" y="4267200"/>
                  </a:lnTo>
                  <a:lnTo>
                    <a:pt x="11988800" y="4267200"/>
                  </a:lnTo>
                  <a:lnTo>
                    <a:pt x="12032480" y="4262168"/>
                  </a:lnTo>
                  <a:lnTo>
                    <a:pt x="12072577" y="4247837"/>
                  </a:lnTo>
                  <a:lnTo>
                    <a:pt x="12107948" y="4225349"/>
                  </a:lnTo>
                  <a:lnTo>
                    <a:pt x="12137449" y="4195848"/>
                  </a:lnTo>
                  <a:lnTo>
                    <a:pt x="12159937" y="4160477"/>
                  </a:lnTo>
                  <a:lnTo>
                    <a:pt x="12174268" y="4120379"/>
                  </a:lnTo>
                  <a:lnTo>
                    <a:pt x="12179300" y="4076700"/>
                  </a:lnTo>
                  <a:lnTo>
                    <a:pt x="12179300" y="190500"/>
                  </a:lnTo>
                  <a:lnTo>
                    <a:pt x="12174268" y="146820"/>
                  </a:lnTo>
                  <a:lnTo>
                    <a:pt x="12159937" y="106722"/>
                  </a:lnTo>
                  <a:lnTo>
                    <a:pt x="12137449" y="71351"/>
                  </a:lnTo>
                  <a:lnTo>
                    <a:pt x="12107948" y="41850"/>
                  </a:lnTo>
                  <a:lnTo>
                    <a:pt x="12072577" y="19362"/>
                  </a:lnTo>
                  <a:lnTo>
                    <a:pt x="12032480" y="5031"/>
                  </a:lnTo>
                  <a:lnTo>
                    <a:pt x="1198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2413000" y="5905500"/>
              <a:ext cx="4838700" cy="635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" name="object 5"/>
            <p:cNvSpPr/>
            <p:nvPr/>
          </p:nvSpPr>
          <p:spPr>
            <a:xfrm>
              <a:off x="2413000" y="3937000"/>
              <a:ext cx="4838700" cy="635000"/>
            </a:xfrm>
            <a:custGeom>
              <a:avLst/>
              <a:gdLst/>
              <a:ahLst/>
              <a:cxnLst/>
              <a:rect l="l" t="t" r="r" b="b"/>
              <a:pathLst>
                <a:path w="4838700" h="635000">
                  <a:moveTo>
                    <a:pt x="47117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4711700" y="635000"/>
                  </a:lnTo>
                  <a:lnTo>
                    <a:pt x="4761134" y="625019"/>
                  </a:lnTo>
                  <a:lnTo>
                    <a:pt x="4801502" y="597802"/>
                  </a:lnTo>
                  <a:lnTo>
                    <a:pt x="4828719" y="557434"/>
                  </a:lnTo>
                  <a:lnTo>
                    <a:pt x="4838700" y="508000"/>
                  </a:lnTo>
                  <a:lnTo>
                    <a:pt x="4838700" y="127000"/>
                  </a:lnTo>
                  <a:lnTo>
                    <a:pt x="4828719" y="77565"/>
                  </a:lnTo>
                  <a:lnTo>
                    <a:pt x="4801502" y="37197"/>
                  </a:lnTo>
                  <a:lnTo>
                    <a:pt x="4761134" y="9980"/>
                  </a:lnTo>
                  <a:lnTo>
                    <a:pt x="4711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6" name="object 6"/>
            <p:cNvSpPr/>
            <p:nvPr/>
          </p:nvSpPr>
          <p:spPr>
            <a:xfrm>
              <a:off x="2563090" y="4102100"/>
              <a:ext cx="2006600" cy="309880"/>
            </a:xfrm>
            <a:custGeom>
              <a:avLst/>
              <a:gdLst/>
              <a:ahLst/>
              <a:cxnLst/>
              <a:rect l="l" t="t" r="r" b="b"/>
              <a:pathLst>
                <a:path w="2006600" h="309879">
                  <a:moveTo>
                    <a:pt x="34636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35790" y="304800"/>
                  </a:lnTo>
                  <a:lnTo>
                    <a:pt x="35790" y="72736"/>
                  </a:lnTo>
                  <a:lnTo>
                    <a:pt x="78755" y="72736"/>
                  </a:lnTo>
                  <a:lnTo>
                    <a:pt x="34636" y="9236"/>
                  </a:lnTo>
                  <a:close/>
                </a:path>
                <a:path w="2006600" h="309879">
                  <a:moveTo>
                    <a:pt x="78755" y="72736"/>
                  </a:moveTo>
                  <a:lnTo>
                    <a:pt x="38677" y="72736"/>
                  </a:lnTo>
                  <a:lnTo>
                    <a:pt x="199736" y="304800"/>
                  </a:lnTo>
                  <a:lnTo>
                    <a:pt x="234372" y="304800"/>
                  </a:lnTo>
                  <a:lnTo>
                    <a:pt x="234372" y="241877"/>
                  </a:lnTo>
                  <a:lnTo>
                    <a:pt x="196272" y="241877"/>
                  </a:lnTo>
                  <a:lnTo>
                    <a:pt x="78755" y="72736"/>
                  </a:lnTo>
                  <a:close/>
                </a:path>
                <a:path w="2006600" h="309879">
                  <a:moveTo>
                    <a:pt x="234372" y="9236"/>
                  </a:moveTo>
                  <a:lnTo>
                    <a:pt x="199159" y="9236"/>
                  </a:lnTo>
                  <a:lnTo>
                    <a:pt x="199159" y="241877"/>
                  </a:lnTo>
                  <a:lnTo>
                    <a:pt x="234372" y="241877"/>
                  </a:lnTo>
                  <a:lnTo>
                    <a:pt x="234372" y="9236"/>
                  </a:lnTo>
                  <a:close/>
                </a:path>
                <a:path w="2006600" h="309879">
                  <a:moveTo>
                    <a:pt x="335431" y="83127"/>
                  </a:moveTo>
                  <a:lnTo>
                    <a:pt x="301372" y="83127"/>
                  </a:lnTo>
                  <a:lnTo>
                    <a:pt x="301372" y="304800"/>
                  </a:lnTo>
                  <a:lnTo>
                    <a:pt x="335431" y="304800"/>
                  </a:lnTo>
                  <a:lnTo>
                    <a:pt x="335431" y="83127"/>
                  </a:lnTo>
                  <a:close/>
                </a:path>
                <a:path w="2006600" h="309879">
                  <a:moveTo>
                    <a:pt x="325329" y="0"/>
                  </a:moveTo>
                  <a:lnTo>
                    <a:pt x="312052" y="0"/>
                  </a:lnTo>
                  <a:lnTo>
                    <a:pt x="306327" y="2260"/>
                  </a:lnTo>
                  <a:lnTo>
                    <a:pt x="301516" y="6782"/>
                  </a:lnTo>
                  <a:lnTo>
                    <a:pt x="296802" y="11304"/>
                  </a:lnTo>
                  <a:lnTo>
                    <a:pt x="294445" y="16740"/>
                  </a:lnTo>
                  <a:lnTo>
                    <a:pt x="294445" y="29440"/>
                  </a:lnTo>
                  <a:lnTo>
                    <a:pt x="296802" y="34876"/>
                  </a:lnTo>
                  <a:lnTo>
                    <a:pt x="301516" y="39398"/>
                  </a:lnTo>
                  <a:lnTo>
                    <a:pt x="306327" y="43920"/>
                  </a:lnTo>
                  <a:lnTo>
                    <a:pt x="312052" y="46181"/>
                  </a:lnTo>
                  <a:lnTo>
                    <a:pt x="325329" y="46181"/>
                  </a:lnTo>
                  <a:lnTo>
                    <a:pt x="331005" y="43920"/>
                  </a:lnTo>
                  <a:lnTo>
                    <a:pt x="335720" y="39398"/>
                  </a:lnTo>
                  <a:lnTo>
                    <a:pt x="340530" y="34876"/>
                  </a:lnTo>
                  <a:lnTo>
                    <a:pt x="342936" y="29440"/>
                  </a:lnTo>
                  <a:lnTo>
                    <a:pt x="342936" y="16740"/>
                  </a:lnTo>
                  <a:lnTo>
                    <a:pt x="340530" y="11304"/>
                  </a:lnTo>
                  <a:lnTo>
                    <a:pt x="335720" y="6782"/>
                  </a:lnTo>
                  <a:lnTo>
                    <a:pt x="331005" y="2260"/>
                  </a:lnTo>
                  <a:lnTo>
                    <a:pt x="325329" y="0"/>
                  </a:lnTo>
                  <a:close/>
                </a:path>
                <a:path w="2006600" h="309879">
                  <a:moveTo>
                    <a:pt x="487290" y="80240"/>
                  </a:moveTo>
                  <a:lnTo>
                    <a:pt x="446484" y="88521"/>
                  </a:lnTo>
                  <a:lnTo>
                    <a:pt x="414842" y="112387"/>
                  </a:lnTo>
                  <a:lnTo>
                    <a:pt x="394403" y="148927"/>
                  </a:lnTo>
                  <a:lnTo>
                    <a:pt x="387422" y="195118"/>
                  </a:lnTo>
                  <a:lnTo>
                    <a:pt x="388179" y="211254"/>
                  </a:lnTo>
                  <a:lnTo>
                    <a:pt x="399544" y="254144"/>
                  </a:lnTo>
                  <a:lnTo>
                    <a:pt x="423573" y="286642"/>
                  </a:lnTo>
                  <a:lnTo>
                    <a:pt x="458859" y="305738"/>
                  </a:lnTo>
                  <a:lnTo>
                    <a:pt x="487867" y="309418"/>
                  </a:lnTo>
                  <a:lnTo>
                    <a:pt x="499755" y="308849"/>
                  </a:lnTo>
                  <a:lnTo>
                    <a:pt x="539722" y="295311"/>
                  </a:lnTo>
                  <a:lnTo>
                    <a:pt x="558015" y="278822"/>
                  </a:lnTo>
                  <a:lnTo>
                    <a:pt x="487867" y="278822"/>
                  </a:lnTo>
                  <a:lnTo>
                    <a:pt x="478090" y="278164"/>
                  </a:lnTo>
                  <a:lnTo>
                    <a:pt x="439448" y="255623"/>
                  </a:lnTo>
                  <a:lnTo>
                    <a:pt x="423501" y="217992"/>
                  </a:lnTo>
                  <a:lnTo>
                    <a:pt x="421481" y="193963"/>
                  </a:lnTo>
                  <a:lnTo>
                    <a:pt x="421995" y="181813"/>
                  </a:lnTo>
                  <a:lnTo>
                    <a:pt x="434298" y="141386"/>
                  </a:lnTo>
                  <a:lnTo>
                    <a:pt x="469178" y="113434"/>
                  </a:lnTo>
                  <a:lnTo>
                    <a:pt x="487867" y="110836"/>
                  </a:lnTo>
                  <a:lnTo>
                    <a:pt x="558159" y="110836"/>
                  </a:lnTo>
                  <a:lnTo>
                    <a:pt x="553757" y="105785"/>
                  </a:lnTo>
                  <a:lnTo>
                    <a:pt x="519761" y="85111"/>
                  </a:lnTo>
                  <a:lnTo>
                    <a:pt x="498691" y="80782"/>
                  </a:lnTo>
                  <a:lnTo>
                    <a:pt x="487290" y="80240"/>
                  </a:lnTo>
                  <a:close/>
                </a:path>
                <a:path w="2006600" h="309879">
                  <a:moveTo>
                    <a:pt x="575035" y="240145"/>
                  </a:moveTo>
                  <a:lnTo>
                    <a:pt x="540976" y="240145"/>
                  </a:lnTo>
                  <a:lnTo>
                    <a:pt x="538860" y="248227"/>
                  </a:lnTo>
                  <a:lnTo>
                    <a:pt x="535300" y="255154"/>
                  </a:lnTo>
                  <a:lnTo>
                    <a:pt x="525294" y="266700"/>
                  </a:lnTo>
                  <a:lnTo>
                    <a:pt x="519184" y="271125"/>
                  </a:lnTo>
                  <a:lnTo>
                    <a:pt x="504752" y="277283"/>
                  </a:lnTo>
                  <a:lnTo>
                    <a:pt x="496719" y="278822"/>
                  </a:lnTo>
                  <a:lnTo>
                    <a:pt x="558015" y="278822"/>
                  </a:lnTo>
                  <a:lnTo>
                    <a:pt x="560748" y="275503"/>
                  </a:lnTo>
                  <a:lnTo>
                    <a:pt x="565916" y="267394"/>
                  </a:lnTo>
                  <a:lnTo>
                    <a:pt x="570020" y="258798"/>
                  </a:lnTo>
                  <a:lnTo>
                    <a:pt x="573060" y="249715"/>
                  </a:lnTo>
                  <a:lnTo>
                    <a:pt x="575035" y="240145"/>
                  </a:lnTo>
                  <a:close/>
                </a:path>
                <a:path w="2006600" h="309879">
                  <a:moveTo>
                    <a:pt x="558159" y="110836"/>
                  </a:moveTo>
                  <a:lnTo>
                    <a:pt x="487867" y="110836"/>
                  </a:lnTo>
                  <a:lnTo>
                    <a:pt x="498547" y="111575"/>
                  </a:lnTo>
                  <a:lnTo>
                    <a:pt x="508072" y="113794"/>
                  </a:lnTo>
                  <a:lnTo>
                    <a:pt x="538433" y="142153"/>
                  </a:lnTo>
                  <a:lnTo>
                    <a:pt x="540976" y="149513"/>
                  </a:lnTo>
                  <a:lnTo>
                    <a:pt x="575035" y="149513"/>
                  </a:lnTo>
                  <a:lnTo>
                    <a:pt x="573024" y="139447"/>
                  </a:lnTo>
                  <a:lnTo>
                    <a:pt x="569876" y="130030"/>
                  </a:lnTo>
                  <a:lnTo>
                    <a:pt x="565567" y="121227"/>
                  </a:lnTo>
                  <a:lnTo>
                    <a:pt x="560171" y="113145"/>
                  </a:lnTo>
                  <a:lnTo>
                    <a:pt x="558159" y="110836"/>
                  </a:lnTo>
                  <a:close/>
                </a:path>
                <a:path w="2006600" h="309879">
                  <a:moveTo>
                    <a:pt x="714880" y="80240"/>
                  </a:moveTo>
                  <a:lnTo>
                    <a:pt x="673992" y="88277"/>
                  </a:lnTo>
                  <a:lnTo>
                    <a:pt x="642143" y="111702"/>
                  </a:lnTo>
                  <a:lnTo>
                    <a:pt x="621497" y="148115"/>
                  </a:lnTo>
                  <a:lnTo>
                    <a:pt x="614434" y="195118"/>
                  </a:lnTo>
                  <a:lnTo>
                    <a:pt x="615219" y="211750"/>
                  </a:lnTo>
                  <a:lnTo>
                    <a:pt x="626990" y="255154"/>
                  </a:lnTo>
                  <a:lnTo>
                    <a:pt x="651560" y="287274"/>
                  </a:lnTo>
                  <a:lnTo>
                    <a:pt x="686702" y="305846"/>
                  </a:lnTo>
                  <a:lnTo>
                    <a:pt x="714880" y="309418"/>
                  </a:lnTo>
                  <a:lnTo>
                    <a:pt x="729420" y="308525"/>
                  </a:lnTo>
                  <a:lnTo>
                    <a:pt x="767411" y="295130"/>
                  </a:lnTo>
                  <a:lnTo>
                    <a:pt x="786700" y="278822"/>
                  </a:lnTo>
                  <a:lnTo>
                    <a:pt x="714880" y="278822"/>
                  </a:lnTo>
                  <a:lnTo>
                    <a:pt x="703984" y="278092"/>
                  </a:lnTo>
                  <a:lnTo>
                    <a:pt x="664549" y="253603"/>
                  </a:lnTo>
                  <a:lnTo>
                    <a:pt x="650261" y="216549"/>
                  </a:lnTo>
                  <a:lnTo>
                    <a:pt x="648493" y="195118"/>
                  </a:lnTo>
                  <a:lnTo>
                    <a:pt x="648935" y="184195"/>
                  </a:lnTo>
                  <a:lnTo>
                    <a:pt x="659579" y="144561"/>
                  </a:lnTo>
                  <a:lnTo>
                    <a:pt x="694098" y="113794"/>
                  </a:lnTo>
                  <a:lnTo>
                    <a:pt x="714880" y="110836"/>
                  </a:lnTo>
                  <a:lnTo>
                    <a:pt x="786666" y="110836"/>
                  </a:lnTo>
                  <a:lnTo>
                    <a:pt x="778109" y="102393"/>
                  </a:lnTo>
                  <a:lnTo>
                    <a:pt x="767411" y="94528"/>
                  </a:lnTo>
                  <a:lnTo>
                    <a:pt x="755686" y="88277"/>
                  </a:lnTo>
                  <a:lnTo>
                    <a:pt x="743022" y="83812"/>
                  </a:lnTo>
                  <a:lnTo>
                    <a:pt x="729420" y="81133"/>
                  </a:lnTo>
                  <a:lnTo>
                    <a:pt x="714880" y="80240"/>
                  </a:lnTo>
                  <a:close/>
                </a:path>
                <a:path w="2006600" h="309879">
                  <a:moveTo>
                    <a:pt x="786666" y="110836"/>
                  </a:moveTo>
                  <a:lnTo>
                    <a:pt x="714880" y="110836"/>
                  </a:lnTo>
                  <a:lnTo>
                    <a:pt x="725776" y="111575"/>
                  </a:lnTo>
                  <a:lnTo>
                    <a:pt x="735661" y="113794"/>
                  </a:lnTo>
                  <a:lnTo>
                    <a:pt x="770181" y="144561"/>
                  </a:lnTo>
                  <a:lnTo>
                    <a:pt x="780824" y="184195"/>
                  </a:lnTo>
                  <a:lnTo>
                    <a:pt x="781266" y="195118"/>
                  </a:lnTo>
                  <a:lnTo>
                    <a:pt x="780824" y="206032"/>
                  </a:lnTo>
                  <a:lnTo>
                    <a:pt x="770181" y="245458"/>
                  </a:lnTo>
                  <a:lnTo>
                    <a:pt x="735661" y="275900"/>
                  </a:lnTo>
                  <a:lnTo>
                    <a:pt x="714880" y="278822"/>
                  </a:lnTo>
                  <a:lnTo>
                    <a:pt x="786700" y="278822"/>
                  </a:lnTo>
                  <a:lnTo>
                    <a:pt x="808181" y="241769"/>
                  </a:lnTo>
                  <a:lnTo>
                    <a:pt x="815325" y="195118"/>
                  </a:lnTo>
                  <a:lnTo>
                    <a:pt x="814531" y="178350"/>
                  </a:lnTo>
                  <a:lnTo>
                    <a:pt x="802625" y="134648"/>
                  </a:lnTo>
                  <a:lnTo>
                    <a:pt x="787544" y="111702"/>
                  </a:lnTo>
                  <a:lnTo>
                    <a:pt x="786666" y="110836"/>
                  </a:lnTo>
                  <a:close/>
                </a:path>
                <a:path w="2006600" h="309879">
                  <a:moveTo>
                    <a:pt x="1086102" y="9236"/>
                  </a:moveTo>
                  <a:lnTo>
                    <a:pt x="986234" y="9236"/>
                  </a:lnTo>
                  <a:lnTo>
                    <a:pt x="986234" y="304800"/>
                  </a:lnTo>
                  <a:lnTo>
                    <a:pt x="1022025" y="304800"/>
                  </a:lnTo>
                  <a:lnTo>
                    <a:pt x="1022025" y="189345"/>
                  </a:lnTo>
                  <a:lnTo>
                    <a:pt x="1005861" y="189345"/>
                  </a:lnTo>
                  <a:lnTo>
                    <a:pt x="1005861" y="157018"/>
                  </a:lnTo>
                  <a:lnTo>
                    <a:pt x="1022025" y="157018"/>
                  </a:lnTo>
                  <a:lnTo>
                    <a:pt x="1022025" y="40986"/>
                  </a:lnTo>
                  <a:lnTo>
                    <a:pt x="1167562" y="40986"/>
                  </a:lnTo>
                  <a:lnTo>
                    <a:pt x="1131075" y="15893"/>
                  </a:lnTo>
                  <a:lnTo>
                    <a:pt x="1102645" y="9975"/>
                  </a:lnTo>
                  <a:lnTo>
                    <a:pt x="1086102" y="9236"/>
                  </a:lnTo>
                  <a:close/>
                </a:path>
                <a:path w="2006600" h="309879">
                  <a:moveTo>
                    <a:pt x="1131325" y="182922"/>
                  </a:moveTo>
                  <a:lnTo>
                    <a:pt x="1117960" y="186495"/>
                  </a:lnTo>
                  <a:lnTo>
                    <a:pt x="1103086" y="188632"/>
                  </a:lnTo>
                  <a:lnTo>
                    <a:pt x="1094110" y="189022"/>
                  </a:lnTo>
                  <a:lnTo>
                    <a:pt x="1156529" y="304800"/>
                  </a:lnTo>
                  <a:lnTo>
                    <a:pt x="1198093" y="304800"/>
                  </a:lnTo>
                  <a:lnTo>
                    <a:pt x="1131325" y="182922"/>
                  </a:lnTo>
                  <a:close/>
                </a:path>
                <a:path w="2006600" h="309879">
                  <a:moveTo>
                    <a:pt x="1022025" y="157018"/>
                  </a:moveTo>
                  <a:lnTo>
                    <a:pt x="1005861" y="157018"/>
                  </a:lnTo>
                  <a:lnTo>
                    <a:pt x="1005861" y="189345"/>
                  </a:lnTo>
                  <a:lnTo>
                    <a:pt x="1022025" y="189345"/>
                  </a:lnTo>
                  <a:lnTo>
                    <a:pt x="1022025" y="157018"/>
                  </a:lnTo>
                  <a:close/>
                </a:path>
                <a:path w="2006600" h="309879">
                  <a:moveTo>
                    <a:pt x="1167562" y="40986"/>
                  </a:moveTo>
                  <a:lnTo>
                    <a:pt x="1084948" y="40986"/>
                  </a:lnTo>
                  <a:lnTo>
                    <a:pt x="1096340" y="41446"/>
                  </a:lnTo>
                  <a:lnTo>
                    <a:pt x="1106559" y="42826"/>
                  </a:lnTo>
                  <a:lnTo>
                    <a:pt x="1140880" y="62579"/>
                  </a:lnTo>
                  <a:lnTo>
                    <a:pt x="1151334" y="99868"/>
                  </a:lnTo>
                  <a:lnTo>
                    <a:pt x="1150919" y="108437"/>
                  </a:lnTo>
                  <a:lnTo>
                    <a:pt x="1130408" y="146266"/>
                  </a:lnTo>
                  <a:lnTo>
                    <a:pt x="1085525" y="157018"/>
                  </a:lnTo>
                  <a:lnTo>
                    <a:pt x="1022025" y="157018"/>
                  </a:lnTo>
                  <a:lnTo>
                    <a:pt x="1022025" y="189345"/>
                  </a:lnTo>
                  <a:lnTo>
                    <a:pt x="1086679" y="189345"/>
                  </a:lnTo>
                  <a:lnTo>
                    <a:pt x="1094110" y="189022"/>
                  </a:lnTo>
                  <a:lnTo>
                    <a:pt x="1084948" y="172027"/>
                  </a:lnTo>
                  <a:lnTo>
                    <a:pt x="1152786" y="172027"/>
                  </a:lnTo>
                  <a:lnTo>
                    <a:pt x="1180540" y="135722"/>
                  </a:lnTo>
                  <a:lnTo>
                    <a:pt x="1186548" y="99868"/>
                  </a:lnTo>
                  <a:lnTo>
                    <a:pt x="1185880" y="87159"/>
                  </a:lnTo>
                  <a:lnTo>
                    <a:pt x="1183878" y="75153"/>
                  </a:lnTo>
                  <a:lnTo>
                    <a:pt x="1180540" y="63851"/>
                  </a:lnTo>
                  <a:lnTo>
                    <a:pt x="1175868" y="53253"/>
                  </a:lnTo>
                  <a:lnTo>
                    <a:pt x="1169807" y="43557"/>
                  </a:lnTo>
                  <a:lnTo>
                    <a:pt x="1167562" y="40986"/>
                  </a:lnTo>
                  <a:close/>
                </a:path>
                <a:path w="2006600" h="309879">
                  <a:moveTo>
                    <a:pt x="1125357" y="172027"/>
                  </a:moveTo>
                  <a:lnTo>
                    <a:pt x="1084948" y="172027"/>
                  </a:lnTo>
                  <a:lnTo>
                    <a:pt x="1094110" y="189022"/>
                  </a:lnTo>
                  <a:lnTo>
                    <a:pt x="1103086" y="188632"/>
                  </a:lnTo>
                  <a:lnTo>
                    <a:pt x="1117960" y="186495"/>
                  </a:lnTo>
                  <a:lnTo>
                    <a:pt x="1131325" y="182922"/>
                  </a:lnTo>
                  <a:lnTo>
                    <a:pt x="1125357" y="172027"/>
                  </a:lnTo>
                  <a:close/>
                </a:path>
                <a:path w="2006600" h="309879">
                  <a:moveTo>
                    <a:pt x="1152786" y="172027"/>
                  </a:moveTo>
                  <a:lnTo>
                    <a:pt x="1125357" y="172027"/>
                  </a:lnTo>
                  <a:lnTo>
                    <a:pt x="1131325" y="182922"/>
                  </a:lnTo>
                  <a:lnTo>
                    <a:pt x="1143108" y="177944"/>
                  </a:lnTo>
                  <a:lnTo>
                    <a:pt x="1152786" y="172027"/>
                  </a:lnTo>
                  <a:close/>
                </a:path>
                <a:path w="2006600" h="309879">
                  <a:moveTo>
                    <a:pt x="1329242" y="80240"/>
                  </a:moveTo>
                  <a:lnTo>
                    <a:pt x="1288355" y="88277"/>
                  </a:lnTo>
                  <a:lnTo>
                    <a:pt x="1256506" y="111702"/>
                  </a:lnTo>
                  <a:lnTo>
                    <a:pt x="1235859" y="148115"/>
                  </a:lnTo>
                  <a:lnTo>
                    <a:pt x="1228797" y="195118"/>
                  </a:lnTo>
                  <a:lnTo>
                    <a:pt x="1229581" y="211750"/>
                  </a:lnTo>
                  <a:lnTo>
                    <a:pt x="1241352" y="255154"/>
                  </a:lnTo>
                  <a:lnTo>
                    <a:pt x="1265923" y="287274"/>
                  </a:lnTo>
                  <a:lnTo>
                    <a:pt x="1301064" y="305846"/>
                  </a:lnTo>
                  <a:lnTo>
                    <a:pt x="1329242" y="309418"/>
                  </a:lnTo>
                  <a:lnTo>
                    <a:pt x="1343782" y="308525"/>
                  </a:lnTo>
                  <a:lnTo>
                    <a:pt x="1381774" y="295130"/>
                  </a:lnTo>
                  <a:lnTo>
                    <a:pt x="1401063" y="278822"/>
                  </a:lnTo>
                  <a:lnTo>
                    <a:pt x="1329242" y="278822"/>
                  </a:lnTo>
                  <a:lnTo>
                    <a:pt x="1318346" y="278092"/>
                  </a:lnTo>
                  <a:lnTo>
                    <a:pt x="1278911" y="253603"/>
                  </a:lnTo>
                  <a:lnTo>
                    <a:pt x="1264624" y="216549"/>
                  </a:lnTo>
                  <a:lnTo>
                    <a:pt x="1262856" y="195118"/>
                  </a:lnTo>
                  <a:lnTo>
                    <a:pt x="1263298" y="184195"/>
                  </a:lnTo>
                  <a:lnTo>
                    <a:pt x="1273941" y="144561"/>
                  </a:lnTo>
                  <a:lnTo>
                    <a:pt x="1308460" y="113794"/>
                  </a:lnTo>
                  <a:lnTo>
                    <a:pt x="1329242" y="110836"/>
                  </a:lnTo>
                  <a:lnTo>
                    <a:pt x="1401029" y="110836"/>
                  </a:lnTo>
                  <a:lnTo>
                    <a:pt x="1392472" y="102393"/>
                  </a:lnTo>
                  <a:lnTo>
                    <a:pt x="1381774" y="94528"/>
                  </a:lnTo>
                  <a:lnTo>
                    <a:pt x="1370048" y="88277"/>
                  </a:lnTo>
                  <a:lnTo>
                    <a:pt x="1357384" y="83812"/>
                  </a:lnTo>
                  <a:lnTo>
                    <a:pt x="1343782" y="81133"/>
                  </a:lnTo>
                  <a:lnTo>
                    <a:pt x="1329242" y="80240"/>
                  </a:lnTo>
                  <a:close/>
                </a:path>
                <a:path w="2006600" h="309879">
                  <a:moveTo>
                    <a:pt x="1401029" y="110836"/>
                  </a:moveTo>
                  <a:lnTo>
                    <a:pt x="1329242" y="110836"/>
                  </a:lnTo>
                  <a:lnTo>
                    <a:pt x="1340138" y="111575"/>
                  </a:lnTo>
                  <a:lnTo>
                    <a:pt x="1350024" y="113794"/>
                  </a:lnTo>
                  <a:lnTo>
                    <a:pt x="1384543" y="144561"/>
                  </a:lnTo>
                  <a:lnTo>
                    <a:pt x="1395187" y="184195"/>
                  </a:lnTo>
                  <a:lnTo>
                    <a:pt x="1395628" y="195118"/>
                  </a:lnTo>
                  <a:lnTo>
                    <a:pt x="1395187" y="206032"/>
                  </a:lnTo>
                  <a:lnTo>
                    <a:pt x="1384543" y="245458"/>
                  </a:lnTo>
                  <a:lnTo>
                    <a:pt x="1350024" y="275900"/>
                  </a:lnTo>
                  <a:lnTo>
                    <a:pt x="1329242" y="278822"/>
                  </a:lnTo>
                  <a:lnTo>
                    <a:pt x="1401063" y="278822"/>
                  </a:lnTo>
                  <a:lnTo>
                    <a:pt x="1422544" y="241769"/>
                  </a:lnTo>
                  <a:lnTo>
                    <a:pt x="1429688" y="195118"/>
                  </a:lnTo>
                  <a:lnTo>
                    <a:pt x="1428894" y="178350"/>
                  </a:lnTo>
                  <a:lnTo>
                    <a:pt x="1416988" y="134648"/>
                  </a:lnTo>
                  <a:lnTo>
                    <a:pt x="1401906" y="111702"/>
                  </a:lnTo>
                  <a:lnTo>
                    <a:pt x="1401029" y="110836"/>
                  </a:lnTo>
                  <a:close/>
                </a:path>
                <a:path w="2006600" h="309879">
                  <a:moveTo>
                    <a:pt x="1552794" y="270740"/>
                  </a:moveTo>
                  <a:lnTo>
                    <a:pt x="1523242" y="270740"/>
                  </a:lnTo>
                  <a:lnTo>
                    <a:pt x="1525743" y="274781"/>
                  </a:lnTo>
                  <a:lnTo>
                    <a:pt x="1553693" y="302346"/>
                  </a:lnTo>
                  <a:lnTo>
                    <a:pt x="1587896" y="309418"/>
                  </a:lnTo>
                  <a:lnTo>
                    <a:pt x="1601345" y="308543"/>
                  </a:lnTo>
                  <a:lnTo>
                    <a:pt x="1646850" y="287626"/>
                  </a:lnTo>
                  <a:lnTo>
                    <a:pt x="1655310" y="278822"/>
                  </a:lnTo>
                  <a:lnTo>
                    <a:pt x="1583278" y="278822"/>
                  </a:lnTo>
                  <a:lnTo>
                    <a:pt x="1573428" y="278155"/>
                  </a:lnTo>
                  <a:lnTo>
                    <a:pt x="1564373" y="276152"/>
                  </a:lnTo>
                  <a:lnTo>
                    <a:pt x="1556110" y="272815"/>
                  </a:lnTo>
                  <a:lnTo>
                    <a:pt x="1552794" y="270740"/>
                  </a:lnTo>
                  <a:close/>
                </a:path>
                <a:path w="2006600" h="309879">
                  <a:moveTo>
                    <a:pt x="1520355" y="9236"/>
                  </a:moveTo>
                  <a:lnTo>
                    <a:pt x="1486296" y="9236"/>
                  </a:lnTo>
                  <a:lnTo>
                    <a:pt x="1486296" y="304800"/>
                  </a:lnTo>
                  <a:lnTo>
                    <a:pt x="1519201" y="304800"/>
                  </a:lnTo>
                  <a:lnTo>
                    <a:pt x="1519201" y="270740"/>
                  </a:lnTo>
                  <a:lnTo>
                    <a:pt x="1552794" y="270740"/>
                  </a:lnTo>
                  <a:lnTo>
                    <a:pt x="1527138" y="238269"/>
                  </a:lnTo>
                  <a:lnTo>
                    <a:pt x="1519778" y="193963"/>
                  </a:lnTo>
                  <a:lnTo>
                    <a:pt x="1520229" y="181940"/>
                  </a:lnTo>
                  <a:lnTo>
                    <a:pt x="1531035" y="141666"/>
                  </a:lnTo>
                  <a:lnTo>
                    <a:pt x="1553276" y="118340"/>
                  </a:lnTo>
                  <a:lnTo>
                    <a:pt x="1520355" y="118340"/>
                  </a:lnTo>
                  <a:lnTo>
                    <a:pt x="1520355" y="9236"/>
                  </a:lnTo>
                  <a:close/>
                </a:path>
                <a:path w="2006600" h="309879">
                  <a:moveTo>
                    <a:pt x="1655375" y="110836"/>
                  </a:moveTo>
                  <a:lnTo>
                    <a:pt x="1583278" y="110836"/>
                  </a:lnTo>
                  <a:lnTo>
                    <a:pt x="1593642" y="111530"/>
                  </a:lnTo>
                  <a:lnTo>
                    <a:pt x="1603086" y="113614"/>
                  </a:lnTo>
                  <a:lnTo>
                    <a:pt x="1636721" y="142865"/>
                  </a:lnTo>
                  <a:lnTo>
                    <a:pt x="1647482" y="182562"/>
                  </a:lnTo>
                  <a:lnTo>
                    <a:pt x="1647933" y="193963"/>
                  </a:lnTo>
                  <a:lnTo>
                    <a:pt x="1647473" y="205527"/>
                  </a:lnTo>
                  <a:lnTo>
                    <a:pt x="1636514" y="246080"/>
                  </a:lnTo>
                  <a:lnTo>
                    <a:pt x="1602869" y="276008"/>
                  </a:lnTo>
                  <a:lnTo>
                    <a:pt x="1583278" y="278822"/>
                  </a:lnTo>
                  <a:lnTo>
                    <a:pt x="1655310" y="278822"/>
                  </a:lnTo>
                  <a:lnTo>
                    <a:pt x="1675254" y="242084"/>
                  </a:lnTo>
                  <a:lnTo>
                    <a:pt x="1681992" y="194540"/>
                  </a:lnTo>
                  <a:lnTo>
                    <a:pt x="1681243" y="177655"/>
                  </a:lnTo>
                  <a:lnTo>
                    <a:pt x="1669974" y="133855"/>
                  </a:lnTo>
                  <a:lnTo>
                    <a:pt x="1655690" y="111161"/>
                  </a:lnTo>
                  <a:lnTo>
                    <a:pt x="1655375" y="110836"/>
                  </a:lnTo>
                  <a:close/>
                </a:path>
                <a:path w="2006600" h="309879">
                  <a:moveTo>
                    <a:pt x="1587319" y="80240"/>
                  </a:moveTo>
                  <a:lnTo>
                    <a:pt x="1544601" y="92171"/>
                  </a:lnTo>
                  <a:lnTo>
                    <a:pt x="1523242" y="118340"/>
                  </a:lnTo>
                  <a:lnTo>
                    <a:pt x="1553276" y="118340"/>
                  </a:lnTo>
                  <a:lnTo>
                    <a:pt x="1555840" y="116762"/>
                  </a:lnTo>
                  <a:lnTo>
                    <a:pt x="1564156" y="113470"/>
                  </a:lnTo>
                  <a:lnTo>
                    <a:pt x="1573302" y="111494"/>
                  </a:lnTo>
                  <a:lnTo>
                    <a:pt x="1583278" y="110836"/>
                  </a:lnTo>
                  <a:lnTo>
                    <a:pt x="1655375" y="110836"/>
                  </a:lnTo>
                  <a:lnTo>
                    <a:pt x="1646769" y="101969"/>
                  </a:lnTo>
                  <a:lnTo>
                    <a:pt x="1636676" y="94239"/>
                  </a:lnTo>
                  <a:lnTo>
                    <a:pt x="1625582" y="88115"/>
                  </a:lnTo>
                  <a:lnTo>
                    <a:pt x="1613657" y="83740"/>
                  </a:lnTo>
                  <a:lnTo>
                    <a:pt x="1600903" y="81115"/>
                  </a:lnTo>
                  <a:lnTo>
                    <a:pt x="1587319" y="80240"/>
                  </a:lnTo>
                  <a:close/>
                </a:path>
                <a:path w="2006600" h="309879">
                  <a:moveTo>
                    <a:pt x="1768150" y="83127"/>
                  </a:moveTo>
                  <a:lnTo>
                    <a:pt x="1734091" y="83127"/>
                  </a:lnTo>
                  <a:lnTo>
                    <a:pt x="1734091" y="304800"/>
                  </a:lnTo>
                  <a:lnTo>
                    <a:pt x="1768150" y="304800"/>
                  </a:lnTo>
                  <a:lnTo>
                    <a:pt x="1768150" y="83127"/>
                  </a:lnTo>
                  <a:close/>
                </a:path>
                <a:path w="2006600" h="309879">
                  <a:moveTo>
                    <a:pt x="1758048" y="0"/>
                  </a:moveTo>
                  <a:lnTo>
                    <a:pt x="1744770" y="0"/>
                  </a:lnTo>
                  <a:lnTo>
                    <a:pt x="1739046" y="2260"/>
                  </a:lnTo>
                  <a:lnTo>
                    <a:pt x="1734235" y="6782"/>
                  </a:lnTo>
                  <a:lnTo>
                    <a:pt x="1729521" y="11304"/>
                  </a:lnTo>
                  <a:lnTo>
                    <a:pt x="1727163" y="16740"/>
                  </a:lnTo>
                  <a:lnTo>
                    <a:pt x="1727163" y="29440"/>
                  </a:lnTo>
                  <a:lnTo>
                    <a:pt x="1729521" y="34876"/>
                  </a:lnTo>
                  <a:lnTo>
                    <a:pt x="1734235" y="39398"/>
                  </a:lnTo>
                  <a:lnTo>
                    <a:pt x="1739046" y="43920"/>
                  </a:lnTo>
                  <a:lnTo>
                    <a:pt x="1744770" y="46181"/>
                  </a:lnTo>
                  <a:lnTo>
                    <a:pt x="1758048" y="46181"/>
                  </a:lnTo>
                  <a:lnTo>
                    <a:pt x="1763724" y="43920"/>
                  </a:lnTo>
                  <a:lnTo>
                    <a:pt x="1768438" y="39398"/>
                  </a:lnTo>
                  <a:lnTo>
                    <a:pt x="1773249" y="34876"/>
                  </a:lnTo>
                  <a:lnTo>
                    <a:pt x="1775654" y="29440"/>
                  </a:lnTo>
                  <a:lnTo>
                    <a:pt x="1775654" y="16740"/>
                  </a:lnTo>
                  <a:lnTo>
                    <a:pt x="1773249" y="11304"/>
                  </a:lnTo>
                  <a:lnTo>
                    <a:pt x="1768438" y="6782"/>
                  </a:lnTo>
                  <a:lnTo>
                    <a:pt x="1763724" y="2260"/>
                  </a:lnTo>
                  <a:lnTo>
                    <a:pt x="1758048" y="0"/>
                  </a:lnTo>
                  <a:close/>
                </a:path>
                <a:path w="2006600" h="309879">
                  <a:moveTo>
                    <a:pt x="1863436" y="83127"/>
                  </a:moveTo>
                  <a:lnTo>
                    <a:pt x="1830531" y="83127"/>
                  </a:lnTo>
                  <a:lnTo>
                    <a:pt x="1830531" y="304800"/>
                  </a:lnTo>
                  <a:lnTo>
                    <a:pt x="1864590" y="304800"/>
                  </a:lnTo>
                  <a:lnTo>
                    <a:pt x="1864590" y="171450"/>
                  </a:lnTo>
                  <a:lnTo>
                    <a:pt x="1865050" y="162141"/>
                  </a:lnTo>
                  <a:lnTo>
                    <a:pt x="1880646" y="126603"/>
                  </a:lnTo>
                  <a:lnTo>
                    <a:pt x="1892321" y="117763"/>
                  </a:lnTo>
                  <a:lnTo>
                    <a:pt x="1863436" y="117763"/>
                  </a:lnTo>
                  <a:lnTo>
                    <a:pt x="1863436" y="83127"/>
                  </a:lnTo>
                  <a:close/>
                </a:path>
                <a:path w="2006600" h="309879">
                  <a:moveTo>
                    <a:pt x="1992882" y="110836"/>
                  </a:moveTo>
                  <a:lnTo>
                    <a:pt x="1921163" y="110836"/>
                  </a:lnTo>
                  <a:lnTo>
                    <a:pt x="1932366" y="111756"/>
                  </a:lnTo>
                  <a:lnTo>
                    <a:pt x="1942306" y="114516"/>
                  </a:lnTo>
                  <a:lnTo>
                    <a:pt x="1968572" y="143019"/>
                  </a:lnTo>
                  <a:lnTo>
                    <a:pt x="1971963" y="166254"/>
                  </a:lnTo>
                  <a:lnTo>
                    <a:pt x="1971963" y="304800"/>
                  </a:lnTo>
                  <a:lnTo>
                    <a:pt x="2006022" y="304800"/>
                  </a:lnTo>
                  <a:lnTo>
                    <a:pt x="2005944" y="162141"/>
                  </a:lnTo>
                  <a:lnTo>
                    <a:pt x="1996642" y="117186"/>
                  </a:lnTo>
                  <a:lnTo>
                    <a:pt x="1992882" y="110836"/>
                  </a:lnTo>
                  <a:close/>
                </a:path>
                <a:path w="2006600" h="309879">
                  <a:moveTo>
                    <a:pt x="1930977" y="80240"/>
                  </a:moveTo>
                  <a:lnTo>
                    <a:pt x="1889990" y="90631"/>
                  </a:lnTo>
                  <a:lnTo>
                    <a:pt x="1866322" y="117763"/>
                  </a:lnTo>
                  <a:lnTo>
                    <a:pt x="1892321" y="117763"/>
                  </a:lnTo>
                  <a:lnTo>
                    <a:pt x="1898650" y="114814"/>
                  </a:lnTo>
                  <a:lnTo>
                    <a:pt x="1905721" y="112604"/>
                  </a:lnTo>
                  <a:lnTo>
                    <a:pt x="1913226" y="111278"/>
                  </a:lnTo>
                  <a:lnTo>
                    <a:pt x="1921163" y="110836"/>
                  </a:lnTo>
                  <a:lnTo>
                    <a:pt x="1992882" y="110836"/>
                  </a:lnTo>
                  <a:lnTo>
                    <a:pt x="1991482" y="108473"/>
                  </a:lnTo>
                  <a:lnTo>
                    <a:pt x="1952083" y="82550"/>
                  </a:lnTo>
                  <a:lnTo>
                    <a:pt x="1941882" y="80818"/>
                  </a:lnTo>
                  <a:lnTo>
                    <a:pt x="1930977" y="802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727300" y="2114324"/>
            <a:ext cx="8665115" cy="3035953"/>
            <a:chOff x="2044700" y="2971800"/>
            <a:chExt cx="12179300" cy="4267200"/>
          </a:xfrm>
        </p:grpSpPr>
        <p:sp>
          <p:nvSpPr>
            <p:cNvPr id="8" name="object 8"/>
            <p:cNvSpPr/>
            <p:nvPr/>
          </p:nvSpPr>
          <p:spPr>
            <a:xfrm>
              <a:off x="2044700" y="2971800"/>
              <a:ext cx="12179300" cy="4267200"/>
            </a:xfrm>
            <a:custGeom>
              <a:avLst/>
              <a:gdLst/>
              <a:ahLst/>
              <a:cxnLst/>
              <a:rect l="l" t="t" r="r" b="b"/>
              <a:pathLst>
                <a:path w="12179300" h="4267200">
                  <a:moveTo>
                    <a:pt x="1217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2179300" y="4267200"/>
                  </a:lnTo>
                  <a:lnTo>
                    <a:pt x="1217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9" name="object 9"/>
            <p:cNvSpPr/>
            <p:nvPr/>
          </p:nvSpPr>
          <p:spPr>
            <a:xfrm>
              <a:off x="2524990" y="3539836"/>
              <a:ext cx="2987025" cy="37869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0" name="object 10"/>
            <p:cNvSpPr/>
            <p:nvPr/>
          </p:nvSpPr>
          <p:spPr>
            <a:xfrm>
              <a:off x="9004300" y="3535795"/>
              <a:ext cx="4838700" cy="10362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1" name="object 11"/>
            <p:cNvSpPr/>
            <p:nvPr/>
          </p:nvSpPr>
          <p:spPr>
            <a:xfrm>
              <a:off x="9154390" y="5499100"/>
              <a:ext cx="1137920" cy="310515"/>
            </a:xfrm>
            <a:custGeom>
              <a:avLst/>
              <a:gdLst/>
              <a:ahLst/>
              <a:cxnLst/>
              <a:rect l="l" t="t" r="r" b="b"/>
              <a:pathLst>
                <a:path w="1137920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137920" h="310514">
                  <a:moveTo>
                    <a:pt x="365269" y="162213"/>
                  </a:moveTo>
                  <a:lnTo>
                    <a:pt x="235960" y="162213"/>
                  </a:lnTo>
                  <a:lnTo>
                    <a:pt x="235960" y="193963"/>
                  </a:lnTo>
                  <a:lnTo>
                    <a:pt x="365269" y="193963"/>
                  </a:lnTo>
                  <a:lnTo>
                    <a:pt x="365269" y="162213"/>
                  </a:lnTo>
                  <a:close/>
                </a:path>
                <a:path w="1137920" h="310514">
                  <a:moveTo>
                    <a:pt x="458102" y="83127"/>
                  </a:moveTo>
                  <a:lnTo>
                    <a:pt x="425197" y="83127"/>
                  </a:lnTo>
                  <a:lnTo>
                    <a:pt x="425197" y="304799"/>
                  </a:lnTo>
                  <a:lnTo>
                    <a:pt x="459256" y="304800"/>
                  </a:lnTo>
                  <a:lnTo>
                    <a:pt x="459256" y="166254"/>
                  </a:lnTo>
                  <a:lnTo>
                    <a:pt x="459689" y="158344"/>
                  </a:lnTo>
                  <a:lnTo>
                    <a:pt x="479226" y="121786"/>
                  </a:lnTo>
                  <a:lnTo>
                    <a:pt x="484930" y="117763"/>
                  </a:lnTo>
                  <a:lnTo>
                    <a:pt x="458102" y="117763"/>
                  </a:lnTo>
                  <a:lnTo>
                    <a:pt x="458102" y="83127"/>
                  </a:lnTo>
                  <a:close/>
                </a:path>
                <a:path w="1137920" h="310514">
                  <a:moveTo>
                    <a:pt x="576170" y="110836"/>
                  </a:moveTo>
                  <a:lnTo>
                    <a:pt x="509479" y="110836"/>
                  </a:lnTo>
                  <a:lnTo>
                    <a:pt x="518706" y="111566"/>
                  </a:lnTo>
                  <a:lnTo>
                    <a:pt x="527049" y="113758"/>
                  </a:lnTo>
                  <a:lnTo>
                    <a:pt x="552585" y="143984"/>
                  </a:lnTo>
                  <a:lnTo>
                    <a:pt x="553352" y="152977"/>
                  </a:lnTo>
                  <a:lnTo>
                    <a:pt x="553352" y="304799"/>
                  </a:lnTo>
                  <a:lnTo>
                    <a:pt x="587988" y="304799"/>
                  </a:lnTo>
                  <a:lnTo>
                    <a:pt x="587988" y="160481"/>
                  </a:lnTo>
                  <a:lnTo>
                    <a:pt x="588791" y="150199"/>
                  </a:lnTo>
                  <a:lnTo>
                    <a:pt x="609866" y="117763"/>
                  </a:lnTo>
                  <a:lnTo>
                    <a:pt x="579906" y="117763"/>
                  </a:lnTo>
                  <a:lnTo>
                    <a:pt x="576170" y="110836"/>
                  </a:lnTo>
                  <a:close/>
                </a:path>
                <a:path w="1137920" h="310514">
                  <a:moveTo>
                    <a:pt x="706163" y="110836"/>
                  </a:moveTo>
                  <a:lnTo>
                    <a:pt x="637056" y="110836"/>
                  </a:lnTo>
                  <a:lnTo>
                    <a:pt x="645850" y="111494"/>
                  </a:lnTo>
                  <a:lnTo>
                    <a:pt x="654050" y="113470"/>
                  </a:lnTo>
                  <a:lnTo>
                    <a:pt x="681244" y="145048"/>
                  </a:lnTo>
                  <a:lnTo>
                    <a:pt x="682083" y="156440"/>
                  </a:lnTo>
                  <a:lnTo>
                    <a:pt x="682083" y="304799"/>
                  </a:lnTo>
                  <a:lnTo>
                    <a:pt x="716142" y="304799"/>
                  </a:lnTo>
                  <a:lnTo>
                    <a:pt x="716142" y="156440"/>
                  </a:lnTo>
                  <a:lnTo>
                    <a:pt x="714961" y="138175"/>
                  </a:lnTo>
                  <a:lnTo>
                    <a:pt x="711416" y="122490"/>
                  </a:lnTo>
                  <a:lnTo>
                    <a:pt x="706163" y="110836"/>
                  </a:lnTo>
                  <a:close/>
                </a:path>
                <a:path w="1137920" h="310514">
                  <a:moveTo>
                    <a:pt x="520447" y="80240"/>
                  </a:moveTo>
                  <a:lnTo>
                    <a:pt x="483357" y="90198"/>
                  </a:lnTo>
                  <a:lnTo>
                    <a:pt x="460988" y="117763"/>
                  </a:lnTo>
                  <a:lnTo>
                    <a:pt x="484930" y="117763"/>
                  </a:lnTo>
                  <a:lnTo>
                    <a:pt x="490537" y="114814"/>
                  </a:lnTo>
                  <a:lnTo>
                    <a:pt x="496634" y="112604"/>
                  </a:lnTo>
                  <a:lnTo>
                    <a:pt x="502948" y="111278"/>
                  </a:lnTo>
                  <a:lnTo>
                    <a:pt x="509479" y="110836"/>
                  </a:lnTo>
                  <a:lnTo>
                    <a:pt x="576170" y="110836"/>
                  </a:lnTo>
                  <a:lnTo>
                    <a:pt x="575387" y="109384"/>
                  </a:lnTo>
                  <a:lnTo>
                    <a:pt x="540543" y="82730"/>
                  </a:lnTo>
                  <a:lnTo>
                    <a:pt x="530955" y="80863"/>
                  </a:lnTo>
                  <a:lnTo>
                    <a:pt x="520447" y="80240"/>
                  </a:lnTo>
                  <a:close/>
                </a:path>
                <a:path w="1137920" h="310514">
                  <a:moveTo>
                    <a:pt x="648602" y="80240"/>
                  </a:moveTo>
                  <a:lnTo>
                    <a:pt x="607759" y="90487"/>
                  </a:lnTo>
                  <a:lnTo>
                    <a:pt x="582215" y="117763"/>
                  </a:lnTo>
                  <a:lnTo>
                    <a:pt x="609866" y="117763"/>
                  </a:lnTo>
                  <a:lnTo>
                    <a:pt x="616310" y="114372"/>
                  </a:lnTo>
                  <a:lnTo>
                    <a:pt x="626025" y="111720"/>
                  </a:lnTo>
                  <a:lnTo>
                    <a:pt x="637056" y="110836"/>
                  </a:lnTo>
                  <a:lnTo>
                    <a:pt x="706163" y="110836"/>
                  </a:lnTo>
                  <a:lnTo>
                    <a:pt x="705508" y="109384"/>
                  </a:lnTo>
                  <a:lnTo>
                    <a:pt x="697237" y="98857"/>
                  </a:lnTo>
                  <a:lnTo>
                    <a:pt x="687107" y="90712"/>
                  </a:lnTo>
                  <a:lnTo>
                    <a:pt x="675625" y="84895"/>
                  </a:lnTo>
                  <a:lnTo>
                    <a:pt x="662790" y="81404"/>
                  </a:lnTo>
                  <a:lnTo>
                    <a:pt x="648602" y="80240"/>
                  </a:lnTo>
                  <a:close/>
                </a:path>
                <a:path w="1137920" h="310514">
                  <a:moveTo>
                    <a:pt x="932617" y="110259"/>
                  </a:moveTo>
                  <a:lnTo>
                    <a:pt x="864429" y="110259"/>
                  </a:lnTo>
                  <a:lnTo>
                    <a:pt x="875443" y="110998"/>
                  </a:lnTo>
                  <a:lnTo>
                    <a:pt x="884959" y="113217"/>
                  </a:lnTo>
                  <a:lnTo>
                    <a:pt x="910458" y="145202"/>
                  </a:lnTo>
                  <a:lnTo>
                    <a:pt x="911188" y="155286"/>
                  </a:lnTo>
                  <a:lnTo>
                    <a:pt x="911188" y="161924"/>
                  </a:lnTo>
                  <a:lnTo>
                    <a:pt x="909216" y="165773"/>
                  </a:lnTo>
                  <a:lnTo>
                    <a:pt x="905271" y="167986"/>
                  </a:lnTo>
                  <a:lnTo>
                    <a:pt x="901423" y="170199"/>
                  </a:lnTo>
                  <a:lnTo>
                    <a:pt x="895265" y="171786"/>
                  </a:lnTo>
                  <a:lnTo>
                    <a:pt x="880043" y="173479"/>
                  </a:lnTo>
                  <a:lnTo>
                    <a:pt x="854038" y="176645"/>
                  </a:lnTo>
                  <a:lnTo>
                    <a:pt x="815884" y="184005"/>
                  </a:lnTo>
                  <a:lnTo>
                    <a:pt x="779597" y="205328"/>
                  </a:lnTo>
                  <a:lnTo>
                    <a:pt x="768130" y="243609"/>
                  </a:lnTo>
                  <a:lnTo>
                    <a:pt x="768656" y="252304"/>
                  </a:lnTo>
                  <a:lnTo>
                    <a:pt x="789997" y="292208"/>
                  </a:lnTo>
                  <a:lnTo>
                    <a:pt x="833356" y="309499"/>
                  </a:lnTo>
                  <a:lnTo>
                    <a:pt x="843648" y="309995"/>
                  </a:lnTo>
                  <a:lnTo>
                    <a:pt x="852947" y="309634"/>
                  </a:lnTo>
                  <a:lnTo>
                    <a:pt x="893537" y="294183"/>
                  </a:lnTo>
                  <a:lnTo>
                    <a:pt x="907240" y="279399"/>
                  </a:lnTo>
                  <a:lnTo>
                    <a:pt x="848843" y="279399"/>
                  </a:lnTo>
                  <a:lnTo>
                    <a:pt x="839015" y="278822"/>
                  </a:lnTo>
                  <a:lnTo>
                    <a:pt x="805367" y="259195"/>
                  </a:lnTo>
                  <a:lnTo>
                    <a:pt x="802084" y="234949"/>
                  </a:lnTo>
                  <a:lnTo>
                    <a:pt x="804393" y="228118"/>
                  </a:lnTo>
                  <a:lnTo>
                    <a:pt x="839462" y="208359"/>
                  </a:lnTo>
                  <a:lnTo>
                    <a:pt x="866594" y="204354"/>
                  </a:lnTo>
                  <a:lnTo>
                    <a:pt x="872559" y="203584"/>
                  </a:lnTo>
                  <a:lnTo>
                    <a:pt x="909745" y="195118"/>
                  </a:lnTo>
                  <a:lnTo>
                    <a:pt x="911188" y="193386"/>
                  </a:lnTo>
                  <a:lnTo>
                    <a:pt x="945248" y="193386"/>
                  </a:lnTo>
                  <a:lnTo>
                    <a:pt x="945248" y="158749"/>
                  </a:lnTo>
                  <a:lnTo>
                    <a:pt x="944706" y="146212"/>
                  </a:lnTo>
                  <a:lnTo>
                    <a:pt x="943083" y="135009"/>
                  </a:lnTo>
                  <a:lnTo>
                    <a:pt x="940377" y="125141"/>
                  </a:lnTo>
                  <a:lnTo>
                    <a:pt x="936588" y="116609"/>
                  </a:lnTo>
                  <a:lnTo>
                    <a:pt x="932617" y="110259"/>
                  </a:lnTo>
                  <a:close/>
                </a:path>
                <a:path w="1137920" h="310514">
                  <a:moveTo>
                    <a:pt x="945248" y="274781"/>
                  </a:moveTo>
                  <a:lnTo>
                    <a:pt x="911188" y="274781"/>
                  </a:lnTo>
                  <a:lnTo>
                    <a:pt x="911188" y="304799"/>
                  </a:lnTo>
                  <a:lnTo>
                    <a:pt x="945248" y="304799"/>
                  </a:lnTo>
                  <a:lnTo>
                    <a:pt x="945248" y="274781"/>
                  </a:lnTo>
                  <a:close/>
                </a:path>
                <a:path w="1137920" h="310514">
                  <a:moveTo>
                    <a:pt x="945248" y="193386"/>
                  </a:moveTo>
                  <a:lnTo>
                    <a:pt x="911188" y="193386"/>
                  </a:lnTo>
                  <a:lnTo>
                    <a:pt x="911184" y="224631"/>
                  </a:lnTo>
                  <a:lnTo>
                    <a:pt x="910737" y="231405"/>
                  </a:lnTo>
                  <a:lnTo>
                    <a:pt x="889469" y="267205"/>
                  </a:lnTo>
                  <a:lnTo>
                    <a:pt x="848843" y="279399"/>
                  </a:lnTo>
                  <a:lnTo>
                    <a:pt x="907240" y="279399"/>
                  </a:lnTo>
                  <a:lnTo>
                    <a:pt x="909457" y="274781"/>
                  </a:lnTo>
                  <a:lnTo>
                    <a:pt x="945248" y="274781"/>
                  </a:lnTo>
                  <a:lnTo>
                    <a:pt x="945248" y="193386"/>
                  </a:lnTo>
                  <a:close/>
                </a:path>
                <a:path w="1137920" h="310514">
                  <a:moveTo>
                    <a:pt x="870394" y="80240"/>
                  </a:moveTo>
                  <a:lnTo>
                    <a:pt x="863275" y="80240"/>
                  </a:lnTo>
                  <a:lnTo>
                    <a:pt x="854868" y="80529"/>
                  </a:lnTo>
                  <a:lnTo>
                    <a:pt x="812691" y="91064"/>
                  </a:lnTo>
                  <a:lnTo>
                    <a:pt x="779065" y="122652"/>
                  </a:lnTo>
                  <a:lnTo>
                    <a:pt x="774375" y="132195"/>
                  </a:lnTo>
                  <a:lnTo>
                    <a:pt x="806702" y="143740"/>
                  </a:lnTo>
                  <a:lnTo>
                    <a:pt x="810030" y="137769"/>
                  </a:lnTo>
                  <a:lnTo>
                    <a:pt x="814387" y="131978"/>
                  </a:lnTo>
                  <a:lnTo>
                    <a:pt x="852893" y="110926"/>
                  </a:lnTo>
                  <a:lnTo>
                    <a:pt x="864429" y="110259"/>
                  </a:lnTo>
                  <a:lnTo>
                    <a:pt x="932617" y="110259"/>
                  </a:lnTo>
                  <a:lnTo>
                    <a:pt x="931979" y="109239"/>
                  </a:lnTo>
                  <a:lnTo>
                    <a:pt x="894745" y="84399"/>
                  </a:lnTo>
                  <a:lnTo>
                    <a:pt x="878573" y="81106"/>
                  </a:lnTo>
                  <a:lnTo>
                    <a:pt x="870394" y="80240"/>
                  </a:lnTo>
                  <a:close/>
                </a:path>
                <a:path w="1137920" h="310514">
                  <a:moveTo>
                    <a:pt x="1041472" y="83127"/>
                  </a:moveTo>
                  <a:lnTo>
                    <a:pt x="1007413" y="83127"/>
                  </a:lnTo>
                  <a:lnTo>
                    <a:pt x="1007413" y="304799"/>
                  </a:lnTo>
                  <a:lnTo>
                    <a:pt x="1041472" y="304800"/>
                  </a:lnTo>
                  <a:lnTo>
                    <a:pt x="1041472" y="83127"/>
                  </a:lnTo>
                  <a:close/>
                </a:path>
                <a:path w="1137920" h="310514">
                  <a:moveTo>
                    <a:pt x="1031369" y="0"/>
                  </a:moveTo>
                  <a:lnTo>
                    <a:pt x="1018092" y="0"/>
                  </a:lnTo>
                  <a:lnTo>
                    <a:pt x="1012367" y="2260"/>
                  </a:lnTo>
                  <a:lnTo>
                    <a:pt x="1007557" y="6782"/>
                  </a:lnTo>
                  <a:lnTo>
                    <a:pt x="1002842" y="11304"/>
                  </a:lnTo>
                  <a:lnTo>
                    <a:pt x="1000485" y="16740"/>
                  </a:lnTo>
                  <a:lnTo>
                    <a:pt x="1000485" y="29440"/>
                  </a:lnTo>
                  <a:lnTo>
                    <a:pt x="1002842" y="34876"/>
                  </a:lnTo>
                  <a:lnTo>
                    <a:pt x="1007557" y="39398"/>
                  </a:lnTo>
                  <a:lnTo>
                    <a:pt x="1012367" y="43920"/>
                  </a:lnTo>
                  <a:lnTo>
                    <a:pt x="1018092" y="46181"/>
                  </a:lnTo>
                  <a:lnTo>
                    <a:pt x="1031369" y="46181"/>
                  </a:lnTo>
                  <a:lnTo>
                    <a:pt x="1037046" y="43920"/>
                  </a:lnTo>
                  <a:lnTo>
                    <a:pt x="1041760" y="39398"/>
                  </a:lnTo>
                  <a:lnTo>
                    <a:pt x="1046571" y="34876"/>
                  </a:lnTo>
                  <a:lnTo>
                    <a:pt x="1048976" y="29440"/>
                  </a:lnTo>
                  <a:lnTo>
                    <a:pt x="1048976" y="16740"/>
                  </a:lnTo>
                  <a:lnTo>
                    <a:pt x="1046571" y="11304"/>
                  </a:lnTo>
                  <a:lnTo>
                    <a:pt x="1041760" y="6782"/>
                  </a:lnTo>
                  <a:lnTo>
                    <a:pt x="1037046" y="2260"/>
                  </a:lnTo>
                  <a:lnTo>
                    <a:pt x="1031369" y="0"/>
                  </a:lnTo>
                  <a:close/>
                </a:path>
                <a:path w="1137920" h="310514">
                  <a:moveTo>
                    <a:pt x="1137912" y="9236"/>
                  </a:moveTo>
                  <a:lnTo>
                    <a:pt x="1103853" y="9236"/>
                  </a:lnTo>
                  <a:lnTo>
                    <a:pt x="1103853" y="304799"/>
                  </a:lnTo>
                  <a:lnTo>
                    <a:pt x="1137912" y="304799"/>
                  </a:lnTo>
                  <a:lnTo>
                    <a:pt x="1137912" y="92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091672" y="5421344"/>
            <a:ext cx="1879399" cy="524063"/>
            <a:chOff x="3962400" y="7620000"/>
            <a:chExt cx="2641600" cy="736600"/>
          </a:xfrm>
        </p:grpSpPr>
        <p:sp>
          <p:nvSpPr>
            <p:cNvPr id="13" name="object 13"/>
            <p:cNvSpPr/>
            <p:nvPr/>
          </p:nvSpPr>
          <p:spPr>
            <a:xfrm>
              <a:off x="3962400" y="7620000"/>
              <a:ext cx="2641600" cy="736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4013200" y="7620000"/>
              <a:ext cx="2540000" cy="6350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139609" y="5421344"/>
            <a:ext cx="1879399" cy="524063"/>
            <a:chOff x="9652000" y="7620000"/>
            <a:chExt cx="2641600" cy="736600"/>
          </a:xfrm>
        </p:grpSpPr>
        <p:sp>
          <p:nvSpPr>
            <p:cNvPr id="16" name="object 16"/>
            <p:cNvSpPr/>
            <p:nvPr/>
          </p:nvSpPr>
          <p:spPr>
            <a:xfrm>
              <a:off x="9652000" y="7620000"/>
              <a:ext cx="2641600" cy="736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7" name="object 17"/>
            <p:cNvSpPr/>
            <p:nvPr/>
          </p:nvSpPr>
          <p:spPr>
            <a:xfrm>
              <a:off x="9702800" y="7620000"/>
              <a:ext cx="2540000" cy="6350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8" name="object 18"/>
          <p:cNvSpPr/>
          <p:nvPr/>
        </p:nvSpPr>
        <p:spPr>
          <a:xfrm>
            <a:off x="3437860" y="999637"/>
            <a:ext cx="5216791" cy="35038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2084616" y="3909117"/>
            <a:ext cx="1147066" cy="223630"/>
          </a:xfrm>
          <a:custGeom>
            <a:avLst/>
            <a:gdLst/>
            <a:ahLst/>
            <a:cxnLst/>
            <a:rect l="l" t="t" r="r" b="b"/>
            <a:pathLst>
              <a:path w="1612264" h="314325">
                <a:moveTo>
                  <a:pt x="128731" y="45604"/>
                </a:moveTo>
                <a:lnTo>
                  <a:pt x="92940" y="45604"/>
                </a:lnTo>
                <a:lnTo>
                  <a:pt x="92940" y="309418"/>
                </a:lnTo>
                <a:lnTo>
                  <a:pt x="128731" y="309418"/>
                </a:lnTo>
                <a:lnTo>
                  <a:pt x="128731" y="45604"/>
                </a:lnTo>
                <a:close/>
              </a:path>
              <a:path w="1612264" h="314325">
                <a:moveTo>
                  <a:pt x="221672" y="13854"/>
                </a:moveTo>
                <a:lnTo>
                  <a:pt x="0" y="13854"/>
                </a:lnTo>
                <a:lnTo>
                  <a:pt x="0" y="45604"/>
                </a:lnTo>
                <a:lnTo>
                  <a:pt x="221672" y="45604"/>
                </a:lnTo>
                <a:lnTo>
                  <a:pt x="221672" y="13854"/>
                </a:lnTo>
                <a:close/>
              </a:path>
              <a:path w="1612264" h="314325">
                <a:moveTo>
                  <a:pt x="329622" y="84859"/>
                </a:moveTo>
                <a:lnTo>
                  <a:pt x="288816" y="93139"/>
                </a:lnTo>
                <a:lnTo>
                  <a:pt x="257174" y="117042"/>
                </a:lnTo>
                <a:lnTo>
                  <a:pt x="236735" y="153771"/>
                </a:lnTo>
                <a:lnTo>
                  <a:pt x="229754" y="200313"/>
                </a:lnTo>
                <a:lnTo>
                  <a:pt x="230530" y="216820"/>
                </a:lnTo>
                <a:lnTo>
                  <a:pt x="242165" y="260061"/>
                </a:lnTo>
                <a:lnTo>
                  <a:pt x="266925" y="292045"/>
                </a:lnTo>
                <a:lnTo>
                  <a:pt x="303248" y="310500"/>
                </a:lnTo>
                <a:lnTo>
                  <a:pt x="333086" y="314036"/>
                </a:lnTo>
                <a:lnTo>
                  <a:pt x="344063" y="313603"/>
                </a:lnTo>
                <a:lnTo>
                  <a:pt x="382298" y="303230"/>
                </a:lnTo>
                <a:lnTo>
                  <a:pt x="407429" y="283440"/>
                </a:lnTo>
                <a:lnTo>
                  <a:pt x="333086" y="283440"/>
                </a:lnTo>
                <a:lnTo>
                  <a:pt x="323083" y="282881"/>
                </a:lnTo>
                <a:lnTo>
                  <a:pt x="282971" y="263344"/>
                </a:lnTo>
                <a:lnTo>
                  <a:pt x="265978" y="228708"/>
                </a:lnTo>
                <a:lnTo>
                  <a:pt x="264020" y="210127"/>
                </a:lnTo>
                <a:lnTo>
                  <a:pt x="253999" y="210127"/>
                </a:lnTo>
                <a:lnTo>
                  <a:pt x="253999" y="180686"/>
                </a:lnTo>
                <a:lnTo>
                  <a:pt x="264099" y="180686"/>
                </a:lnTo>
                <a:lnTo>
                  <a:pt x="264309" y="176861"/>
                </a:lnTo>
                <a:lnTo>
                  <a:pt x="281384" y="137030"/>
                </a:lnTo>
                <a:lnTo>
                  <a:pt x="319791" y="116085"/>
                </a:lnTo>
                <a:lnTo>
                  <a:pt x="329622" y="115454"/>
                </a:lnTo>
                <a:lnTo>
                  <a:pt x="400304" y="115454"/>
                </a:lnTo>
                <a:lnTo>
                  <a:pt x="394565" y="109393"/>
                </a:lnTo>
                <a:lnTo>
                  <a:pt x="355356" y="88106"/>
                </a:lnTo>
                <a:lnTo>
                  <a:pt x="338254" y="85219"/>
                </a:lnTo>
                <a:lnTo>
                  <a:pt x="329622" y="84859"/>
                </a:lnTo>
                <a:close/>
              </a:path>
              <a:path w="1612264" h="314325">
                <a:moveTo>
                  <a:pt x="388504" y="248804"/>
                </a:moveTo>
                <a:lnTo>
                  <a:pt x="350115" y="282190"/>
                </a:lnTo>
                <a:lnTo>
                  <a:pt x="342034" y="283440"/>
                </a:lnTo>
                <a:lnTo>
                  <a:pt x="407429" y="283440"/>
                </a:lnTo>
                <a:lnTo>
                  <a:pt x="409638" y="280879"/>
                </a:lnTo>
                <a:lnTo>
                  <a:pt x="414445" y="273771"/>
                </a:lnTo>
                <a:lnTo>
                  <a:pt x="418369" y="266158"/>
                </a:lnTo>
                <a:lnTo>
                  <a:pt x="421409" y="258040"/>
                </a:lnTo>
                <a:lnTo>
                  <a:pt x="388504" y="248804"/>
                </a:lnTo>
                <a:close/>
              </a:path>
              <a:path w="1612264" h="314325">
                <a:moveTo>
                  <a:pt x="264099" y="180686"/>
                </a:moveTo>
                <a:lnTo>
                  <a:pt x="253999" y="180686"/>
                </a:lnTo>
                <a:lnTo>
                  <a:pt x="253999" y="210127"/>
                </a:lnTo>
                <a:lnTo>
                  <a:pt x="264020" y="210127"/>
                </a:lnTo>
                <a:lnTo>
                  <a:pt x="263813" y="205509"/>
                </a:lnTo>
                <a:lnTo>
                  <a:pt x="263928" y="183789"/>
                </a:lnTo>
                <a:lnTo>
                  <a:pt x="264099" y="180686"/>
                </a:lnTo>
                <a:close/>
              </a:path>
              <a:path w="1612264" h="314325">
                <a:moveTo>
                  <a:pt x="400304" y="115454"/>
                </a:moveTo>
                <a:lnTo>
                  <a:pt x="329622" y="115454"/>
                </a:lnTo>
                <a:lnTo>
                  <a:pt x="338552" y="115986"/>
                </a:lnTo>
                <a:lnTo>
                  <a:pt x="346868" y="117583"/>
                </a:lnTo>
                <a:lnTo>
                  <a:pt x="378681" y="140277"/>
                </a:lnTo>
                <a:lnTo>
                  <a:pt x="390236" y="180686"/>
                </a:lnTo>
                <a:lnTo>
                  <a:pt x="264099" y="180686"/>
                </a:lnTo>
                <a:lnTo>
                  <a:pt x="263928" y="183789"/>
                </a:lnTo>
                <a:lnTo>
                  <a:pt x="263813" y="205509"/>
                </a:lnTo>
                <a:lnTo>
                  <a:pt x="264020" y="210127"/>
                </a:lnTo>
                <a:lnTo>
                  <a:pt x="424872" y="210127"/>
                </a:lnTo>
                <a:lnTo>
                  <a:pt x="424872" y="195695"/>
                </a:lnTo>
                <a:lnTo>
                  <a:pt x="424346" y="180686"/>
                </a:lnTo>
                <a:lnTo>
                  <a:pt x="412181" y="133368"/>
                </a:lnTo>
                <a:lnTo>
                  <a:pt x="401141" y="116338"/>
                </a:lnTo>
                <a:lnTo>
                  <a:pt x="400304" y="115454"/>
                </a:lnTo>
                <a:close/>
              </a:path>
              <a:path w="1612264" h="314325">
                <a:moveTo>
                  <a:pt x="510742" y="13854"/>
                </a:moveTo>
                <a:lnTo>
                  <a:pt x="476682" y="13854"/>
                </a:lnTo>
                <a:lnTo>
                  <a:pt x="476682" y="309418"/>
                </a:lnTo>
                <a:lnTo>
                  <a:pt x="510742" y="309418"/>
                </a:lnTo>
                <a:lnTo>
                  <a:pt x="510742" y="13854"/>
                </a:lnTo>
                <a:close/>
              </a:path>
              <a:path w="1612264" h="314325">
                <a:moveTo>
                  <a:pt x="662600" y="84859"/>
                </a:moveTo>
                <a:lnTo>
                  <a:pt x="621794" y="93139"/>
                </a:lnTo>
                <a:lnTo>
                  <a:pt x="590153" y="117042"/>
                </a:lnTo>
                <a:lnTo>
                  <a:pt x="569714" y="153771"/>
                </a:lnTo>
                <a:lnTo>
                  <a:pt x="562732" y="200313"/>
                </a:lnTo>
                <a:lnTo>
                  <a:pt x="563508" y="216820"/>
                </a:lnTo>
                <a:lnTo>
                  <a:pt x="575144" y="260061"/>
                </a:lnTo>
                <a:lnTo>
                  <a:pt x="599903" y="292045"/>
                </a:lnTo>
                <a:lnTo>
                  <a:pt x="636226" y="310500"/>
                </a:lnTo>
                <a:lnTo>
                  <a:pt x="666064" y="314036"/>
                </a:lnTo>
                <a:lnTo>
                  <a:pt x="677041" y="313603"/>
                </a:lnTo>
                <a:lnTo>
                  <a:pt x="715276" y="303230"/>
                </a:lnTo>
                <a:lnTo>
                  <a:pt x="740408" y="283440"/>
                </a:lnTo>
                <a:lnTo>
                  <a:pt x="666064" y="283440"/>
                </a:lnTo>
                <a:lnTo>
                  <a:pt x="656061" y="282881"/>
                </a:lnTo>
                <a:lnTo>
                  <a:pt x="615950" y="263344"/>
                </a:lnTo>
                <a:lnTo>
                  <a:pt x="598956" y="228708"/>
                </a:lnTo>
                <a:lnTo>
                  <a:pt x="596998" y="210127"/>
                </a:lnTo>
                <a:lnTo>
                  <a:pt x="586978" y="210127"/>
                </a:lnTo>
                <a:lnTo>
                  <a:pt x="586978" y="180686"/>
                </a:lnTo>
                <a:lnTo>
                  <a:pt x="597077" y="180686"/>
                </a:lnTo>
                <a:lnTo>
                  <a:pt x="597287" y="176861"/>
                </a:lnTo>
                <a:lnTo>
                  <a:pt x="614362" y="137030"/>
                </a:lnTo>
                <a:lnTo>
                  <a:pt x="652769" y="116085"/>
                </a:lnTo>
                <a:lnTo>
                  <a:pt x="662600" y="115454"/>
                </a:lnTo>
                <a:lnTo>
                  <a:pt x="733282" y="115454"/>
                </a:lnTo>
                <a:lnTo>
                  <a:pt x="727544" y="109393"/>
                </a:lnTo>
                <a:lnTo>
                  <a:pt x="688334" y="88106"/>
                </a:lnTo>
                <a:lnTo>
                  <a:pt x="671232" y="85219"/>
                </a:lnTo>
                <a:lnTo>
                  <a:pt x="662600" y="84859"/>
                </a:lnTo>
                <a:close/>
              </a:path>
              <a:path w="1612264" h="314325">
                <a:moveTo>
                  <a:pt x="721482" y="248804"/>
                </a:moveTo>
                <a:lnTo>
                  <a:pt x="683094" y="282190"/>
                </a:lnTo>
                <a:lnTo>
                  <a:pt x="675012" y="283440"/>
                </a:lnTo>
                <a:lnTo>
                  <a:pt x="740408" y="283440"/>
                </a:lnTo>
                <a:lnTo>
                  <a:pt x="742616" y="280879"/>
                </a:lnTo>
                <a:lnTo>
                  <a:pt x="747423" y="273771"/>
                </a:lnTo>
                <a:lnTo>
                  <a:pt x="751347" y="266158"/>
                </a:lnTo>
                <a:lnTo>
                  <a:pt x="754387" y="258040"/>
                </a:lnTo>
                <a:lnTo>
                  <a:pt x="721482" y="248804"/>
                </a:lnTo>
                <a:close/>
              </a:path>
              <a:path w="1612264" h="314325">
                <a:moveTo>
                  <a:pt x="597077" y="180686"/>
                </a:moveTo>
                <a:lnTo>
                  <a:pt x="586978" y="180686"/>
                </a:lnTo>
                <a:lnTo>
                  <a:pt x="586978" y="210127"/>
                </a:lnTo>
                <a:lnTo>
                  <a:pt x="596998" y="210127"/>
                </a:lnTo>
                <a:lnTo>
                  <a:pt x="596791" y="205509"/>
                </a:lnTo>
                <a:lnTo>
                  <a:pt x="596906" y="183789"/>
                </a:lnTo>
                <a:lnTo>
                  <a:pt x="597077" y="180686"/>
                </a:lnTo>
                <a:close/>
              </a:path>
              <a:path w="1612264" h="314325">
                <a:moveTo>
                  <a:pt x="733282" y="115454"/>
                </a:moveTo>
                <a:lnTo>
                  <a:pt x="662600" y="115454"/>
                </a:lnTo>
                <a:lnTo>
                  <a:pt x="671530" y="115986"/>
                </a:lnTo>
                <a:lnTo>
                  <a:pt x="679846" y="117583"/>
                </a:lnTo>
                <a:lnTo>
                  <a:pt x="711659" y="140277"/>
                </a:lnTo>
                <a:lnTo>
                  <a:pt x="723214" y="180686"/>
                </a:lnTo>
                <a:lnTo>
                  <a:pt x="597077" y="180686"/>
                </a:lnTo>
                <a:lnTo>
                  <a:pt x="596906" y="183789"/>
                </a:lnTo>
                <a:lnTo>
                  <a:pt x="596791" y="205509"/>
                </a:lnTo>
                <a:lnTo>
                  <a:pt x="596998" y="210127"/>
                </a:lnTo>
                <a:lnTo>
                  <a:pt x="757850" y="210127"/>
                </a:lnTo>
                <a:lnTo>
                  <a:pt x="757850" y="195695"/>
                </a:lnTo>
                <a:lnTo>
                  <a:pt x="757324" y="180686"/>
                </a:lnTo>
                <a:lnTo>
                  <a:pt x="745159" y="133368"/>
                </a:lnTo>
                <a:lnTo>
                  <a:pt x="734119" y="116338"/>
                </a:lnTo>
                <a:lnTo>
                  <a:pt x="733282" y="115454"/>
                </a:lnTo>
                <a:close/>
              </a:path>
              <a:path w="1612264" h="314325">
                <a:moveTo>
                  <a:pt x="895386" y="0"/>
                </a:moveTo>
                <a:lnTo>
                  <a:pt x="887015" y="0"/>
                </a:lnTo>
                <a:lnTo>
                  <a:pt x="879177" y="396"/>
                </a:lnTo>
                <a:lnTo>
                  <a:pt x="838425" y="19446"/>
                </a:lnTo>
                <a:lnTo>
                  <a:pt x="824670" y="57150"/>
                </a:lnTo>
                <a:lnTo>
                  <a:pt x="824670" y="309418"/>
                </a:lnTo>
                <a:lnTo>
                  <a:pt x="858729" y="309418"/>
                </a:lnTo>
                <a:lnTo>
                  <a:pt x="858729" y="65231"/>
                </a:lnTo>
                <a:lnTo>
                  <a:pt x="859189" y="57501"/>
                </a:lnTo>
                <a:lnTo>
                  <a:pt x="890479" y="31750"/>
                </a:lnTo>
                <a:lnTo>
                  <a:pt x="910683" y="31750"/>
                </a:lnTo>
                <a:lnTo>
                  <a:pt x="919342" y="5772"/>
                </a:lnTo>
                <a:lnTo>
                  <a:pt x="916745" y="4618"/>
                </a:lnTo>
                <a:lnTo>
                  <a:pt x="912800" y="3367"/>
                </a:lnTo>
                <a:lnTo>
                  <a:pt x="902217" y="673"/>
                </a:lnTo>
                <a:lnTo>
                  <a:pt x="895386" y="0"/>
                </a:lnTo>
                <a:close/>
              </a:path>
              <a:path w="1612264" h="314325">
                <a:moveTo>
                  <a:pt x="824670" y="87745"/>
                </a:moveTo>
                <a:lnTo>
                  <a:pt x="788879" y="87745"/>
                </a:lnTo>
                <a:lnTo>
                  <a:pt x="788879" y="116609"/>
                </a:lnTo>
                <a:lnTo>
                  <a:pt x="824670" y="116609"/>
                </a:lnTo>
                <a:lnTo>
                  <a:pt x="824670" y="87745"/>
                </a:lnTo>
                <a:close/>
              </a:path>
              <a:path w="1612264" h="314325">
                <a:moveTo>
                  <a:pt x="908374" y="87745"/>
                </a:moveTo>
                <a:lnTo>
                  <a:pt x="858729" y="87745"/>
                </a:lnTo>
                <a:lnTo>
                  <a:pt x="858729" y="116609"/>
                </a:lnTo>
                <a:lnTo>
                  <a:pt x="908374" y="116609"/>
                </a:lnTo>
                <a:lnTo>
                  <a:pt x="908374" y="87745"/>
                </a:lnTo>
                <a:close/>
              </a:path>
              <a:path w="1612264" h="314325">
                <a:moveTo>
                  <a:pt x="910683" y="31750"/>
                </a:moveTo>
                <a:lnTo>
                  <a:pt x="895386" y="31750"/>
                </a:lnTo>
                <a:lnTo>
                  <a:pt x="899330" y="32182"/>
                </a:lnTo>
                <a:lnTo>
                  <a:pt x="905392" y="33914"/>
                </a:lnTo>
                <a:lnTo>
                  <a:pt x="907797" y="34636"/>
                </a:lnTo>
                <a:lnTo>
                  <a:pt x="909529" y="35213"/>
                </a:lnTo>
                <a:lnTo>
                  <a:pt x="910683" y="31750"/>
                </a:lnTo>
                <a:close/>
              </a:path>
              <a:path w="1612264" h="314325">
                <a:moveTo>
                  <a:pt x="1037034" y="84859"/>
                </a:moveTo>
                <a:lnTo>
                  <a:pt x="996147" y="92895"/>
                </a:lnTo>
                <a:lnTo>
                  <a:pt x="964298" y="116320"/>
                </a:lnTo>
                <a:lnTo>
                  <a:pt x="943651" y="152733"/>
                </a:lnTo>
                <a:lnTo>
                  <a:pt x="936588" y="199736"/>
                </a:lnTo>
                <a:lnTo>
                  <a:pt x="937373" y="216369"/>
                </a:lnTo>
                <a:lnTo>
                  <a:pt x="949144" y="259772"/>
                </a:lnTo>
                <a:lnTo>
                  <a:pt x="973714" y="291892"/>
                </a:lnTo>
                <a:lnTo>
                  <a:pt x="1008856" y="310464"/>
                </a:lnTo>
                <a:lnTo>
                  <a:pt x="1037034" y="314036"/>
                </a:lnTo>
                <a:lnTo>
                  <a:pt x="1051574" y="313143"/>
                </a:lnTo>
                <a:lnTo>
                  <a:pt x="1089566" y="299748"/>
                </a:lnTo>
                <a:lnTo>
                  <a:pt x="1108855" y="283440"/>
                </a:lnTo>
                <a:lnTo>
                  <a:pt x="1037034" y="283440"/>
                </a:lnTo>
                <a:lnTo>
                  <a:pt x="1026138" y="282710"/>
                </a:lnTo>
                <a:lnTo>
                  <a:pt x="986703" y="258221"/>
                </a:lnTo>
                <a:lnTo>
                  <a:pt x="972415" y="221167"/>
                </a:lnTo>
                <a:lnTo>
                  <a:pt x="970648" y="199736"/>
                </a:lnTo>
                <a:lnTo>
                  <a:pt x="971090" y="188813"/>
                </a:lnTo>
                <a:lnTo>
                  <a:pt x="981733" y="149179"/>
                </a:lnTo>
                <a:lnTo>
                  <a:pt x="1016252" y="118413"/>
                </a:lnTo>
                <a:lnTo>
                  <a:pt x="1037034" y="115454"/>
                </a:lnTo>
                <a:lnTo>
                  <a:pt x="1108820" y="115454"/>
                </a:lnTo>
                <a:lnTo>
                  <a:pt x="1100263" y="107011"/>
                </a:lnTo>
                <a:lnTo>
                  <a:pt x="1089566" y="99146"/>
                </a:lnTo>
                <a:lnTo>
                  <a:pt x="1077840" y="92895"/>
                </a:lnTo>
                <a:lnTo>
                  <a:pt x="1065176" y="88430"/>
                </a:lnTo>
                <a:lnTo>
                  <a:pt x="1051574" y="85752"/>
                </a:lnTo>
                <a:lnTo>
                  <a:pt x="1037034" y="84859"/>
                </a:lnTo>
                <a:close/>
              </a:path>
              <a:path w="1612264" h="314325">
                <a:moveTo>
                  <a:pt x="1108820" y="115454"/>
                </a:moveTo>
                <a:lnTo>
                  <a:pt x="1037034" y="115454"/>
                </a:lnTo>
                <a:lnTo>
                  <a:pt x="1047930" y="116194"/>
                </a:lnTo>
                <a:lnTo>
                  <a:pt x="1057816" y="118413"/>
                </a:lnTo>
                <a:lnTo>
                  <a:pt x="1092335" y="149179"/>
                </a:lnTo>
                <a:lnTo>
                  <a:pt x="1102978" y="188813"/>
                </a:lnTo>
                <a:lnTo>
                  <a:pt x="1103420" y="199736"/>
                </a:lnTo>
                <a:lnTo>
                  <a:pt x="1102978" y="210650"/>
                </a:lnTo>
                <a:lnTo>
                  <a:pt x="1092335" y="250076"/>
                </a:lnTo>
                <a:lnTo>
                  <a:pt x="1057816" y="280518"/>
                </a:lnTo>
                <a:lnTo>
                  <a:pt x="1037034" y="283440"/>
                </a:lnTo>
                <a:lnTo>
                  <a:pt x="1108855" y="283440"/>
                </a:lnTo>
                <a:lnTo>
                  <a:pt x="1130336" y="246387"/>
                </a:lnTo>
                <a:lnTo>
                  <a:pt x="1137479" y="199736"/>
                </a:lnTo>
                <a:lnTo>
                  <a:pt x="1136686" y="182968"/>
                </a:lnTo>
                <a:lnTo>
                  <a:pt x="1124779" y="139267"/>
                </a:lnTo>
                <a:lnTo>
                  <a:pt x="1109698" y="116320"/>
                </a:lnTo>
                <a:lnTo>
                  <a:pt x="1108820" y="115454"/>
                </a:lnTo>
                <a:close/>
              </a:path>
              <a:path w="1612264" h="314325">
                <a:moveTo>
                  <a:pt x="1222375" y="87745"/>
                </a:moveTo>
                <a:lnTo>
                  <a:pt x="1189470" y="87745"/>
                </a:lnTo>
                <a:lnTo>
                  <a:pt x="1189470" y="309418"/>
                </a:lnTo>
                <a:lnTo>
                  <a:pt x="1223529" y="309418"/>
                </a:lnTo>
                <a:lnTo>
                  <a:pt x="1223529" y="176068"/>
                </a:lnTo>
                <a:lnTo>
                  <a:pt x="1223989" y="166759"/>
                </a:lnTo>
                <a:lnTo>
                  <a:pt x="1239584" y="131221"/>
                </a:lnTo>
                <a:lnTo>
                  <a:pt x="1251259" y="122381"/>
                </a:lnTo>
                <a:lnTo>
                  <a:pt x="1222375" y="122381"/>
                </a:lnTo>
                <a:lnTo>
                  <a:pt x="1222375" y="87745"/>
                </a:lnTo>
                <a:close/>
              </a:path>
              <a:path w="1612264" h="314325">
                <a:moveTo>
                  <a:pt x="1351820" y="115454"/>
                </a:moveTo>
                <a:lnTo>
                  <a:pt x="1280102" y="115454"/>
                </a:lnTo>
                <a:lnTo>
                  <a:pt x="1291304" y="116374"/>
                </a:lnTo>
                <a:lnTo>
                  <a:pt x="1301244" y="119134"/>
                </a:lnTo>
                <a:lnTo>
                  <a:pt x="1327510" y="147637"/>
                </a:lnTo>
                <a:lnTo>
                  <a:pt x="1330902" y="170872"/>
                </a:lnTo>
                <a:lnTo>
                  <a:pt x="1330902" y="309418"/>
                </a:lnTo>
                <a:lnTo>
                  <a:pt x="1364961" y="309418"/>
                </a:lnTo>
                <a:lnTo>
                  <a:pt x="1364883" y="166759"/>
                </a:lnTo>
                <a:lnTo>
                  <a:pt x="1355580" y="121804"/>
                </a:lnTo>
                <a:lnTo>
                  <a:pt x="1351820" y="115454"/>
                </a:lnTo>
                <a:close/>
              </a:path>
              <a:path w="1612264" h="314325">
                <a:moveTo>
                  <a:pt x="1289915" y="84859"/>
                </a:moveTo>
                <a:lnTo>
                  <a:pt x="1248929" y="95250"/>
                </a:lnTo>
                <a:lnTo>
                  <a:pt x="1225261" y="122381"/>
                </a:lnTo>
                <a:lnTo>
                  <a:pt x="1251259" y="122381"/>
                </a:lnTo>
                <a:lnTo>
                  <a:pt x="1257588" y="119432"/>
                </a:lnTo>
                <a:lnTo>
                  <a:pt x="1264660" y="117222"/>
                </a:lnTo>
                <a:lnTo>
                  <a:pt x="1272164" y="115896"/>
                </a:lnTo>
                <a:lnTo>
                  <a:pt x="1280102" y="115454"/>
                </a:lnTo>
                <a:lnTo>
                  <a:pt x="1351820" y="115454"/>
                </a:lnTo>
                <a:lnTo>
                  <a:pt x="1350421" y="113091"/>
                </a:lnTo>
                <a:lnTo>
                  <a:pt x="1311022" y="87168"/>
                </a:lnTo>
                <a:lnTo>
                  <a:pt x="1300820" y="85436"/>
                </a:lnTo>
                <a:lnTo>
                  <a:pt x="1289915" y="84859"/>
                </a:lnTo>
                <a:close/>
              </a:path>
              <a:path w="1612264" h="314325">
                <a:moveTo>
                  <a:pt x="1516675" y="84859"/>
                </a:moveTo>
                <a:lnTo>
                  <a:pt x="1475869" y="93139"/>
                </a:lnTo>
                <a:lnTo>
                  <a:pt x="1444228" y="117042"/>
                </a:lnTo>
                <a:lnTo>
                  <a:pt x="1423789" y="153771"/>
                </a:lnTo>
                <a:lnTo>
                  <a:pt x="1416807" y="200313"/>
                </a:lnTo>
                <a:lnTo>
                  <a:pt x="1417583" y="216820"/>
                </a:lnTo>
                <a:lnTo>
                  <a:pt x="1429219" y="260061"/>
                </a:lnTo>
                <a:lnTo>
                  <a:pt x="1453978" y="292045"/>
                </a:lnTo>
                <a:lnTo>
                  <a:pt x="1490301" y="310500"/>
                </a:lnTo>
                <a:lnTo>
                  <a:pt x="1520139" y="314036"/>
                </a:lnTo>
                <a:lnTo>
                  <a:pt x="1531116" y="313603"/>
                </a:lnTo>
                <a:lnTo>
                  <a:pt x="1569352" y="303230"/>
                </a:lnTo>
                <a:lnTo>
                  <a:pt x="1594483" y="283440"/>
                </a:lnTo>
                <a:lnTo>
                  <a:pt x="1520139" y="283440"/>
                </a:lnTo>
                <a:lnTo>
                  <a:pt x="1510136" y="282881"/>
                </a:lnTo>
                <a:lnTo>
                  <a:pt x="1470024" y="263344"/>
                </a:lnTo>
                <a:lnTo>
                  <a:pt x="1453031" y="228708"/>
                </a:lnTo>
                <a:lnTo>
                  <a:pt x="1451073" y="210127"/>
                </a:lnTo>
                <a:lnTo>
                  <a:pt x="1441053" y="210127"/>
                </a:lnTo>
                <a:lnTo>
                  <a:pt x="1441053" y="180686"/>
                </a:lnTo>
                <a:lnTo>
                  <a:pt x="1451152" y="180686"/>
                </a:lnTo>
                <a:lnTo>
                  <a:pt x="1451362" y="176861"/>
                </a:lnTo>
                <a:lnTo>
                  <a:pt x="1468437" y="137030"/>
                </a:lnTo>
                <a:lnTo>
                  <a:pt x="1506844" y="116085"/>
                </a:lnTo>
                <a:lnTo>
                  <a:pt x="1516675" y="115454"/>
                </a:lnTo>
                <a:lnTo>
                  <a:pt x="1587357" y="115454"/>
                </a:lnTo>
                <a:lnTo>
                  <a:pt x="1581619" y="109393"/>
                </a:lnTo>
                <a:lnTo>
                  <a:pt x="1542409" y="88106"/>
                </a:lnTo>
                <a:lnTo>
                  <a:pt x="1525307" y="85219"/>
                </a:lnTo>
                <a:lnTo>
                  <a:pt x="1516675" y="84859"/>
                </a:lnTo>
                <a:close/>
              </a:path>
              <a:path w="1612264" h="314325">
                <a:moveTo>
                  <a:pt x="1575557" y="248804"/>
                </a:moveTo>
                <a:lnTo>
                  <a:pt x="1537168" y="282190"/>
                </a:lnTo>
                <a:lnTo>
                  <a:pt x="1529087" y="283440"/>
                </a:lnTo>
                <a:lnTo>
                  <a:pt x="1594483" y="283440"/>
                </a:lnTo>
                <a:lnTo>
                  <a:pt x="1596691" y="280879"/>
                </a:lnTo>
                <a:lnTo>
                  <a:pt x="1601498" y="273771"/>
                </a:lnTo>
                <a:lnTo>
                  <a:pt x="1605422" y="266158"/>
                </a:lnTo>
                <a:lnTo>
                  <a:pt x="1608462" y="258040"/>
                </a:lnTo>
                <a:lnTo>
                  <a:pt x="1575557" y="248804"/>
                </a:lnTo>
                <a:close/>
              </a:path>
              <a:path w="1612264" h="314325">
                <a:moveTo>
                  <a:pt x="1451152" y="180686"/>
                </a:moveTo>
                <a:lnTo>
                  <a:pt x="1441053" y="180686"/>
                </a:lnTo>
                <a:lnTo>
                  <a:pt x="1441053" y="210127"/>
                </a:lnTo>
                <a:lnTo>
                  <a:pt x="1451073" y="210127"/>
                </a:lnTo>
                <a:lnTo>
                  <a:pt x="1450866" y="205509"/>
                </a:lnTo>
                <a:lnTo>
                  <a:pt x="1450981" y="183789"/>
                </a:lnTo>
                <a:lnTo>
                  <a:pt x="1451152" y="180686"/>
                </a:lnTo>
                <a:close/>
              </a:path>
              <a:path w="1612264" h="314325">
                <a:moveTo>
                  <a:pt x="1587357" y="115454"/>
                </a:moveTo>
                <a:lnTo>
                  <a:pt x="1516675" y="115454"/>
                </a:lnTo>
                <a:lnTo>
                  <a:pt x="1525605" y="115986"/>
                </a:lnTo>
                <a:lnTo>
                  <a:pt x="1533921" y="117583"/>
                </a:lnTo>
                <a:lnTo>
                  <a:pt x="1565734" y="140277"/>
                </a:lnTo>
                <a:lnTo>
                  <a:pt x="1577289" y="180686"/>
                </a:lnTo>
                <a:lnTo>
                  <a:pt x="1451152" y="180686"/>
                </a:lnTo>
                <a:lnTo>
                  <a:pt x="1450981" y="183789"/>
                </a:lnTo>
                <a:lnTo>
                  <a:pt x="1450866" y="205509"/>
                </a:lnTo>
                <a:lnTo>
                  <a:pt x="1451073" y="210127"/>
                </a:lnTo>
                <a:lnTo>
                  <a:pt x="1611925" y="210127"/>
                </a:lnTo>
                <a:lnTo>
                  <a:pt x="1611925" y="195695"/>
                </a:lnTo>
                <a:lnTo>
                  <a:pt x="1611399" y="180686"/>
                </a:lnTo>
                <a:lnTo>
                  <a:pt x="1599234" y="133368"/>
                </a:lnTo>
                <a:lnTo>
                  <a:pt x="1588194" y="116338"/>
                </a:lnTo>
                <a:lnTo>
                  <a:pt x="1587357" y="1154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0" name="object 20"/>
          <p:cNvSpPr/>
          <p:nvPr/>
        </p:nvSpPr>
        <p:spPr>
          <a:xfrm>
            <a:off x="6678795" y="4201541"/>
            <a:ext cx="3442553" cy="4517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21" name="object 21"/>
          <p:cNvGrpSpPr/>
          <p:nvPr/>
        </p:nvGrpSpPr>
        <p:grpSpPr>
          <a:xfrm>
            <a:off x="9678605" y="2846205"/>
            <a:ext cx="361423" cy="361423"/>
            <a:chOff x="13220700" y="4000500"/>
            <a:chExt cx="508000" cy="508000"/>
          </a:xfrm>
        </p:grpSpPr>
        <p:sp>
          <p:nvSpPr>
            <p:cNvPr id="22" name="object 22"/>
            <p:cNvSpPr/>
            <p:nvPr/>
          </p:nvSpPr>
          <p:spPr>
            <a:xfrm>
              <a:off x="13220700" y="4000500"/>
              <a:ext cx="508000" cy="5080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3" name="object 23"/>
            <p:cNvSpPr/>
            <p:nvPr/>
          </p:nvSpPr>
          <p:spPr>
            <a:xfrm>
              <a:off x="13220700" y="40005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101600" y="0"/>
                  </a:move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406400"/>
                  </a:lnTo>
                  <a:lnTo>
                    <a:pt x="7984" y="445947"/>
                  </a:lnTo>
                  <a:lnTo>
                    <a:pt x="29757" y="478242"/>
                  </a:lnTo>
                  <a:lnTo>
                    <a:pt x="62052" y="500015"/>
                  </a:lnTo>
                  <a:lnTo>
                    <a:pt x="101600" y="508000"/>
                  </a:lnTo>
                  <a:lnTo>
                    <a:pt x="101600" y="495300"/>
                  </a:lnTo>
                  <a:lnTo>
                    <a:pt x="66996" y="488313"/>
                  </a:lnTo>
                  <a:lnTo>
                    <a:pt x="38738" y="469261"/>
                  </a:lnTo>
                  <a:lnTo>
                    <a:pt x="19686" y="441003"/>
                  </a:lnTo>
                  <a:lnTo>
                    <a:pt x="12700" y="406400"/>
                  </a:lnTo>
                  <a:lnTo>
                    <a:pt x="12700" y="101600"/>
                  </a:lnTo>
                  <a:lnTo>
                    <a:pt x="19686" y="66996"/>
                  </a:lnTo>
                  <a:lnTo>
                    <a:pt x="38738" y="38738"/>
                  </a:lnTo>
                  <a:lnTo>
                    <a:pt x="66996" y="19686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08000" h="508000">
                  <a:moveTo>
                    <a:pt x="406400" y="495300"/>
                  </a:moveTo>
                  <a:lnTo>
                    <a:pt x="101600" y="495300"/>
                  </a:lnTo>
                  <a:lnTo>
                    <a:pt x="101600" y="508000"/>
                  </a:lnTo>
                  <a:lnTo>
                    <a:pt x="406400" y="508000"/>
                  </a:lnTo>
                  <a:lnTo>
                    <a:pt x="406400" y="49530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406400" y="12700"/>
                  </a:lnTo>
                  <a:lnTo>
                    <a:pt x="441003" y="19686"/>
                  </a:lnTo>
                  <a:lnTo>
                    <a:pt x="469261" y="38738"/>
                  </a:lnTo>
                  <a:lnTo>
                    <a:pt x="488313" y="66996"/>
                  </a:lnTo>
                  <a:lnTo>
                    <a:pt x="495300" y="101600"/>
                  </a:lnTo>
                  <a:lnTo>
                    <a:pt x="495300" y="406400"/>
                  </a:lnTo>
                  <a:lnTo>
                    <a:pt x="488313" y="441003"/>
                  </a:lnTo>
                  <a:lnTo>
                    <a:pt x="469261" y="469261"/>
                  </a:lnTo>
                  <a:lnTo>
                    <a:pt x="441003" y="488313"/>
                  </a:lnTo>
                  <a:lnTo>
                    <a:pt x="406400" y="495300"/>
                  </a:lnTo>
                  <a:lnTo>
                    <a:pt x="406400" y="508000"/>
                  </a:lnTo>
                  <a:lnTo>
                    <a:pt x="445947" y="500015"/>
                  </a:lnTo>
                  <a:lnTo>
                    <a:pt x="478242" y="478242"/>
                  </a:lnTo>
                  <a:lnTo>
                    <a:pt x="500015" y="445947"/>
                  </a:lnTo>
                  <a:lnTo>
                    <a:pt x="508000" y="406400"/>
                  </a:lnTo>
                  <a:lnTo>
                    <a:pt x="508000" y="101600"/>
                  </a:lnTo>
                  <a:lnTo>
                    <a:pt x="500015" y="62052"/>
                  </a:lnTo>
                  <a:lnTo>
                    <a:pt x="478242" y="29757"/>
                  </a:lnTo>
                  <a:lnTo>
                    <a:pt x="445947" y="7984"/>
                  </a:lnTo>
                  <a:lnTo>
                    <a:pt x="406400" y="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406400" y="127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42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4" name="object 24"/>
            <p:cNvSpPr/>
            <p:nvPr/>
          </p:nvSpPr>
          <p:spPr>
            <a:xfrm>
              <a:off x="13364714" y="4191000"/>
              <a:ext cx="220345" cy="190500"/>
            </a:xfrm>
            <a:custGeom>
              <a:avLst/>
              <a:gdLst/>
              <a:ahLst/>
              <a:cxnLst/>
              <a:rect l="l" t="t" r="r" b="b"/>
              <a:pathLst>
                <a:path w="220344" h="190500">
                  <a:moveTo>
                    <a:pt x="109985" y="190500"/>
                  </a:moveTo>
                  <a:lnTo>
                    <a:pt x="219970" y="0"/>
                  </a:lnTo>
                  <a:lnTo>
                    <a:pt x="0" y="0"/>
                  </a:lnTo>
                  <a:lnTo>
                    <a:pt x="109985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25" name="object 25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6" name="object 26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7" name="object 27"/>
          <p:cNvSpPr/>
          <p:nvPr/>
        </p:nvSpPr>
        <p:spPr>
          <a:xfrm>
            <a:off x="9237607" y="569241"/>
            <a:ext cx="1528655" cy="2205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8" name="object 28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7300" y="2114324"/>
            <a:ext cx="8665115" cy="3035953"/>
            <a:chOff x="2044700" y="2971800"/>
            <a:chExt cx="12179300" cy="4267200"/>
          </a:xfrm>
        </p:grpSpPr>
        <p:sp>
          <p:nvSpPr>
            <p:cNvPr id="3" name="object 3"/>
            <p:cNvSpPr/>
            <p:nvPr/>
          </p:nvSpPr>
          <p:spPr>
            <a:xfrm>
              <a:off x="2044700" y="2971800"/>
              <a:ext cx="12179300" cy="4267200"/>
            </a:xfrm>
            <a:custGeom>
              <a:avLst/>
              <a:gdLst/>
              <a:ahLst/>
              <a:cxnLst/>
              <a:rect l="l" t="t" r="r" b="b"/>
              <a:pathLst>
                <a:path w="12179300" h="4267200">
                  <a:moveTo>
                    <a:pt x="1198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19" y="4262168"/>
                  </a:lnTo>
                  <a:lnTo>
                    <a:pt x="190499" y="4267200"/>
                  </a:lnTo>
                  <a:lnTo>
                    <a:pt x="11988800" y="4267200"/>
                  </a:lnTo>
                  <a:lnTo>
                    <a:pt x="12032480" y="4262168"/>
                  </a:lnTo>
                  <a:lnTo>
                    <a:pt x="12072577" y="4247837"/>
                  </a:lnTo>
                  <a:lnTo>
                    <a:pt x="12107948" y="4225349"/>
                  </a:lnTo>
                  <a:lnTo>
                    <a:pt x="12137449" y="4195848"/>
                  </a:lnTo>
                  <a:lnTo>
                    <a:pt x="12159937" y="4160477"/>
                  </a:lnTo>
                  <a:lnTo>
                    <a:pt x="12174268" y="4120379"/>
                  </a:lnTo>
                  <a:lnTo>
                    <a:pt x="12179300" y="4076700"/>
                  </a:lnTo>
                  <a:lnTo>
                    <a:pt x="12179300" y="190500"/>
                  </a:lnTo>
                  <a:lnTo>
                    <a:pt x="12174268" y="146820"/>
                  </a:lnTo>
                  <a:lnTo>
                    <a:pt x="12159937" y="106722"/>
                  </a:lnTo>
                  <a:lnTo>
                    <a:pt x="12137449" y="71351"/>
                  </a:lnTo>
                  <a:lnTo>
                    <a:pt x="12107948" y="41850"/>
                  </a:lnTo>
                  <a:lnTo>
                    <a:pt x="12072577" y="19362"/>
                  </a:lnTo>
                  <a:lnTo>
                    <a:pt x="12032480" y="5031"/>
                  </a:lnTo>
                  <a:lnTo>
                    <a:pt x="1198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2044700" y="2971800"/>
              <a:ext cx="12179300" cy="4267200"/>
            </a:xfrm>
            <a:custGeom>
              <a:avLst/>
              <a:gdLst/>
              <a:ahLst/>
              <a:cxnLst/>
              <a:rect l="l" t="t" r="r" b="b"/>
              <a:pathLst>
                <a:path w="12179300" h="4267200">
                  <a:moveTo>
                    <a:pt x="1217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2179300" y="4267200"/>
                  </a:lnTo>
                  <a:lnTo>
                    <a:pt x="1217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" name="object 5"/>
            <p:cNvSpPr/>
            <p:nvPr/>
          </p:nvSpPr>
          <p:spPr>
            <a:xfrm>
              <a:off x="2413000" y="5905500"/>
              <a:ext cx="4838700" cy="635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6" name="object 6"/>
            <p:cNvSpPr/>
            <p:nvPr/>
          </p:nvSpPr>
          <p:spPr>
            <a:xfrm>
              <a:off x="2413000" y="3937000"/>
              <a:ext cx="4838700" cy="635000"/>
            </a:xfrm>
            <a:custGeom>
              <a:avLst/>
              <a:gdLst/>
              <a:ahLst/>
              <a:cxnLst/>
              <a:rect l="l" t="t" r="r" b="b"/>
              <a:pathLst>
                <a:path w="4838700" h="635000">
                  <a:moveTo>
                    <a:pt x="47117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4711700" y="635000"/>
                  </a:lnTo>
                  <a:lnTo>
                    <a:pt x="4761134" y="625019"/>
                  </a:lnTo>
                  <a:lnTo>
                    <a:pt x="4801502" y="597802"/>
                  </a:lnTo>
                  <a:lnTo>
                    <a:pt x="4828719" y="557434"/>
                  </a:lnTo>
                  <a:lnTo>
                    <a:pt x="4838700" y="508000"/>
                  </a:lnTo>
                  <a:lnTo>
                    <a:pt x="4838700" y="127000"/>
                  </a:lnTo>
                  <a:lnTo>
                    <a:pt x="4828719" y="77565"/>
                  </a:lnTo>
                  <a:lnTo>
                    <a:pt x="4801502" y="37197"/>
                  </a:lnTo>
                  <a:lnTo>
                    <a:pt x="4761134" y="9980"/>
                  </a:lnTo>
                  <a:lnTo>
                    <a:pt x="4711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7" name="object 7"/>
            <p:cNvSpPr/>
            <p:nvPr/>
          </p:nvSpPr>
          <p:spPr>
            <a:xfrm>
              <a:off x="2563090" y="4102100"/>
              <a:ext cx="2006600" cy="309880"/>
            </a:xfrm>
            <a:custGeom>
              <a:avLst/>
              <a:gdLst/>
              <a:ahLst/>
              <a:cxnLst/>
              <a:rect l="l" t="t" r="r" b="b"/>
              <a:pathLst>
                <a:path w="2006600" h="309879">
                  <a:moveTo>
                    <a:pt x="34636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35790" y="304800"/>
                  </a:lnTo>
                  <a:lnTo>
                    <a:pt x="35790" y="72736"/>
                  </a:lnTo>
                  <a:lnTo>
                    <a:pt x="78755" y="72736"/>
                  </a:lnTo>
                  <a:lnTo>
                    <a:pt x="34636" y="9236"/>
                  </a:lnTo>
                  <a:close/>
                </a:path>
                <a:path w="2006600" h="309879">
                  <a:moveTo>
                    <a:pt x="78755" y="72736"/>
                  </a:moveTo>
                  <a:lnTo>
                    <a:pt x="38677" y="72736"/>
                  </a:lnTo>
                  <a:lnTo>
                    <a:pt x="199736" y="304800"/>
                  </a:lnTo>
                  <a:lnTo>
                    <a:pt x="234372" y="304800"/>
                  </a:lnTo>
                  <a:lnTo>
                    <a:pt x="234372" y="241877"/>
                  </a:lnTo>
                  <a:lnTo>
                    <a:pt x="196272" y="241877"/>
                  </a:lnTo>
                  <a:lnTo>
                    <a:pt x="78755" y="72736"/>
                  </a:lnTo>
                  <a:close/>
                </a:path>
                <a:path w="2006600" h="309879">
                  <a:moveTo>
                    <a:pt x="234372" y="9236"/>
                  </a:moveTo>
                  <a:lnTo>
                    <a:pt x="199159" y="9236"/>
                  </a:lnTo>
                  <a:lnTo>
                    <a:pt x="199159" y="241877"/>
                  </a:lnTo>
                  <a:lnTo>
                    <a:pt x="234372" y="241877"/>
                  </a:lnTo>
                  <a:lnTo>
                    <a:pt x="234372" y="9236"/>
                  </a:lnTo>
                  <a:close/>
                </a:path>
                <a:path w="2006600" h="309879">
                  <a:moveTo>
                    <a:pt x="335431" y="83127"/>
                  </a:moveTo>
                  <a:lnTo>
                    <a:pt x="301372" y="83127"/>
                  </a:lnTo>
                  <a:lnTo>
                    <a:pt x="301372" y="304800"/>
                  </a:lnTo>
                  <a:lnTo>
                    <a:pt x="335431" y="304800"/>
                  </a:lnTo>
                  <a:lnTo>
                    <a:pt x="335431" y="83127"/>
                  </a:lnTo>
                  <a:close/>
                </a:path>
                <a:path w="2006600" h="309879">
                  <a:moveTo>
                    <a:pt x="325329" y="0"/>
                  </a:moveTo>
                  <a:lnTo>
                    <a:pt x="312052" y="0"/>
                  </a:lnTo>
                  <a:lnTo>
                    <a:pt x="306327" y="2260"/>
                  </a:lnTo>
                  <a:lnTo>
                    <a:pt x="301516" y="6782"/>
                  </a:lnTo>
                  <a:lnTo>
                    <a:pt x="296802" y="11304"/>
                  </a:lnTo>
                  <a:lnTo>
                    <a:pt x="294445" y="16740"/>
                  </a:lnTo>
                  <a:lnTo>
                    <a:pt x="294445" y="29440"/>
                  </a:lnTo>
                  <a:lnTo>
                    <a:pt x="296802" y="34876"/>
                  </a:lnTo>
                  <a:lnTo>
                    <a:pt x="301516" y="39398"/>
                  </a:lnTo>
                  <a:lnTo>
                    <a:pt x="306327" y="43920"/>
                  </a:lnTo>
                  <a:lnTo>
                    <a:pt x="312052" y="46181"/>
                  </a:lnTo>
                  <a:lnTo>
                    <a:pt x="325329" y="46181"/>
                  </a:lnTo>
                  <a:lnTo>
                    <a:pt x="331005" y="43920"/>
                  </a:lnTo>
                  <a:lnTo>
                    <a:pt x="335720" y="39398"/>
                  </a:lnTo>
                  <a:lnTo>
                    <a:pt x="340530" y="34876"/>
                  </a:lnTo>
                  <a:lnTo>
                    <a:pt x="342936" y="29440"/>
                  </a:lnTo>
                  <a:lnTo>
                    <a:pt x="342936" y="16740"/>
                  </a:lnTo>
                  <a:lnTo>
                    <a:pt x="340530" y="11304"/>
                  </a:lnTo>
                  <a:lnTo>
                    <a:pt x="335720" y="6782"/>
                  </a:lnTo>
                  <a:lnTo>
                    <a:pt x="331005" y="2260"/>
                  </a:lnTo>
                  <a:lnTo>
                    <a:pt x="325329" y="0"/>
                  </a:lnTo>
                  <a:close/>
                </a:path>
                <a:path w="2006600" h="309879">
                  <a:moveTo>
                    <a:pt x="487290" y="80240"/>
                  </a:moveTo>
                  <a:lnTo>
                    <a:pt x="446484" y="88521"/>
                  </a:lnTo>
                  <a:lnTo>
                    <a:pt x="414842" y="112387"/>
                  </a:lnTo>
                  <a:lnTo>
                    <a:pt x="394403" y="148927"/>
                  </a:lnTo>
                  <a:lnTo>
                    <a:pt x="387422" y="195118"/>
                  </a:lnTo>
                  <a:lnTo>
                    <a:pt x="388179" y="211254"/>
                  </a:lnTo>
                  <a:lnTo>
                    <a:pt x="399544" y="254144"/>
                  </a:lnTo>
                  <a:lnTo>
                    <a:pt x="423573" y="286642"/>
                  </a:lnTo>
                  <a:lnTo>
                    <a:pt x="458859" y="305738"/>
                  </a:lnTo>
                  <a:lnTo>
                    <a:pt x="487867" y="309418"/>
                  </a:lnTo>
                  <a:lnTo>
                    <a:pt x="499755" y="308849"/>
                  </a:lnTo>
                  <a:lnTo>
                    <a:pt x="539722" y="295311"/>
                  </a:lnTo>
                  <a:lnTo>
                    <a:pt x="558015" y="278822"/>
                  </a:lnTo>
                  <a:lnTo>
                    <a:pt x="487867" y="278822"/>
                  </a:lnTo>
                  <a:lnTo>
                    <a:pt x="478090" y="278164"/>
                  </a:lnTo>
                  <a:lnTo>
                    <a:pt x="439448" y="255623"/>
                  </a:lnTo>
                  <a:lnTo>
                    <a:pt x="423501" y="217992"/>
                  </a:lnTo>
                  <a:lnTo>
                    <a:pt x="421481" y="193963"/>
                  </a:lnTo>
                  <a:lnTo>
                    <a:pt x="421995" y="181813"/>
                  </a:lnTo>
                  <a:lnTo>
                    <a:pt x="434298" y="141386"/>
                  </a:lnTo>
                  <a:lnTo>
                    <a:pt x="469178" y="113434"/>
                  </a:lnTo>
                  <a:lnTo>
                    <a:pt x="487867" y="110836"/>
                  </a:lnTo>
                  <a:lnTo>
                    <a:pt x="558159" y="110836"/>
                  </a:lnTo>
                  <a:lnTo>
                    <a:pt x="553757" y="105785"/>
                  </a:lnTo>
                  <a:lnTo>
                    <a:pt x="519761" y="85111"/>
                  </a:lnTo>
                  <a:lnTo>
                    <a:pt x="498691" y="80782"/>
                  </a:lnTo>
                  <a:lnTo>
                    <a:pt x="487290" y="80240"/>
                  </a:lnTo>
                  <a:close/>
                </a:path>
                <a:path w="2006600" h="309879">
                  <a:moveTo>
                    <a:pt x="575035" y="240145"/>
                  </a:moveTo>
                  <a:lnTo>
                    <a:pt x="540976" y="240145"/>
                  </a:lnTo>
                  <a:lnTo>
                    <a:pt x="538860" y="248227"/>
                  </a:lnTo>
                  <a:lnTo>
                    <a:pt x="535300" y="255154"/>
                  </a:lnTo>
                  <a:lnTo>
                    <a:pt x="525294" y="266700"/>
                  </a:lnTo>
                  <a:lnTo>
                    <a:pt x="519184" y="271125"/>
                  </a:lnTo>
                  <a:lnTo>
                    <a:pt x="504752" y="277283"/>
                  </a:lnTo>
                  <a:lnTo>
                    <a:pt x="496719" y="278822"/>
                  </a:lnTo>
                  <a:lnTo>
                    <a:pt x="558015" y="278822"/>
                  </a:lnTo>
                  <a:lnTo>
                    <a:pt x="560748" y="275503"/>
                  </a:lnTo>
                  <a:lnTo>
                    <a:pt x="565916" y="267394"/>
                  </a:lnTo>
                  <a:lnTo>
                    <a:pt x="570020" y="258798"/>
                  </a:lnTo>
                  <a:lnTo>
                    <a:pt x="573060" y="249715"/>
                  </a:lnTo>
                  <a:lnTo>
                    <a:pt x="575035" y="240145"/>
                  </a:lnTo>
                  <a:close/>
                </a:path>
                <a:path w="2006600" h="309879">
                  <a:moveTo>
                    <a:pt x="558159" y="110836"/>
                  </a:moveTo>
                  <a:lnTo>
                    <a:pt x="487867" y="110836"/>
                  </a:lnTo>
                  <a:lnTo>
                    <a:pt x="498547" y="111575"/>
                  </a:lnTo>
                  <a:lnTo>
                    <a:pt x="508072" y="113794"/>
                  </a:lnTo>
                  <a:lnTo>
                    <a:pt x="538433" y="142153"/>
                  </a:lnTo>
                  <a:lnTo>
                    <a:pt x="540976" y="149513"/>
                  </a:lnTo>
                  <a:lnTo>
                    <a:pt x="575035" y="149513"/>
                  </a:lnTo>
                  <a:lnTo>
                    <a:pt x="573024" y="139447"/>
                  </a:lnTo>
                  <a:lnTo>
                    <a:pt x="569876" y="130030"/>
                  </a:lnTo>
                  <a:lnTo>
                    <a:pt x="565567" y="121227"/>
                  </a:lnTo>
                  <a:lnTo>
                    <a:pt x="560171" y="113145"/>
                  </a:lnTo>
                  <a:lnTo>
                    <a:pt x="558159" y="110836"/>
                  </a:lnTo>
                  <a:close/>
                </a:path>
                <a:path w="2006600" h="309879">
                  <a:moveTo>
                    <a:pt x="714880" y="80240"/>
                  </a:moveTo>
                  <a:lnTo>
                    <a:pt x="673992" y="88277"/>
                  </a:lnTo>
                  <a:lnTo>
                    <a:pt x="642143" y="111702"/>
                  </a:lnTo>
                  <a:lnTo>
                    <a:pt x="621497" y="148115"/>
                  </a:lnTo>
                  <a:lnTo>
                    <a:pt x="614434" y="195118"/>
                  </a:lnTo>
                  <a:lnTo>
                    <a:pt x="615219" y="211750"/>
                  </a:lnTo>
                  <a:lnTo>
                    <a:pt x="626990" y="255154"/>
                  </a:lnTo>
                  <a:lnTo>
                    <a:pt x="651560" y="287274"/>
                  </a:lnTo>
                  <a:lnTo>
                    <a:pt x="686702" y="305846"/>
                  </a:lnTo>
                  <a:lnTo>
                    <a:pt x="714880" y="309418"/>
                  </a:lnTo>
                  <a:lnTo>
                    <a:pt x="729420" y="308525"/>
                  </a:lnTo>
                  <a:lnTo>
                    <a:pt x="767411" y="295130"/>
                  </a:lnTo>
                  <a:lnTo>
                    <a:pt x="786700" y="278822"/>
                  </a:lnTo>
                  <a:lnTo>
                    <a:pt x="714880" y="278822"/>
                  </a:lnTo>
                  <a:lnTo>
                    <a:pt x="703984" y="278092"/>
                  </a:lnTo>
                  <a:lnTo>
                    <a:pt x="664549" y="253603"/>
                  </a:lnTo>
                  <a:lnTo>
                    <a:pt x="650261" y="216549"/>
                  </a:lnTo>
                  <a:lnTo>
                    <a:pt x="648493" y="195118"/>
                  </a:lnTo>
                  <a:lnTo>
                    <a:pt x="648935" y="184195"/>
                  </a:lnTo>
                  <a:lnTo>
                    <a:pt x="659579" y="144561"/>
                  </a:lnTo>
                  <a:lnTo>
                    <a:pt x="694098" y="113794"/>
                  </a:lnTo>
                  <a:lnTo>
                    <a:pt x="714880" y="110836"/>
                  </a:lnTo>
                  <a:lnTo>
                    <a:pt x="786666" y="110836"/>
                  </a:lnTo>
                  <a:lnTo>
                    <a:pt x="778109" y="102393"/>
                  </a:lnTo>
                  <a:lnTo>
                    <a:pt x="767411" y="94528"/>
                  </a:lnTo>
                  <a:lnTo>
                    <a:pt x="755686" y="88277"/>
                  </a:lnTo>
                  <a:lnTo>
                    <a:pt x="743022" y="83812"/>
                  </a:lnTo>
                  <a:lnTo>
                    <a:pt x="729420" y="81133"/>
                  </a:lnTo>
                  <a:lnTo>
                    <a:pt x="714880" y="80240"/>
                  </a:lnTo>
                  <a:close/>
                </a:path>
                <a:path w="2006600" h="309879">
                  <a:moveTo>
                    <a:pt x="786666" y="110836"/>
                  </a:moveTo>
                  <a:lnTo>
                    <a:pt x="714880" y="110836"/>
                  </a:lnTo>
                  <a:lnTo>
                    <a:pt x="725776" y="111575"/>
                  </a:lnTo>
                  <a:lnTo>
                    <a:pt x="735661" y="113794"/>
                  </a:lnTo>
                  <a:lnTo>
                    <a:pt x="770181" y="144561"/>
                  </a:lnTo>
                  <a:lnTo>
                    <a:pt x="780824" y="184195"/>
                  </a:lnTo>
                  <a:lnTo>
                    <a:pt x="781266" y="195118"/>
                  </a:lnTo>
                  <a:lnTo>
                    <a:pt x="780824" y="206032"/>
                  </a:lnTo>
                  <a:lnTo>
                    <a:pt x="770181" y="245458"/>
                  </a:lnTo>
                  <a:lnTo>
                    <a:pt x="735661" y="275900"/>
                  </a:lnTo>
                  <a:lnTo>
                    <a:pt x="714880" y="278822"/>
                  </a:lnTo>
                  <a:lnTo>
                    <a:pt x="786700" y="278822"/>
                  </a:lnTo>
                  <a:lnTo>
                    <a:pt x="808181" y="241769"/>
                  </a:lnTo>
                  <a:lnTo>
                    <a:pt x="815325" y="195118"/>
                  </a:lnTo>
                  <a:lnTo>
                    <a:pt x="814531" y="178350"/>
                  </a:lnTo>
                  <a:lnTo>
                    <a:pt x="802625" y="134648"/>
                  </a:lnTo>
                  <a:lnTo>
                    <a:pt x="787544" y="111702"/>
                  </a:lnTo>
                  <a:lnTo>
                    <a:pt x="786666" y="110836"/>
                  </a:lnTo>
                  <a:close/>
                </a:path>
                <a:path w="2006600" h="309879">
                  <a:moveTo>
                    <a:pt x="1086102" y="9236"/>
                  </a:moveTo>
                  <a:lnTo>
                    <a:pt x="986234" y="9236"/>
                  </a:lnTo>
                  <a:lnTo>
                    <a:pt x="986234" y="304800"/>
                  </a:lnTo>
                  <a:lnTo>
                    <a:pt x="1022025" y="304800"/>
                  </a:lnTo>
                  <a:lnTo>
                    <a:pt x="1022025" y="189345"/>
                  </a:lnTo>
                  <a:lnTo>
                    <a:pt x="1005861" y="189345"/>
                  </a:lnTo>
                  <a:lnTo>
                    <a:pt x="1005861" y="157018"/>
                  </a:lnTo>
                  <a:lnTo>
                    <a:pt x="1022025" y="157018"/>
                  </a:lnTo>
                  <a:lnTo>
                    <a:pt x="1022025" y="40986"/>
                  </a:lnTo>
                  <a:lnTo>
                    <a:pt x="1167562" y="40986"/>
                  </a:lnTo>
                  <a:lnTo>
                    <a:pt x="1131075" y="15893"/>
                  </a:lnTo>
                  <a:lnTo>
                    <a:pt x="1102645" y="9975"/>
                  </a:lnTo>
                  <a:lnTo>
                    <a:pt x="1086102" y="9236"/>
                  </a:lnTo>
                  <a:close/>
                </a:path>
                <a:path w="2006600" h="309879">
                  <a:moveTo>
                    <a:pt x="1131325" y="182922"/>
                  </a:moveTo>
                  <a:lnTo>
                    <a:pt x="1117960" y="186495"/>
                  </a:lnTo>
                  <a:lnTo>
                    <a:pt x="1103086" y="188632"/>
                  </a:lnTo>
                  <a:lnTo>
                    <a:pt x="1094110" y="189022"/>
                  </a:lnTo>
                  <a:lnTo>
                    <a:pt x="1156529" y="304800"/>
                  </a:lnTo>
                  <a:lnTo>
                    <a:pt x="1198093" y="304800"/>
                  </a:lnTo>
                  <a:lnTo>
                    <a:pt x="1131325" y="182922"/>
                  </a:lnTo>
                  <a:close/>
                </a:path>
                <a:path w="2006600" h="309879">
                  <a:moveTo>
                    <a:pt x="1022025" y="157018"/>
                  </a:moveTo>
                  <a:lnTo>
                    <a:pt x="1005861" y="157018"/>
                  </a:lnTo>
                  <a:lnTo>
                    <a:pt x="1005861" y="189345"/>
                  </a:lnTo>
                  <a:lnTo>
                    <a:pt x="1022025" y="189345"/>
                  </a:lnTo>
                  <a:lnTo>
                    <a:pt x="1022025" y="157018"/>
                  </a:lnTo>
                  <a:close/>
                </a:path>
                <a:path w="2006600" h="309879">
                  <a:moveTo>
                    <a:pt x="1167562" y="40986"/>
                  </a:moveTo>
                  <a:lnTo>
                    <a:pt x="1084948" y="40986"/>
                  </a:lnTo>
                  <a:lnTo>
                    <a:pt x="1096340" y="41446"/>
                  </a:lnTo>
                  <a:lnTo>
                    <a:pt x="1106559" y="42826"/>
                  </a:lnTo>
                  <a:lnTo>
                    <a:pt x="1140880" y="62579"/>
                  </a:lnTo>
                  <a:lnTo>
                    <a:pt x="1151334" y="99868"/>
                  </a:lnTo>
                  <a:lnTo>
                    <a:pt x="1150919" y="108437"/>
                  </a:lnTo>
                  <a:lnTo>
                    <a:pt x="1130408" y="146266"/>
                  </a:lnTo>
                  <a:lnTo>
                    <a:pt x="1085525" y="157018"/>
                  </a:lnTo>
                  <a:lnTo>
                    <a:pt x="1022025" y="157018"/>
                  </a:lnTo>
                  <a:lnTo>
                    <a:pt x="1022025" y="189345"/>
                  </a:lnTo>
                  <a:lnTo>
                    <a:pt x="1086679" y="189345"/>
                  </a:lnTo>
                  <a:lnTo>
                    <a:pt x="1094110" y="189022"/>
                  </a:lnTo>
                  <a:lnTo>
                    <a:pt x="1084948" y="172027"/>
                  </a:lnTo>
                  <a:lnTo>
                    <a:pt x="1152786" y="172027"/>
                  </a:lnTo>
                  <a:lnTo>
                    <a:pt x="1180540" y="135722"/>
                  </a:lnTo>
                  <a:lnTo>
                    <a:pt x="1186548" y="99868"/>
                  </a:lnTo>
                  <a:lnTo>
                    <a:pt x="1185880" y="87159"/>
                  </a:lnTo>
                  <a:lnTo>
                    <a:pt x="1183878" y="75153"/>
                  </a:lnTo>
                  <a:lnTo>
                    <a:pt x="1180540" y="63851"/>
                  </a:lnTo>
                  <a:lnTo>
                    <a:pt x="1175868" y="53253"/>
                  </a:lnTo>
                  <a:lnTo>
                    <a:pt x="1169807" y="43557"/>
                  </a:lnTo>
                  <a:lnTo>
                    <a:pt x="1167562" y="40986"/>
                  </a:lnTo>
                  <a:close/>
                </a:path>
                <a:path w="2006600" h="309879">
                  <a:moveTo>
                    <a:pt x="1125357" y="172027"/>
                  </a:moveTo>
                  <a:lnTo>
                    <a:pt x="1084948" y="172027"/>
                  </a:lnTo>
                  <a:lnTo>
                    <a:pt x="1094110" y="189022"/>
                  </a:lnTo>
                  <a:lnTo>
                    <a:pt x="1103086" y="188632"/>
                  </a:lnTo>
                  <a:lnTo>
                    <a:pt x="1117960" y="186495"/>
                  </a:lnTo>
                  <a:lnTo>
                    <a:pt x="1131325" y="182922"/>
                  </a:lnTo>
                  <a:lnTo>
                    <a:pt x="1125357" y="172027"/>
                  </a:lnTo>
                  <a:close/>
                </a:path>
                <a:path w="2006600" h="309879">
                  <a:moveTo>
                    <a:pt x="1152786" y="172027"/>
                  </a:moveTo>
                  <a:lnTo>
                    <a:pt x="1125357" y="172027"/>
                  </a:lnTo>
                  <a:lnTo>
                    <a:pt x="1131325" y="182922"/>
                  </a:lnTo>
                  <a:lnTo>
                    <a:pt x="1143108" y="177944"/>
                  </a:lnTo>
                  <a:lnTo>
                    <a:pt x="1152786" y="172027"/>
                  </a:lnTo>
                  <a:close/>
                </a:path>
                <a:path w="2006600" h="309879">
                  <a:moveTo>
                    <a:pt x="1329242" y="80240"/>
                  </a:moveTo>
                  <a:lnTo>
                    <a:pt x="1288355" y="88277"/>
                  </a:lnTo>
                  <a:lnTo>
                    <a:pt x="1256506" y="111702"/>
                  </a:lnTo>
                  <a:lnTo>
                    <a:pt x="1235859" y="148115"/>
                  </a:lnTo>
                  <a:lnTo>
                    <a:pt x="1228797" y="195118"/>
                  </a:lnTo>
                  <a:lnTo>
                    <a:pt x="1229581" y="211750"/>
                  </a:lnTo>
                  <a:lnTo>
                    <a:pt x="1241352" y="255154"/>
                  </a:lnTo>
                  <a:lnTo>
                    <a:pt x="1265923" y="287274"/>
                  </a:lnTo>
                  <a:lnTo>
                    <a:pt x="1301064" y="305846"/>
                  </a:lnTo>
                  <a:lnTo>
                    <a:pt x="1329242" y="309418"/>
                  </a:lnTo>
                  <a:lnTo>
                    <a:pt x="1343782" y="308525"/>
                  </a:lnTo>
                  <a:lnTo>
                    <a:pt x="1381774" y="295130"/>
                  </a:lnTo>
                  <a:lnTo>
                    <a:pt x="1401063" y="278822"/>
                  </a:lnTo>
                  <a:lnTo>
                    <a:pt x="1329242" y="278822"/>
                  </a:lnTo>
                  <a:lnTo>
                    <a:pt x="1318346" y="278092"/>
                  </a:lnTo>
                  <a:lnTo>
                    <a:pt x="1278911" y="253603"/>
                  </a:lnTo>
                  <a:lnTo>
                    <a:pt x="1264624" y="216549"/>
                  </a:lnTo>
                  <a:lnTo>
                    <a:pt x="1262856" y="195118"/>
                  </a:lnTo>
                  <a:lnTo>
                    <a:pt x="1263298" y="184195"/>
                  </a:lnTo>
                  <a:lnTo>
                    <a:pt x="1273941" y="144561"/>
                  </a:lnTo>
                  <a:lnTo>
                    <a:pt x="1308460" y="113794"/>
                  </a:lnTo>
                  <a:lnTo>
                    <a:pt x="1329242" y="110836"/>
                  </a:lnTo>
                  <a:lnTo>
                    <a:pt x="1401029" y="110836"/>
                  </a:lnTo>
                  <a:lnTo>
                    <a:pt x="1392472" y="102393"/>
                  </a:lnTo>
                  <a:lnTo>
                    <a:pt x="1381774" y="94528"/>
                  </a:lnTo>
                  <a:lnTo>
                    <a:pt x="1370048" y="88277"/>
                  </a:lnTo>
                  <a:lnTo>
                    <a:pt x="1357384" y="83812"/>
                  </a:lnTo>
                  <a:lnTo>
                    <a:pt x="1343782" y="81133"/>
                  </a:lnTo>
                  <a:lnTo>
                    <a:pt x="1329242" y="80240"/>
                  </a:lnTo>
                  <a:close/>
                </a:path>
                <a:path w="2006600" h="309879">
                  <a:moveTo>
                    <a:pt x="1401029" y="110836"/>
                  </a:moveTo>
                  <a:lnTo>
                    <a:pt x="1329242" y="110836"/>
                  </a:lnTo>
                  <a:lnTo>
                    <a:pt x="1340138" y="111575"/>
                  </a:lnTo>
                  <a:lnTo>
                    <a:pt x="1350024" y="113794"/>
                  </a:lnTo>
                  <a:lnTo>
                    <a:pt x="1384543" y="144561"/>
                  </a:lnTo>
                  <a:lnTo>
                    <a:pt x="1395187" y="184195"/>
                  </a:lnTo>
                  <a:lnTo>
                    <a:pt x="1395628" y="195118"/>
                  </a:lnTo>
                  <a:lnTo>
                    <a:pt x="1395187" y="206032"/>
                  </a:lnTo>
                  <a:lnTo>
                    <a:pt x="1384543" y="245458"/>
                  </a:lnTo>
                  <a:lnTo>
                    <a:pt x="1350024" y="275900"/>
                  </a:lnTo>
                  <a:lnTo>
                    <a:pt x="1329242" y="278822"/>
                  </a:lnTo>
                  <a:lnTo>
                    <a:pt x="1401063" y="278822"/>
                  </a:lnTo>
                  <a:lnTo>
                    <a:pt x="1422544" y="241769"/>
                  </a:lnTo>
                  <a:lnTo>
                    <a:pt x="1429688" y="195118"/>
                  </a:lnTo>
                  <a:lnTo>
                    <a:pt x="1428894" y="178350"/>
                  </a:lnTo>
                  <a:lnTo>
                    <a:pt x="1416988" y="134648"/>
                  </a:lnTo>
                  <a:lnTo>
                    <a:pt x="1401906" y="111702"/>
                  </a:lnTo>
                  <a:lnTo>
                    <a:pt x="1401029" y="110836"/>
                  </a:lnTo>
                  <a:close/>
                </a:path>
                <a:path w="2006600" h="309879">
                  <a:moveTo>
                    <a:pt x="1552794" y="270740"/>
                  </a:moveTo>
                  <a:lnTo>
                    <a:pt x="1523242" y="270740"/>
                  </a:lnTo>
                  <a:lnTo>
                    <a:pt x="1525743" y="274781"/>
                  </a:lnTo>
                  <a:lnTo>
                    <a:pt x="1553693" y="302346"/>
                  </a:lnTo>
                  <a:lnTo>
                    <a:pt x="1587896" y="309418"/>
                  </a:lnTo>
                  <a:lnTo>
                    <a:pt x="1601345" y="308543"/>
                  </a:lnTo>
                  <a:lnTo>
                    <a:pt x="1646850" y="287626"/>
                  </a:lnTo>
                  <a:lnTo>
                    <a:pt x="1655310" y="278822"/>
                  </a:lnTo>
                  <a:lnTo>
                    <a:pt x="1583278" y="278822"/>
                  </a:lnTo>
                  <a:lnTo>
                    <a:pt x="1573428" y="278155"/>
                  </a:lnTo>
                  <a:lnTo>
                    <a:pt x="1564373" y="276152"/>
                  </a:lnTo>
                  <a:lnTo>
                    <a:pt x="1556110" y="272815"/>
                  </a:lnTo>
                  <a:lnTo>
                    <a:pt x="1552794" y="270740"/>
                  </a:lnTo>
                  <a:close/>
                </a:path>
                <a:path w="2006600" h="309879">
                  <a:moveTo>
                    <a:pt x="1520355" y="9236"/>
                  </a:moveTo>
                  <a:lnTo>
                    <a:pt x="1486296" y="9236"/>
                  </a:lnTo>
                  <a:lnTo>
                    <a:pt x="1486296" y="304800"/>
                  </a:lnTo>
                  <a:lnTo>
                    <a:pt x="1519201" y="304800"/>
                  </a:lnTo>
                  <a:lnTo>
                    <a:pt x="1519201" y="270740"/>
                  </a:lnTo>
                  <a:lnTo>
                    <a:pt x="1552794" y="270740"/>
                  </a:lnTo>
                  <a:lnTo>
                    <a:pt x="1527138" y="238269"/>
                  </a:lnTo>
                  <a:lnTo>
                    <a:pt x="1519778" y="193963"/>
                  </a:lnTo>
                  <a:lnTo>
                    <a:pt x="1520229" y="181940"/>
                  </a:lnTo>
                  <a:lnTo>
                    <a:pt x="1531035" y="141666"/>
                  </a:lnTo>
                  <a:lnTo>
                    <a:pt x="1553276" y="118340"/>
                  </a:lnTo>
                  <a:lnTo>
                    <a:pt x="1520355" y="118340"/>
                  </a:lnTo>
                  <a:lnTo>
                    <a:pt x="1520355" y="9236"/>
                  </a:lnTo>
                  <a:close/>
                </a:path>
                <a:path w="2006600" h="309879">
                  <a:moveTo>
                    <a:pt x="1655375" y="110836"/>
                  </a:moveTo>
                  <a:lnTo>
                    <a:pt x="1583278" y="110836"/>
                  </a:lnTo>
                  <a:lnTo>
                    <a:pt x="1593642" y="111530"/>
                  </a:lnTo>
                  <a:lnTo>
                    <a:pt x="1603086" y="113614"/>
                  </a:lnTo>
                  <a:lnTo>
                    <a:pt x="1636721" y="142865"/>
                  </a:lnTo>
                  <a:lnTo>
                    <a:pt x="1647482" y="182562"/>
                  </a:lnTo>
                  <a:lnTo>
                    <a:pt x="1647933" y="193963"/>
                  </a:lnTo>
                  <a:lnTo>
                    <a:pt x="1647473" y="205527"/>
                  </a:lnTo>
                  <a:lnTo>
                    <a:pt x="1636514" y="246080"/>
                  </a:lnTo>
                  <a:lnTo>
                    <a:pt x="1602869" y="276008"/>
                  </a:lnTo>
                  <a:lnTo>
                    <a:pt x="1583278" y="278822"/>
                  </a:lnTo>
                  <a:lnTo>
                    <a:pt x="1655310" y="278822"/>
                  </a:lnTo>
                  <a:lnTo>
                    <a:pt x="1675254" y="242084"/>
                  </a:lnTo>
                  <a:lnTo>
                    <a:pt x="1681992" y="194540"/>
                  </a:lnTo>
                  <a:lnTo>
                    <a:pt x="1681243" y="177655"/>
                  </a:lnTo>
                  <a:lnTo>
                    <a:pt x="1669974" y="133855"/>
                  </a:lnTo>
                  <a:lnTo>
                    <a:pt x="1655690" y="111161"/>
                  </a:lnTo>
                  <a:lnTo>
                    <a:pt x="1655375" y="110836"/>
                  </a:lnTo>
                  <a:close/>
                </a:path>
                <a:path w="2006600" h="309879">
                  <a:moveTo>
                    <a:pt x="1587319" y="80240"/>
                  </a:moveTo>
                  <a:lnTo>
                    <a:pt x="1544601" y="92171"/>
                  </a:lnTo>
                  <a:lnTo>
                    <a:pt x="1523242" y="118340"/>
                  </a:lnTo>
                  <a:lnTo>
                    <a:pt x="1553276" y="118340"/>
                  </a:lnTo>
                  <a:lnTo>
                    <a:pt x="1555840" y="116762"/>
                  </a:lnTo>
                  <a:lnTo>
                    <a:pt x="1564156" y="113470"/>
                  </a:lnTo>
                  <a:lnTo>
                    <a:pt x="1573302" y="111494"/>
                  </a:lnTo>
                  <a:lnTo>
                    <a:pt x="1583278" y="110836"/>
                  </a:lnTo>
                  <a:lnTo>
                    <a:pt x="1655375" y="110836"/>
                  </a:lnTo>
                  <a:lnTo>
                    <a:pt x="1646769" y="101969"/>
                  </a:lnTo>
                  <a:lnTo>
                    <a:pt x="1636676" y="94239"/>
                  </a:lnTo>
                  <a:lnTo>
                    <a:pt x="1625582" y="88115"/>
                  </a:lnTo>
                  <a:lnTo>
                    <a:pt x="1613657" y="83740"/>
                  </a:lnTo>
                  <a:lnTo>
                    <a:pt x="1600903" y="81115"/>
                  </a:lnTo>
                  <a:lnTo>
                    <a:pt x="1587319" y="80240"/>
                  </a:lnTo>
                  <a:close/>
                </a:path>
                <a:path w="2006600" h="309879">
                  <a:moveTo>
                    <a:pt x="1768150" y="83127"/>
                  </a:moveTo>
                  <a:lnTo>
                    <a:pt x="1734091" y="83127"/>
                  </a:lnTo>
                  <a:lnTo>
                    <a:pt x="1734091" y="304800"/>
                  </a:lnTo>
                  <a:lnTo>
                    <a:pt x="1768150" y="304800"/>
                  </a:lnTo>
                  <a:lnTo>
                    <a:pt x="1768150" y="83127"/>
                  </a:lnTo>
                  <a:close/>
                </a:path>
                <a:path w="2006600" h="309879">
                  <a:moveTo>
                    <a:pt x="1758048" y="0"/>
                  </a:moveTo>
                  <a:lnTo>
                    <a:pt x="1744770" y="0"/>
                  </a:lnTo>
                  <a:lnTo>
                    <a:pt x="1739046" y="2260"/>
                  </a:lnTo>
                  <a:lnTo>
                    <a:pt x="1734235" y="6782"/>
                  </a:lnTo>
                  <a:lnTo>
                    <a:pt x="1729521" y="11304"/>
                  </a:lnTo>
                  <a:lnTo>
                    <a:pt x="1727163" y="16740"/>
                  </a:lnTo>
                  <a:lnTo>
                    <a:pt x="1727163" y="29440"/>
                  </a:lnTo>
                  <a:lnTo>
                    <a:pt x="1729521" y="34876"/>
                  </a:lnTo>
                  <a:lnTo>
                    <a:pt x="1734235" y="39398"/>
                  </a:lnTo>
                  <a:lnTo>
                    <a:pt x="1739046" y="43920"/>
                  </a:lnTo>
                  <a:lnTo>
                    <a:pt x="1744770" y="46181"/>
                  </a:lnTo>
                  <a:lnTo>
                    <a:pt x="1758048" y="46181"/>
                  </a:lnTo>
                  <a:lnTo>
                    <a:pt x="1763724" y="43920"/>
                  </a:lnTo>
                  <a:lnTo>
                    <a:pt x="1768438" y="39398"/>
                  </a:lnTo>
                  <a:lnTo>
                    <a:pt x="1773249" y="34876"/>
                  </a:lnTo>
                  <a:lnTo>
                    <a:pt x="1775654" y="29440"/>
                  </a:lnTo>
                  <a:lnTo>
                    <a:pt x="1775654" y="16740"/>
                  </a:lnTo>
                  <a:lnTo>
                    <a:pt x="1773249" y="11304"/>
                  </a:lnTo>
                  <a:lnTo>
                    <a:pt x="1768438" y="6782"/>
                  </a:lnTo>
                  <a:lnTo>
                    <a:pt x="1763724" y="2260"/>
                  </a:lnTo>
                  <a:lnTo>
                    <a:pt x="1758048" y="0"/>
                  </a:lnTo>
                  <a:close/>
                </a:path>
                <a:path w="2006600" h="309879">
                  <a:moveTo>
                    <a:pt x="1863436" y="83127"/>
                  </a:moveTo>
                  <a:lnTo>
                    <a:pt x="1830531" y="83127"/>
                  </a:lnTo>
                  <a:lnTo>
                    <a:pt x="1830531" y="304800"/>
                  </a:lnTo>
                  <a:lnTo>
                    <a:pt x="1864590" y="304800"/>
                  </a:lnTo>
                  <a:lnTo>
                    <a:pt x="1864590" y="171450"/>
                  </a:lnTo>
                  <a:lnTo>
                    <a:pt x="1865050" y="162141"/>
                  </a:lnTo>
                  <a:lnTo>
                    <a:pt x="1880646" y="126603"/>
                  </a:lnTo>
                  <a:lnTo>
                    <a:pt x="1892321" y="117763"/>
                  </a:lnTo>
                  <a:lnTo>
                    <a:pt x="1863436" y="117763"/>
                  </a:lnTo>
                  <a:lnTo>
                    <a:pt x="1863436" y="83127"/>
                  </a:lnTo>
                  <a:close/>
                </a:path>
                <a:path w="2006600" h="309879">
                  <a:moveTo>
                    <a:pt x="1992882" y="110836"/>
                  </a:moveTo>
                  <a:lnTo>
                    <a:pt x="1921163" y="110836"/>
                  </a:lnTo>
                  <a:lnTo>
                    <a:pt x="1932366" y="111756"/>
                  </a:lnTo>
                  <a:lnTo>
                    <a:pt x="1942306" y="114516"/>
                  </a:lnTo>
                  <a:lnTo>
                    <a:pt x="1968572" y="143019"/>
                  </a:lnTo>
                  <a:lnTo>
                    <a:pt x="1971963" y="166254"/>
                  </a:lnTo>
                  <a:lnTo>
                    <a:pt x="1971963" y="304800"/>
                  </a:lnTo>
                  <a:lnTo>
                    <a:pt x="2006022" y="304800"/>
                  </a:lnTo>
                  <a:lnTo>
                    <a:pt x="2005944" y="162141"/>
                  </a:lnTo>
                  <a:lnTo>
                    <a:pt x="1996642" y="117186"/>
                  </a:lnTo>
                  <a:lnTo>
                    <a:pt x="1992882" y="110836"/>
                  </a:lnTo>
                  <a:close/>
                </a:path>
                <a:path w="2006600" h="309879">
                  <a:moveTo>
                    <a:pt x="1930977" y="80240"/>
                  </a:moveTo>
                  <a:lnTo>
                    <a:pt x="1889990" y="90631"/>
                  </a:lnTo>
                  <a:lnTo>
                    <a:pt x="1866322" y="117763"/>
                  </a:lnTo>
                  <a:lnTo>
                    <a:pt x="1892321" y="117763"/>
                  </a:lnTo>
                  <a:lnTo>
                    <a:pt x="1898650" y="114814"/>
                  </a:lnTo>
                  <a:lnTo>
                    <a:pt x="1905721" y="112604"/>
                  </a:lnTo>
                  <a:lnTo>
                    <a:pt x="1913226" y="111278"/>
                  </a:lnTo>
                  <a:lnTo>
                    <a:pt x="1921163" y="110836"/>
                  </a:lnTo>
                  <a:lnTo>
                    <a:pt x="1992882" y="110836"/>
                  </a:lnTo>
                  <a:lnTo>
                    <a:pt x="1991482" y="108473"/>
                  </a:lnTo>
                  <a:lnTo>
                    <a:pt x="1952083" y="82550"/>
                  </a:lnTo>
                  <a:lnTo>
                    <a:pt x="1941882" y="80818"/>
                  </a:lnTo>
                  <a:lnTo>
                    <a:pt x="1930977" y="802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091672" y="5421344"/>
            <a:ext cx="1879399" cy="524063"/>
            <a:chOff x="3962400" y="7620000"/>
            <a:chExt cx="2641600" cy="736600"/>
          </a:xfrm>
        </p:grpSpPr>
        <p:sp>
          <p:nvSpPr>
            <p:cNvPr id="9" name="object 9"/>
            <p:cNvSpPr/>
            <p:nvPr/>
          </p:nvSpPr>
          <p:spPr>
            <a:xfrm>
              <a:off x="3962400" y="7620000"/>
              <a:ext cx="2641600" cy="736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0" name="object 10"/>
            <p:cNvSpPr/>
            <p:nvPr/>
          </p:nvSpPr>
          <p:spPr>
            <a:xfrm>
              <a:off x="4013200" y="7620000"/>
              <a:ext cx="2540000" cy="635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139609" y="5421344"/>
            <a:ext cx="1879399" cy="524063"/>
            <a:chOff x="9652000" y="7620000"/>
            <a:chExt cx="2641600" cy="736600"/>
          </a:xfrm>
        </p:grpSpPr>
        <p:sp>
          <p:nvSpPr>
            <p:cNvPr id="12" name="object 12"/>
            <p:cNvSpPr/>
            <p:nvPr/>
          </p:nvSpPr>
          <p:spPr>
            <a:xfrm>
              <a:off x="9652000" y="7620000"/>
              <a:ext cx="2641600" cy="736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3" name="object 13"/>
            <p:cNvSpPr/>
            <p:nvPr/>
          </p:nvSpPr>
          <p:spPr>
            <a:xfrm>
              <a:off x="9702800" y="7620000"/>
              <a:ext cx="2540000" cy="6350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4" name="object 14"/>
          <p:cNvSpPr/>
          <p:nvPr/>
        </p:nvSpPr>
        <p:spPr>
          <a:xfrm>
            <a:off x="2069009" y="2518460"/>
            <a:ext cx="2125156" cy="269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5" name="object 15"/>
          <p:cNvSpPr/>
          <p:nvPr/>
        </p:nvSpPr>
        <p:spPr>
          <a:xfrm>
            <a:off x="3437860" y="999637"/>
            <a:ext cx="5216791" cy="3503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6" name="object 16"/>
          <p:cNvSpPr/>
          <p:nvPr/>
        </p:nvSpPr>
        <p:spPr>
          <a:xfrm>
            <a:off x="2084616" y="3909117"/>
            <a:ext cx="1147066" cy="223630"/>
          </a:xfrm>
          <a:custGeom>
            <a:avLst/>
            <a:gdLst/>
            <a:ahLst/>
            <a:cxnLst/>
            <a:rect l="l" t="t" r="r" b="b"/>
            <a:pathLst>
              <a:path w="1612264" h="314325">
                <a:moveTo>
                  <a:pt x="128731" y="45604"/>
                </a:moveTo>
                <a:lnTo>
                  <a:pt x="92940" y="45604"/>
                </a:lnTo>
                <a:lnTo>
                  <a:pt x="92940" y="309418"/>
                </a:lnTo>
                <a:lnTo>
                  <a:pt x="128731" y="309418"/>
                </a:lnTo>
                <a:lnTo>
                  <a:pt x="128731" y="45604"/>
                </a:lnTo>
                <a:close/>
              </a:path>
              <a:path w="1612264" h="314325">
                <a:moveTo>
                  <a:pt x="221672" y="13854"/>
                </a:moveTo>
                <a:lnTo>
                  <a:pt x="0" y="13854"/>
                </a:lnTo>
                <a:lnTo>
                  <a:pt x="0" y="45604"/>
                </a:lnTo>
                <a:lnTo>
                  <a:pt x="221672" y="45604"/>
                </a:lnTo>
                <a:lnTo>
                  <a:pt x="221672" y="13854"/>
                </a:lnTo>
                <a:close/>
              </a:path>
              <a:path w="1612264" h="314325">
                <a:moveTo>
                  <a:pt x="329622" y="84859"/>
                </a:moveTo>
                <a:lnTo>
                  <a:pt x="288816" y="93139"/>
                </a:lnTo>
                <a:lnTo>
                  <a:pt x="257174" y="117042"/>
                </a:lnTo>
                <a:lnTo>
                  <a:pt x="236735" y="153771"/>
                </a:lnTo>
                <a:lnTo>
                  <a:pt x="229754" y="200313"/>
                </a:lnTo>
                <a:lnTo>
                  <a:pt x="230530" y="216820"/>
                </a:lnTo>
                <a:lnTo>
                  <a:pt x="242165" y="260061"/>
                </a:lnTo>
                <a:lnTo>
                  <a:pt x="266925" y="292045"/>
                </a:lnTo>
                <a:lnTo>
                  <a:pt x="303248" y="310500"/>
                </a:lnTo>
                <a:lnTo>
                  <a:pt x="333086" y="314036"/>
                </a:lnTo>
                <a:lnTo>
                  <a:pt x="344063" y="313603"/>
                </a:lnTo>
                <a:lnTo>
                  <a:pt x="382298" y="303230"/>
                </a:lnTo>
                <a:lnTo>
                  <a:pt x="407429" y="283440"/>
                </a:lnTo>
                <a:lnTo>
                  <a:pt x="333086" y="283440"/>
                </a:lnTo>
                <a:lnTo>
                  <a:pt x="323083" y="282881"/>
                </a:lnTo>
                <a:lnTo>
                  <a:pt x="282971" y="263344"/>
                </a:lnTo>
                <a:lnTo>
                  <a:pt x="265978" y="228708"/>
                </a:lnTo>
                <a:lnTo>
                  <a:pt x="264020" y="210127"/>
                </a:lnTo>
                <a:lnTo>
                  <a:pt x="253999" y="210127"/>
                </a:lnTo>
                <a:lnTo>
                  <a:pt x="253999" y="180686"/>
                </a:lnTo>
                <a:lnTo>
                  <a:pt x="264099" y="180686"/>
                </a:lnTo>
                <a:lnTo>
                  <a:pt x="264309" y="176861"/>
                </a:lnTo>
                <a:lnTo>
                  <a:pt x="281384" y="137030"/>
                </a:lnTo>
                <a:lnTo>
                  <a:pt x="319791" y="116085"/>
                </a:lnTo>
                <a:lnTo>
                  <a:pt x="329622" y="115454"/>
                </a:lnTo>
                <a:lnTo>
                  <a:pt x="400304" y="115454"/>
                </a:lnTo>
                <a:lnTo>
                  <a:pt x="394565" y="109393"/>
                </a:lnTo>
                <a:lnTo>
                  <a:pt x="355356" y="88106"/>
                </a:lnTo>
                <a:lnTo>
                  <a:pt x="338254" y="85219"/>
                </a:lnTo>
                <a:lnTo>
                  <a:pt x="329622" y="84859"/>
                </a:lnTo>
                <a:close/>
              </a:path>
              <a:path w="1612264" h="314325">
                <a:moveTo>
                  <a:pt x="388504" y="248804"/>
                </a:moveTo>
                <a:lnTo>
                  <a:pt x="350115" y="282190"/>
                </a:lnTo>
                <a:lnTo>
                  <a:pt x="342034" y="283440"/>
                </a:lnTo>
                <a:lnTo>
                  <a:pt x="407429" y="283440"/>
                </a:lnTo>
                <a:lnTo>
                  <a:pt x="409638" y="280879"/>
                </a:lnTo>
                <a:lnTo>
                  <a:pt x="414445" y="273771"/>
                </a:lnTo>
                <a:lnTo>
                  <a:pt x="418369" y="266158"/>
                </a:lnTo>
                <a:lnTo>
                  <a:pt x="421409" y="258040"/>
                </a:lnTo>
                <a:lnTo>
                  <a:pt x="388504" y="248804"/>
                </a:lnTo>
                <a:close/>
              </a:path>
              <a:path w="1612264" h="314325">
                <a:moveTo>
                  <a:pt x="264099" y="180686"/>
                </a:moveTo>
                <a:lnTo>
                  <a:pt x="253999" y="180686"/>
                </a:lnTo>
                <a:lnTo>
                  <a:pt x="253999" y="210127"/>
                </a:lnTo>
                <a:lnTo>
                  <a:pt x="264020" y="210127"/>
                </a:lnTo>
                <a:lnTo>
                  <a:pt x="263813" y="205509"/>
                </a:lnTo>
                <a:lnTo>
                  <a:pt x="263928" y="183789"/>
                </a:lnTo>
                <a:lnTo>
                  <a:pt x="264099" y="180686"/>
                </a:lnTo>
                <a:close/>
              </a:path>
              <a:path w="1612264" h="314325">
                <a:moveTo>
                  <a:pt x="400304" y="115454"/>
                </a:moveTo>
                <a:lnTo>
                  <a:pt x="329622" y="115454"/>
                </a:lnTo>
                <a:lnTo>
                  <a:pt x="338552" y="115986"/>
                </a:lnTo>
                <a:lnTo>
                  <a:pt x="346868" y="117583"/>
                </a:lnTo>
                <a:lnTo>
                  <a:pt x="378681" y="140277"/>
                </a:lnTo>
                <a:lnTo>
                  <a:pt x="390236" y="180686"/>
                </a:lnTo>
                <a:lnTo>
                  <a:pt x="264099" y="180686"/>
                </a:lnTo>
                <a:lnTo>
                  <a:pt x="263928" y="183789"/>
                </a:lnTo>
                <a:lnTo>
                  <a:pt x="263813" y="205509"/>
                </a:lnTo>
                <a:lnTo>
                  <a:pt x="264020" y="210127"/>
                </a:lnTo>
                <a:lnTo>
                  <a:pt x="424872" y="210127"/>
                </a:lnTo>
                <a:lnTo>
                  <a:pt x="424872" y="195695"/>
                </a:lnTo>
                <a:lnTo>
                  <a:pt x="424346" y="180686"/>
                </a:lnTo>
                <a:lnTo>
                  <a:pt x="412181" y="133368"/>
                </a:lnTo>
                <a:lnTo>
                  <a:pt x="401141" y="116338"/>
                </a:lnTo>
                <a:lnTo>
                  <a:pt x="400304" y="115454"/>
                </a:lnTo>
                <a:close/>
              </a:path>
              <a:path w="1612264" h="314325">
                <a:moveTo>
                  <a:pt x="510742" y="13854"/>
                </a:moveTo>
                <a:lnTo>
                  <a:pt x="476682" y="13854"/>
                </a:lnTo>
                <a:lnTo>
                  <a:pt x="476682" y="309418"/>
                </a:lnTo>
                <a:lnTo>
                  <a:pt x="510742" y="309418"/>
                </a:lnTo>
                <a:lnTo>
                  <a:pt x="510742" y="13854"/>
                </a:lnTo>
                <a:close/>
              </a:path>
              <a:path w="1612264" h="314325">
                <a:moveTo>
                  <a:pt x="662600" y="84859"/>
                </a:moveTo>
                <a:lnTo>
                  <a:pt x="621794" y="93139"/>
                </a:lnTo>
                <a:lnTo>
                  <a:pt x="590153" y="117042"/>
                </a:lnTo>
                <a:lnTo>
                  <a:pt x="569714" y="153771"/>
                </a:lnTo>
                <a:lnTo>
                  <a:pt x="562732" y="200313"/>
                </a:lnTo>
                <a:lnTo>
                  <a:pt x="563508" y="216820"/>
                </a:lnTo>
                <a:lnTo>
                  <a:pt x="575144" y="260061"/>
                </a:lnTo>
                <a:lnTo>
                  <a:pt x="599903" y="292045"/>
                </a:lnTo>
                <a:lnTo>
                  <a:pt x="636226" y="310500"/>
                </a:lnTo>
                <a:lnTo>
                  <a:pt x="666064" y="314036"/>
                </a:lnTo>
                <a:lnTo>
                  <a:pt x="677041" y="313603"/>
                </a:lnTo>
                <a:lnTo>
                  <a:pt x="715276" y="303230"/>
                </a:lnTo>
                <a:lnTo>
                  <a:pt x="740408" y="283440"/>
                </a:lnTo>
                <a:lnTo>
                  <a:pt x="666064" y="283440"/>
                </a:lnTo>
                <a:lnTo>
                  <a:pt x="656061" y="282881"/>
                </a:lnTo>
                <a:lnTo>
                  <a:pt x="615950" y="263344"/>
                </a:lnTo>
                <a:lnTo>
                  <a:pt x="598956" y="228708"/>
                </a:lnTo>
                <a:lnTo>
                  <a:pt x="596998" y="210127"/>
                </a:lnTo>
                <a:lnTo>
                  <a:pt x="586978" y="210127"/>
                </a:lnTo>
                <a:lnTo>
                  <a:pt x="586978" y="180686"/>
                </a:lnTo>
                <a:lnTo>
                  <a:pt x="597077" y="180686"/>
                </a:lnTo>
                <a:lnTo>
                  <a:pt x="597287" y="176861"/>
                </a:lnTo>
                <a:lnTo>
                  <a:pt x="614362" y="137030"/>
                </a:lnTo>
                <a:lnTo>
                  <a:pt x="652769" y="116085"/>
                </a:lnTo>
                <a:lnTo>
                  <a:pt x="662600" y="115454"/>
                </a:lnTo>
                <a:lnTo>
                  <a:pt x="733282" y="115454"/>
                </a:lnTo>
                <a:lnTo>
                  <a:pt x="727544" y="109393"/>
                </a:lnTo>
                <a:lnTo>
                  <a:pt x="688334" y="88106"/>
                </a:lnTo>
                <a:lnTo>
                  <a:pt x="671232" y="85219"/>
                </a:lnTo>
                <a:lnTo>
                  <a:pt x="662600" y="84859"/>
                </a:lnTo>
                <a:close/>
              </a:path>
              <a:path w="1612264" h="314325">
                <a:moveTo>
                  <a:pt x="721482" y="248804"/>
                </a:moveTo>
                <a:lnTo>
                  <a:pt x="683094" y="282190"/>
                </a:lnTo>
                <a:lnTo>
                  <a:pt x="675012" y="283440"/>
                </a:lnTo>
                <a:lnTo>
                  <a:pt x="740408" y="283440"/>
                </a:lnTo>
                <a:lnTo>
                  <a:pt x="742616" y="280879"/>
                </a:lnTo>
                <a:lnTo>
                  <a:pt x="747423" y="273771"/>
                </a:lnTo>
                <a:lnTo>
                  <a:pt x="751347" y="266158"/>
                </a:lnTo>
                <a:lnTo>
                  <a:pt x="754387" y="258040"/>
                </a:lnTo>
                <a:lnTo>
                  <a:pt x="721482" y="248804"/>
                </a:lnTo>
                <a:close/>
              </a:path>
              <a:path w="1612264" h="314325">
                <a:moveTo>
                  <a:pt x="597077" y="180686"/>
                </a:moveTo>
                <a:lnTo>
                  <a:pt x="586978" y="180686"/>
                </a:lnTo>
                <a:lnTo>
                  <a:pt x="586978" y="210127"/>
                </a:lnTo>
                <a:lnTo>
                  <a:pt x="596998" y="210127"/>
                </a:lnTo>
                <a:lnTo>
                  <a:pt x="596791" y="205509"/>
                </a:lnTo>
                <a:lnTo>
                  <a:pt x="596906" y="183789"/>
                </a:lnTo>
                <a:lnTo>
                  <a:pt x="597077" y="180686"/>
                </a:lnTo>
                <a:close/>
              </a:path>
              <a:path w="1612264" h="314325">
                <a:moveTo>
                  <a:pt x="733282" y="115454"/>
                </a:moveTo>
                <a:lnTo>
                  <a:pt x="662600" y="115454"/>
                </a:lnTo>
                <a:lnTo>
                  <a:pt x="671530" y="115986"/>
                </a:lnTo>
                <a:lnTo>
                  <a:pt x="679846" y="117583"/>
                </a:lnTo>
                <a:lnTo>
                  <a:pt x="711659" y="140277"/>
                </a:lnTo>
                <a:lnTo>
                  <a:pt x="723214" y="180686"/>
                </a:lnTo>
                <a:lnTo>
                  <a:pt x="597077" y="180686"/>
                </a:lnTo>
                <a:lnTo>
                  <a:pt x="596906" y="183789"/>
                </a:lnTo>
                <a:lnTo>
                  <a:pt x="596791" y="205509"/>
                </a:lnTo>
                <a:lnTo>
                  <a:pt x="596998" y="210127"/>
                </a:lnTo>
                <a:lnTo>
                  <a:pt x="757850" y="210127"/>
                </a:lnTo>
                <a:lnTo>
                  <a:pt x="757850" y="195695"/>
                </a:lnTo>
                <a:lnTo>
                  <a:pt x="757324" y="180686"/>
                </a:lnTo>
                <a:lnTo>
                  <a:pt x="745159" y="133368"/>
                </a:lnTo>
                <a:lnTo>
                  <a:pt x="734119" y="116338"/>
                </a:lnTo>
                <a:lnTo>
                  <a:pt x="733282" y="115454"/>
                </a:lnTo>
                <a:close/>
              </a:path>
              <a:path w="1612264" h="314325">
                <a:moveTo>
                  <a:pt x="895386" y="0"/>
                </a:moveTo>
                <a:lnTo>
                  <a:pt x="887015" y="0"/>
                </a:lnTo>
                <a:lnTo>
                  <a:pt x="879177" y="396"/>
                </a:lnTo>
                <a:lnTo>
                  <a:pt x="838425" y="19446"/>
                </a:lnTo>
                <a:lnTo>
                  <a:pt x="824670" y="57150"/>
                </a:lnTo>
                <a:lnTo>
                  <a:pt x="824670" y="309418"/>
                </a:lnTo>
                <a:lnTo>
                  <a:pt x="858729" y="309418"/>
                </a:lnTo>
                <a:lnTo>
                  <a:pt x="858729" y="65231"/>
                </a:lnTo>
                <a:lnTo>
                  <a:pt x="859189" y="57501"/>
                </a:lnTo>
                <a:lnTo>
                  <a:pt x="890479" y="31750"/>
                </a:lnTo>
                <a:lnTo>
                  <a:pt x="910683" y="31750"/>
                </a:lnTo>
                <a:lnTo>
                  <a:pt x="919342" y="5772"/>
                </a:lnTo>
                <a:lnTo>
                  <a:pt x="916745" y="4618"/>
                </a:lnTo>
                <a:lnTo>
                  <a:pt x="912800" y="3367"/>
                </a:lnTo>
                <a:lnTo>
                  <a:pt x="902217" y="673"/>
                </a:lnTo>
                <a:lnTo>
                  <a:pt x="895386" y="0"/>
                </a:lnTo>
                <a:close/>
              </a:path>
              <a:path w="1612264" h="314325">
                <a:moveTo>
                  <a:pt x="824670" y="87745"/>
                </a:moveTo>
                <a:lnTo>
                  <a:pt x="788879" y="87745"/>
                </a:lnTo>
                <a:lnTo>
                  <a:pt x="788879" y="116609"/>
                </a:lnTo>
                <a:lnTo>
                  <a:pt x="824670" y="116609"/>
                </a:lnTo>
                <a:lnTo>
                  <a:pt x="824670" y="87745"/>
                </a:lnTo>
                <a:close/>
              </a:path>
              <a:path w="1612264" h="314325">
                <a:moveTo>
                  <a:pt x="908374" y="87745"/>
                </a:moveTo>
                <a:lnTo>
                  <a:pt x="858729" y="87745"/>
                </a:lnTo>
                <a:lnTo>
                  <a:pt x="858729" y="116609"/>
                </a:lnTo>
                <a:lnTo>
                  <a:pt x="908374" y="116609"/>
                </a:lnTo>
                <a:lnTo>
                  <a:pt x="908374" y="87745"/>
                </a:lnTo>
                <a:close/>
              </a:path>
              <a:path w="1612264" h="314325">
                <a:moveTo>
                  <a:pt x="910683" y="31750"/>
                </a:moveTo>
                <a:lnTo>
                  <a:pt x="895386" y="31750"/>
                </a:lnTo>
                <a:lnTo>
                  <a:pt x="899330" y="32182"/>
                </a:lnTo>
                <a:lnTo>
                  <a:pt x="905392" y="33914"/>
                </a:lnTo>
                <a:lnTo>
                  <a:pt x="907797" y="34636"/>
                </a:lnTo>
                <a:lnTo>
                  <a:pt x="909529" y="35213"/>
                </a:lnTo>
                <a:lnTo>
                  <a:pt x="910683" y="31750"/>
                </a:lnTo>
                <a:close/>
              </a:path>
              <a:path w="1612264" h="314325">
                <a:moveTo>
                  <a:pt x="1037034" y="84859"/>
                </a:moveTo>
                <a:lnTo>
                  <a:pt x="996147" y="92895"/>
                </a:lnTo>
                <a:lnTo>
                  <a:pt x="964298" y="116320"/>
                </a:lnTo>
                <a:lnTo>
                  <a:pt x="943651" y="152733"/>
                </a:lnTo>
                <a:lnTo>
                  <a:pt x="936588" y="199736"/>
                </a:lnTo>
                <a:lnTo>
                  <a:pt x="937373" y="216369"/>
                </a:lnTo>
                <a:lnTo>
                  <a:pt x="949144" y="259772"/>
                </a:lnTo>
                <a:lnTo>
                  <a:pt x="973714" y="291892"/>
                </a:lnTo>
                <a:lnTo>
                  <a:pt x="1008856" y="310464"/>
                </a:lnTo>
                <a:lnTo>
                  <a:pt x="1037034" y="314036"/>
                </a:lnTo>
                <a:lnTo>
                  <a:pt x="1051574" y="313143"/>
                </a:lnTo>
                <a:lnTo>
                  <a:pt x="1089566" y="299748"/>
                </a:lnTo>
                <a:lnTo>
                  <a:pt x="1108855" y="283440"/>
                </a:lnTo>
                <a:lnTo>
                  <a:pt x="1037034" y="283440"/>
                </a:lnTo>
                <a:lnTo>
                  <a:pt x="1026138" y="282710"/>
                </a:lnTo>
                <a:lnTo>
                  <a:pt x="986703" y="258221"/>
                </a:lnTo>
                <a:lnTo>
                  <a:pt x="972415" y="221167"/>
                </a:lnTo>
                <a:lnTo>
                  <a:pt x="970648" y="199736"/>
                </a:lnTo>
                <a:lnTo>
                  <a:pt x="971090" y="188813"/>
                </a:lnTo>
                <a:lnTo>
                  <a:pt x="981733" y="149179"/>
                </a:lnTo>
                <a:lnTo>
                  <a:pt x="1016252" y="118413"/>
                </a:lnTo>
                <a:lnTo>
                  <a:pt x="1037034" y="115454"/>
                </a:lnTo>
                <a:lnTo>
                  <a:pt x="1108820" y="115454"/>
                </a:lnTo>
                <a:lnTo>
                  <a:pt x="1100263" y="107011"/>
                </a:lnTo>
                <a:lnTo>
                  <a:pt x="1089566" y="99146"/>
                </a:lnTo>
                <a:lnTo>
                  <a:pt x="1077840" y="92895"/>
                </a:lnTo>
                <a:lnTo>
                  <a:pt x="1065176" y="88430"/>
                </a:lnTo>
                <a:lnTo>
                  <a:pt x="1051574" y="85752"/>
                </a:lnTo>
                <a:lnTo>
                  <a:pt x="1037034" y="84859"/>
                </a:lnTo>
                <a:close/>
              </a:path>
              <a:path w="1612264" h="314325">
                <a:moveTo>
                  <a:pt x="1108820" y="115454"/>
                </a:moveTo>
                <a:lnTo>
                  <a:pt x="1037034" y="115454"/>
                </a:lnTo>
                <a:lnTo>
                  <a:pt x="1047930" y="116194"/>
                </a:lnTo>
                <a:lnTo>
                  <a:pt x="1057816" y="118413"/>
                </a:lnTo>
                <a:lnTo>
                  <a:pt x="1092335" y="149179"/>
                </a:lnTo>
                <a:lnTo>
                  <a:pt x="1102978" y="188813"/>
                </a:lnTo>
                <a:lnTo>
                  <a:pt x="1103420" y="199736"/>
                </a:lnTo>
                <a:lnTo>
                  <a:pt x="1102978" y="210650"/>
                </a:lnTo>
                <a:lnTo>
                  <a:pt x="1092335" y="250076"/>
                </a:lnTo>
                <a:lnTo>
                  <a:pt x="1057816" y="280518"/>
                </a:lnTo>
                <a:lnTo>
                  <a:pt x="1037034" y="283440"/>
                </a:lnTo>
                <a:lnTo>
                  <a:pt x="1108855" y="283440"/>
                </a:lnTo>
                <a:lnTo>
                  <a:pt x="1130336" y="246387"/>
                </a:lnTo>
                <a:lnTo>
                  <a:pt x="1137479" y="199736"/>
                </a:lnTo>
                <a:lnTo>
                  <a:pt x="1136686" y="182968"/>
                </a:lnTo>
                <a:lnTo>
                  <a:pt x="1124779" y="139267"/>
                </a:lnTo>
                <a:lnTo>
                  <a:pt x="1109698" y="116320"/>
                </a:lnTo>
                <a:lnTo>
                  <a:pt x="1108820" y="115454"/>
                </a:lnTo>
                <a:close/>
              </a:path>
              <a:path w="1612264" h="314325">
                <a:moveTo>
                  <a:pt x="1222375" y="87745"/>
                </a:moveTo>
                <a:lnTo>
                  <a:pt x="1189470" y="87745"/>
                </a:lnTo>
                <a:lnTo>
                  <a:pt x="1189470" y="309418"/>
                </a:lnTo>
                <a:lnTo>
                  <a:pt x="1223529" y="309418"/>
                </a:lnTo>
                <a:lnTo>
                  <a:pt x="1223529" y="176068"/>
                </a:lnTo>
                <a:lnTo>
                  <a:pt x="1223989" y="166759"/>
                </a:lnTo>
                <a:lnTo>
                  <a:pt x="1239584" y="131221"/>
                </a:lnTo>
                <a:lnTo>
                  <a:pt x="1251259" y="122381"/>
                </a:lnTo>
                <a:lnTo>
                  <a:pt x="1222375" y="122381"/>
                </a:lnTo>
                <a:lnTo>
                  <a:pt x="1222375" y="87745"/>
                </a:lnTo>
                <a:close/>
              </a:path>
              <a:path w="1612264" h="314325">
                <a:moveTo>
                  <a:pt x="1351820" y="115454"/>
                </a:moveTo>
                <a:lnTo>
                  <a:pt x="1280102" y="115454"/>
                </a:lnTo>
                <a:lnTo>
                  <a:pt x="1291304" y="116374"/>
                </a:lnTo>
                <a:lnTo>
                  <a:pt x="1301244" y="119134"/>
                </a:lnTo>
                <a:lnTo>
                  <a:pt x="1327510" y="147637"/>
                </a:lnTo>
                <a:lnTo>
                  <a:pt x="1330902" y="170872"/>
                </a:lnTo>
                <a:lnTo>
                  <a:pt x="1330902" y="309418"/>
                </a:lnTo>
                <a:lnTo>
                  <a:pt x="1364961" y="309418"/>
                </a:lnTo>
                <a:lnTo>
                  <a:pt x="1364883" y="166759"/>
                </a:lnTo>
                <a:lnTo>
                  <a:pt x="1355580" y="121804"/>
                </a:lnTo>
                <a:lnTo>
                  <a:pt x="1351820" y="115454"/>
                </a:lnTo>
                <a:close/>
              </a:path>
              <a:path w="1612264" h="314325">
                <a:moveTo>
                  <a:pt x="1289915" y="84859"/>
                </a:moveTo>
                <a:lnTo>
                  <a:pt x="1248929" y="95250"/>
                </a:lnTo>
                <a:lnTo>
                  <a:pt x="1225261" y="122381"/>
                </a:lnTo>
                <a:lnTo>
                  <a:pt x="1251259" y="122381"/>
                </a:lnTo>
                <a:lnTo>
                  <a:pt x="1257588" y="119432"/>
                </a:lnTo>
                <a:lnTo>
                  <a:pt x="1264660" y="117222"/>
                </a:lnTo>
                <a:lnTo>
                  <a:pt x="1272164" y="115896"/>
                </a:lnTo>
                <a:lnTo>
                  <a:pt x="1280102" y="115454"/>
                </a:lnTo>
                <a:lnTo>
                  <a:pt x="1351820" y="115454"/>
                </a:lnTo>
                <a:lnTo>
                  <a:pt x="1350421" y="113091"/>
                </a:lnTo>
                <a:lnTo>
                  <a:pt x="1311022" y="87168"/>
                </a:lnTo>
                <a:lnTo>
                  <a:pt x="1300820" y="85436"/>
                </a:lnTo>
                <a:lnTo>
                  <a:pt x="1289915" y="84859"/>
                </a:lnTo>
                <a:close/>
              </a:path>
              <a:path w="1612264" h="314325">
                <a:moveTo>
                  <a:pt x="1516675" y="84859"/>
                </a:moveTo>
                <a:lnTo>
                  <a:pt x="1475869" y="93139"/>
                </a:lnTo>
                <a:lnTo>
                  <a:pt x="1444228" y="117042"/>
                </a:lnTo>
                <a:lnTo>
                  <a:pt x="1423789" y="153771"/>
                </a:lnTo>
                <a:lnTo>
                  <a:pt x="1416807" y="200313"/>
                </a:lnTo>
                <a:lnTo>
                  <a:pt x="1417583" y="216820"/>
                </a:lnTo>
                <a:lnTo>
                  <a:pt x="1429219" y="260061"/>
                </a:lnTo>
                <a:lnTo>
                  <a:pt x="1453978" y="292045"/>
                </a:lnTo>
                <a:lnTo>
                  <a:pt x="1490301" y="310500"/>
                </a:lnTo>
                <a:lnTo>
                  <a:pt x="1520139" y="314036"/>
                </a:lnTo>
                <a:lnTo>
                  <a:pt x="1531116" y="313603"/>
                </a:lnTo>
                <a:lnTo>
                  <a:pt x="1569352" y="303230"/>
                </a:lnTo>
                <a:lnTo>
                  <a:pt x="1594483" y="283440"/>
                </a:lnTo>
                <a:lnTo>
                  <a:pt x="1520139" y="283440"/>
                </a:lnTo>
                <a:lnTo>
                  <a:pt x="1510136" y="282881"/>
                </a:lnTo>
                <a:lnTo>
                  <a:pt x="1470024" y="263344"/>
                </a:lnTo>
                <a:lnTo>
                  <a:pt x="1453031" y="228708"/>
                </a:lnTo>
                <a:lnTo>
                  <a:pt x="1451073" y="210127"/>
                </a:lnTo>
                <a:lnTo>
                  <a:pt x="1441053" y="210127"/>
                </a:lnTo>
                <a:lnTo>
                  <a:pt x="1441053" y="180686"/>
                </a:lnTo>
                <a:lnTo>
                  <a:pt x="1451152" y="180686"/>
                </a:lnTo>
                <a:lnTo>
                  <a:pt x="1451362" y="176861"/>
                </a:lnTo>
                <a:lnTo>
                  <a:pt x="1468437" y="137030"/>
                </a:lnTo>
                <a:lnTo>
                  <a:pt x="1506844" y="116085"/>
                </a:lnTo>
                <a:lnTo>
                  <a:pt x="1516675" y="115454"/>
                </a:lnTo>
                <a:lnTo>
                  <a:pt x="1587357" y="115454"/>
                </a:lnTo>
                <a:lnTo>
                  <a:pt x="1581619" y="109393"/>
                </a:lnTo>
                <a:lnTo>
                  <a:pt x="1542409" y="88106"/>
                </a:lnTo>
                <a:lnTo>
                  <a:pt x="1525307" y="85219"/>
                </a:lnTo>
                <a:lnTo>
                  <a:pt x="1516675" y="84859"/>
                </a:lnTo>
                <a:close/>
              </a:path>
              <a:path w="1612264" h="314325">
                <a:moveTo>
                  <a:pt x="1575557" y="248804"/>
                </a:moveTo>
                <a:lnTo>
                  <a:pt x="1537168" y="282190"/>
                </a:lnTo>
                <a:lnTo>
                  <a:pt x="1529087" y="283440"/>
                </a:lnTo>
                <a:lnTo>
                  <a:pt x="1594483" y="283440"/>
                </a:lnTo>
                <a:lnTo>
                  <a:pt x="1596691" y="280879"/>
                </a:lnTo>
                <a:lnTo>
                  <a:pt x="1601498" y="273771"/>
                </a:lnTo>
                <a:lnTo>
                  <a:pt x="1605422" y="266158"/>
                </a:lnTo>
                <a:lnTo>
                  <a:pt x="1608462" y="258040"/>
                </a:lnTo>
                <a:lnTo>
                  <a:pt x="1575557" y="248804"/>
                </a:lnTo>
                <a:close/>
              </a:path>
              <a:path w="1612264" h="314325">
                <a:moveTo>
                  <a:pt x="1451152" y="180686"/>
                </a:moveTo>
                <a:lnTo>
                  <a:pt x="1441053" y="180686"/>
                </a:lnTo>
                <a:lnTo>
                  <a:pt x="1441053" y="210127"/>
                </a:lnTo>
                <a:lnTo>
                  <a:pt x="1451073" y="210127"/>
                </a:lnTo>
                <a:lnTo>
                  <a:pt x="1450866" y="205509"/>
                </a:lnTo>
                <a:lnTo>
                  <a:pt x="1450981" y="183789"/>
                </a:lnTo>
                <a:lnTo>
                  <a:pt x="1451152" y="180686"/>
                </a:lnTo>
                <a:close/>
              </a:path>
              <a:path w="1612264" h="314325">
                <a:moveTo>
                  <a:pt x="1587357" y="115454"/>
                </a:moveTo>
                <a:lnTo>
                  <a:pt x="1516675" y="115454"/>
                </a:lnTo>
                <a:lnTo>
                  <a:pt x="1525605" y="115986"/>
                </a:lnTo>
                <a:lnTo>
                  <a:pt x="1533921" y="117583"/>
                </a:lnTo>
                <a:lnTo>
                  <a:pt x="1565734" y="140277"/>
                </a:lnTo>
                <a:lnTo>
                  <a:pt x="1577289" y="180686"/>
                </a:lnTo>
                <a:lnTo>
                  <a:pt x="1451152" y="180686"/>
                </a:lnTo>
                <a:lnTo>
                  <a:pt x="1450981" y="183789"/>
                </a:lnTo>
                <a:lnTo>
                  <a:pt x="1450866" y="205509"/>
                </a:lnTo>
                <a:lnTo>
                  <a:pt x="1451073" y="210127"/>
                </a:lnTo>
                <a:lnTo>
                  <a:pt x="1611925" y="210127"/>
                </a:lnTo>
                <a:lnTo>
                  <a:pt x="1611925" y="195695"/>
                </a:lnTo>
                <a:lnTo>
                  <a:pt x="1611399" y="180686"/>
                </a:lnTo>
                <a:lnTo>
                  <a:pt x="1599234" y="133368"/>
                </a:lnTo>
                <a:lnTo>
                  <a:pt x="1588194" y="116338"/>
                </a:lnTo>
                <a:lnTo>
                  <a:pt x="1587357" y="1154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7" name="object 17"/>
          <p:cNvSpPr/>
          <p:nvPr/>
        </p:nvSpPr>
        <p:spPr>
          <a:xfrm>
            <a:off x="6678795" y="2515585"/>
            <a:ext cx="3442553" cy="7372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8" name="object 18"/>
          <p:cNvSpPr/>
          <p:nvPr/>
        </p:nvSpPr>
        <p:spPr>
          <a:xfrm>
            <a:off x="6678795" y="4201541"/>
            <a:ext cx="3442553" cy="4517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6785578" y="3912403"/>
            <a:ext cx="809587" cy="220920"/>
          </a:xfrm>
          <a:custGeom>
            <a:avLst/>
            <a:gdLst/>
            <a:ahLst/>
            <a:cxnLst/>
            <a:rect l="l" t="t" r="r" b="b"/>
            <a:pathLst>
              <a:path w="1137920" h="310514">
                <a:moveTo>
                  <a:pt x="178377" y="9236"/>
                </a:moveTo>
                <a:lnTo>
                  <a:pt x="0" y="9236"/>
                </a:lnTo>
                <a:lnTo>
                  <a:pt x="0" y="304799"/>
                </a:lnTo>
                <a:lnTo>
                  <a:pt x="180686" y="304799"/>
                </a:lnTo>
                <a:lnTo>
                  <a:pt x="180686" y="273049"/>
                </a:lnTo>
                <a:lnTo>
                  <a:pt x="35790" y="273049"/>
                </a:lnTo>
                <a:lnTo>
                  <a:pt x="35790" y="172604"/>
                </a:lnTo>
                <a:lnTo>
                  <a:pt x="169140" y="172604"/>
                </a:lnTo>
                <a:lnTo>
                  <a:pt x="169140" y="140854"/>
                </a:lnTo>
                <a:lnTo>
                  <a:pt x="35790" y="140854"/>
                </a:lnTo>
                <a:lnTo>
                  <a:pt x="35790" y="40986"/>
                </a:lnTo>
                <a:lnTo>
                  <a:pt x="178377" y="40986"/>
                </a:lnTo>
                <a:lnTo>
                  <a:pt x="178377" y="9236"/>
                </a:lnTo>
                <a:close/>
              </a:path>
              <a:path w="1137920" h="310514">
                <a:moveTo>
                  <a:pt x="365269" y="162213"/>
                </a:moveTo>
                <a:lnTo>
                  <a:pt x="235960" y="162213"/>
                </a:lnTo>
                <a:lnTo>
                  <a:pt x="235960" y="193963"/>
                </a:lnTo>
                <a:lnTo>
                  <a:pt x="365269" y="193963"/>
                </a:lnTo>
                <a:lnTo>
                  <a:pt x="365269" y="162213"/>
                </a:lnTo>
                <a:close/>
              </a:path>
              <a:path w="1137920" h="310514">
                <a:moveTo>
                  <a:pt x="458102" y="83127"/>
                </a:moveTo>
                <a:lnTo>
                  <a:pt x="425197" y="83127"/>
                </a:lnTo>
                <a:lnTo>
                  <a:pt x="425197" y="304799"/>
                </a:lnTo>
                <a:lnTo>
                  <a:pt x="459256" y="304800"/>
                </a:lnTo>
                <a:lnTo>
                  <a:pt x="459256" y="166254"/>
                </a:lnTo>
                <a:lnTo>
                  <a:pt x="459689" y="158344"/>
                </a:lnTo>
                <a:lnTo>
                  <a:pt x="479226" y="121786"/>
                </a:lnTo>
                <a:lnTo>
                  <a:pt x="484930" y="117763"/>
                </a:lnTo>
                <a:lnTo>
                  <a:pt x="458102" y="117763"/>
                </a:lnTo>
                <a:lnTo>
                  <a:pt x="458102" y="83127"/>
                </a:lnTo>
                <a:close/>
              </a:path>
              <a:path w="1137920" h="310514">
                <a:moveTo>
                  <a:pt x="576170" y="110836"/>
                </a:moveTo>
                <a:lnTo>
                  <a:pt x="509479" y="110836"/>
                </a:lnTo>
                <a:lnTo>
                  <a:pt x="518706" y="111566"/>
                </a:lnTo>
                <a:lnTo>
                  <a:pt x="527049" y="113758"/>
                </a:lnTo>
                <a:lnTo>
                  <a:pt x="552585" y="143984"/>
                </a:lnTo>
                <a:lnTo>
                  <a:pt x="553352" y="152977"/>
                </a:lnTo>
                <a:lnTo>
                  <a:pt x="553352" y="304799"/>
                </a:lnTo>
                <a:lnTo>
                  <a:pt x="587988" y="304799"/>
                </a:lnTo>
                <a:lnTo>
                  <a:pt x="587988" y="160481"/>
                </a:lnTo>
                <a:lnTo>
                  <a:pt x="588791" y="150199"/>
                </a:lnTo>
                <a:lnTo>
                  <a:pt x="609866" y="117763"/>
                </a:lnTo>
                <a:lnTo>
                  <a:pt x="579906" y="117763"/>
                </a:lnTo>
                <a:lnTo>
                  <a:pt x="576170" y="110836"/>
                </a:lnTo>
                <a:close/>
              </a:path>
              <a:path w="1137920" h="310514">
                <a:moveTo>
                  <a:pt x="706163" y="110836"/>
                </a:moveTo>
                <a:lnTo>
                  <a:pt x="637056" y="110836"/>
                </a:lnTo>
                <a:lnTo>
                  <a:pt x="645850" y="111494"/>
                </a:lnTo>
                <a:lnTo>
                  <a:pt x="654050" y="113470"/>
                </a:lnTo>
                <a:lnTo>
                  <a:pt x="681244" y="145048"/>
                </a:lnTo>
                <a:lnTo>
                  <a:pt x="682083" y="156440"/>
                </a:lnTo>
                <a:lnTo>
                  <a:pt x="682083" y="304799"/>
                </a:lnTo>
                <a:lnTo>
                  <a:pt x="716142" y="304799"/>
                </a:lnTo>
                <a:lnTo>
                  <a:pt x="716142" y="156440"/>
                </a:lnTo>
                <a:lnTo>
                  <a:pt x="714961" y="138175"/>
                </a:lnTo>
                <a:lnTo>
                  <a:pt x="711416" y="122490"/>
                </a:lnTo>
                <a:lnTo>
                  <a:pt x="706163" y="110836"/>
                </a:lnTo>
                <a:close/>
              </a:path>
              <a:path w="1137920" h="310514">
                <a:moveTo>
                  <a:pt x="520447" y="80240"/>
                </a:moveTo>
                <a:lnTo>
                  <a:pt x="483357" y="90198"/>
                </a:lnTo>
                <a:lnTo>
                  <a:pt x="460988" y="117763"/>
                </a:lnTo>
                <a:lnTo>
                  <a:pt x="484930" y="117763"/>
                </a:lnTo>
                <a:lnTo>
                  <a:pt x="490537" y="114814"/>
                </a:lnTo>
                <a:lnTo>
                  <a:pt x="496634" y="112604"/>
                </a:lnTo>
                <a:lnTo>
                  <a:pt x="502948" y="111278"/>
                </a:lnTo>
                <a:lnTo>
                  <a:pt x="509479" y="110836"/>
                </a:lnTo>
                <a:lnTo>
                  <a:pt x="576170" y="110836"/>
                </a:lnTo>
                <a:lnTo>
                  <a:pt x="575387" y="109384"/>
                </a:lnTo>
                <a:lnTo>
                  <a:pt x="540543" y="82730"/>
                </a:lnTo>
                <a:lnTo>
                  <a:pt x="530955" y="80863"/>
                </a:lnTo>
                <a:lnTo>
                  <a:pt x="520447" y="80240"/>
                </a:lnTo>
                <a:close/>
              </a:path>
              <a:path w="1137920" h="310514">
                <a:moveTo>
                  <a:pt x="648602" y="80240"/>
                </a:moveTo>
                <a:lnTo>
                  <a:pt x="607759" y="90487"/>
                </a:lnTo>
                <a:lnTo>
                  <a:pt x="582215" y="117763"/>
                </a:lnTo>
                <a:lnTo>
                  <a:pt x="609866" y="117763"/>
                </a:lnTo>
                <a:lnTo>
                  <a:pt x="616310" y="114372"/>
                </a:lnTo>
                <a:lnTo>
                  <a:pt x="626025" y="111720"/>
                </a:lnTo>
                <a:lnTo>
                  <a:pt x="637056" y="110836"/>
                </a:lnTo>
                <a:lnTo>
                  <a:pt x="706163" y="110836"/>
                </a:lnTo>
                <a:lnTo>
                  <a:pt x="705508" y="109384"/>
                </a:lnTo>
                <a:lnTo>
                  <a:pt x="697237" y="98857"/>
                </a:lnTo>
                <a:lnTo>
                  <a:pt x="687107" y="90712"/>
                </a:lnTo>
                <a:lnTo>
                  <a:pt x="675625" y="84895"/>
                </a:lnTo>
                <a:lnTo>
                  <a:pt x="662790" y="81404"/>
                </a:lnTo>
                <a:lnTo>
                  <a:pt x="648602" y="80240"/>
                </a:lnTo>
                <a:close/>
              </a:path>
              <a:path w="1137920" h="310514">
                <a:moveTo>
                  <a:pt x="932617" y="110259"/>
                </a:moveTo>
                <a:lnTo>
                  <a:pt x="864429" y="110259"/>
                </a:lnTo>
                <a:lnTo>
                  <a:pt x="875443" y="110998"/>
                </a:lnTo>
                <a:lnTo>
                  <a:pt x="884959" y="113217"/>
                </a:lnTo>
                <a:lnTo>
                  <a:pt x="910458" y="145202"/>
                </a:lnTo>
                <a:lnTo>
                  <a:pt x="911188" y="155286"/>
                </a:lnTo>
                <a:lnTo>
                  <a:pt x="911188" y="161924"/>
                </a:lnTo>
                <a:lnTo>
                  <a:pt x="909216" y="165773"/>
                </a:lnTo>
                <a:lnTo>
                  <a:pt x="905271" y="167986"/>
                </a:lnTo>
                <a:lnTo>
                  <a:pt x="901423" y="170199"/>
                </a:lnTo>
                <a:lnTo>
                  <a:pt x="895265" y="171786"/>
                </a:lnTo>
                <a:lnTo>
                  <a:pt x="880043" y="173479"/>
                </a:lnTo>
                <a:lnTo>
                  <a:pt x="854038" y="176645"/>
                </a:lnTo>
                <a:lnTo>
                  <a:pt x="815884" y="184005"/>
                </a:lnTo>
                <a:lnTo>
                  <a:pt x="779597" y="205328"/>
                </a:lnTo>
                <a:lnTo>
                  <a:pt x="768130" y="243609"/>
                </a:lnTo>
                <a:lnTo>
                  <a:pt x="768656" y="252304"/>
                </a:lnTo>
                <a:lnTo>
                  <a:pt x="789997" y="292208"/>
                </a:lnTo>
                <a:lnTo>
                  <a:pt x="833356" y="309499"/>
                </a:lnTo>
                <a:lnTo>
                  <a:pt x="843648" y="309995"/>
                </a:lnTo>
                <a:lnTo>
                  <a:pt x="852947" y="309634"/>
                </a:lnTo>
                <a:lnTo>
                  <a:pt x="893537" y="294183"/>
                </a:lnTo>
                <a:lnTo>
                  <a:pt x="907240" y="279399"/>
                </a:lnTo>
                <a:lnTo>
                  <a:pt x="848843" y="279399"/>
                </a:lnTo>
                <a:lnTo>
                  <a:pt x="839015" y="278822"/>
                </a:lnTo>
                <a:lnTo>
                  <a:pt x="805367" y="259195"/>
                </a:lnTo>
                <a:lnTo>
                  <a:pt x="802084" y="234949"/>
                </a:lnTo>
                <a:lnTo>
                  <a:pt x="804393" y="228118"/>
                </a:lnTo>
                <a:lnTo>
                  <a:pt x="839462" y="208359"/>
                </a:lnTo>
                <a:lnTo>
                  <a:pt x="866594" y="204354"/>
                </a:lnTo>
                <a:lnTo>
                  <a:pt x="872559" y="203584"/>
                </a:lnTo>
                <a:lnTo>
                  <a:pt x="909745" y="195118"/>
                </a:lnTo>
                <a:lnTo>
                  <a:pt x="911188" y="193386"/>
                </a:lnTo>
                <a:lnTo>
                  <a:pt x="945248" y="193386"/>
                </a:lnTo>
                <a:lnTo>
                  <a:pt x="945248" y="158749"/>
                </a:lnTo>
                <a:lnTo>
                  <a:pt x="944706" y="146212"/>
                </a:lnTo>
                <a:lnTo>
                  <a:pt x="943083" y="135009"/>
                </a:lnTo>
                <a:lnTo>
                  <a:pt x="940377" y="125141"/>
                </a:lnTo>
                <a:lnTo>
                  <a:pt x="936588" y="116609"/>
                </a:lnTo>
                <a:lnTo>
                  <a:pt x="932617" y="110259"/>
                </a:lnTo>
                <a:close/>
              </a:path>
              <a:path w="1137920" h="310514">
                <a:moveTo>
                  <a:pt x="945248" y="274781"/>
                </a:moveTo>
                <a:lnTo>
                  <a:pt x="911188" y="274781"/>
                </a:lnTo>
                <a:lnTo>
                  <a:pt x="911188" y="304799"/>
                </a:lnTo>
                <a:lnTo>
                  <a:pt x="945248" y="304799"/>
                </a:lnTo>
                <a:lnTo>
                  <a:pt x="945248" y="274781"/>
                </a:lnTo>
                <a:close/>
              </a:path>
              <a:path w="1137920" h="310514">
                <a:moveTo>
                  <a:pt x="945248" y="193386"/>
                </a:moveTo>
                <a:lnTo>
                  <a:pt x="911188" y="193386"/>
                </a:lnTo>
                <a:lnTo>
                  <a:pt x="911184" y="224631"/>
                </a:lnTo>
                <a:lnTo>
                  <a:pt x="910737" y="231405"/>
                </a:lnTo>
                <a:lnTo>
                  <a:pt x="889469" y="267205"/>
                </a:lnTo>
                <a:lnTo>
                  <a:pt x="848843" y="279399"/>
                </a:lnTo>
                <a:lnTo>
                  <a:pt x="907240" y="279399"/>
                </a:lnTo>
                <a:lnTo>
                  <a:pt x="909457" y="274781"/>
                </a:lnTo>
                <a:lnTo>
                  <a:pt x="945248" y="274781"/>
                </a:lnTo>
                <a:lnTo>
                  <a:pt x="945248" y="193386"/>
                </a:lnTo>
                <a:close/>
              </a:path>
              <a:path w="1137920" h="310514">
                <a:moveTo>
                  <a:pt x="870394" y="80240"/>
                </a:moveTo>
                <a:lnTo>
                  <a:pt x="863275" y="80240"/>
                </a:lnTo>
                <a:lnTo>
                  <a:pt x="854868" y="80529"/>
                </a:lnTo>
                <a:lnTo>
                  <a:pt x="812691" y="91064"/>
                </a:lnTo>
                <a:lnTo>
                  <a:pt x="779065" y="122652"/>
                </a:lnTo>
                <a:lnTo>
                  <a:pt x="774375" y="132195"/>
                </a:lnTo>
                <a:lnTo>
                  <a:pt x="806702" y="143740"/>
                </a:lnTo>
                <a:lnTo>
                  <a:pt x="810030" y="137769"/>
                </a:lnTo>
                <a:lnTo>
                  <a:pt x="814387" y="131978"/>
                </a:lnTo>
                <a:lnTo>
                  <a:pt x="852893" y="110926"/>
                </a:lnTo>
                <a:lnTo>
                  <a:pt x="864429" y="110259"/>
                </a:lnTo>
                <a:lnTo>
                  <a:pt x="932617" y="110259"/>
                </a:lnTo>
                <a:lnTo>
                  <a:pt x="931979" y="109239"/>
                </a:lnTo>
                <a:lnTo>
                  <a:pt x="894745" y="84399"/>
                </a:lnTo>
                <a:lnTo>
                  <a:pt x="878573" y="81106"/>
                </a:lnTo>
                <a:lnTo>
                  <a:pt x="870394" y="80240"/>
                </a:lnTo>
                <a:close/>
              </a:path>
              <a:path w="1137920" h="310514">
                <a:moveTo>
                  <a:pt x="1041472" y="83127"/>
                </a:moveTo>
                <a:lnTo>
                  <a:pt x="1007413" y="83127"/>
                </a:lnTo>
                <a:lnTo>
                  <a:pt x="1007413" y="304799"/>
                </a:lnTo>
                <a:lnTo>
                  <a:pt x="1041472" y="304800"/>
                </a:lnTo>
                <a:lnTo>
                  <a:pt x="1041472" y="83127"/>
                </a:lnTo>
                <a:close/>
              </a:path>
              <a:path w="1137920" h="310514">
                <a:moveTo>
                  <a:pt x="1031369" y="0"/>
                </a:moveTo>
                <a:lnTo>
                  <a:pt x="1018092" y="0"/>
                </a:lnTo>
                <a:lnTo>
                  <a:pt x="1012367" y="2260"/>
                </a:lnTo>
                <a:lnTo>
                  <a:pt x="1007557" y="6782"/>
                </a:lnTo>
                <a:lnTo>
                  <a:pt x="1002842" y="11304"/>
                </a:lnTo>
                <a:lnTo>
                  <a:pt x="1000485" y="16740"/>
                </a:lnTo>
                <a:lnTo>
                  <a:pt x="1000485" y="29440"/>
                </a:lnTo>
                <a:lnTo>
                  <a:pt x="1002842" y="34876"/>
                </a:lnTo>
                <a:lnTo>
                  <a:pt x="1007557" y="39398"/>
                </a:lnTo>
                <a:lnTo>
                  <a:pt x="1012367" y="43920"/>
                </a:lnTo>
                <a:lnTo>
                  <a:pt x="1018092" y="46181"/>
                </a:lnTo>
                <a:lnTo>
                  <a:pt x="1031369" y="46181"/>
                </a:lnTo>
                <a:lnTo>
                  <a:pt x="1037046" y="43920"/>
                </a:lnTo>
                <a:lnTo>
                  <a:pt x="1041760" y="39398"/>
                </a:lnTo>
                <a:lnTo>
                  <a:pt x="1046571" y="34876"/>
                </a:lnTo>
                <a:lnTo>
                  <a:pt x="1048976" y="29440"/>
                </a:lnTo>
                <a:lnTo>
                  <a:pt x="1048976" y="16740"/>
                </a:lnTo>
                <a:lnTo>
                  <a:pt x="1046571" y="11304"/>
                </a:lnTo>
                <a:lnTo>
                  <a:pt x="1041760" y="6782"/>
                </a:lnTo>
                <a:lnTo>
                  <a:pt x="1037046" y="2260"/>
                </a:lnTo>
                <a:lnTo>
                  <a:pt x="1031369" y="0"/>
                </a:lnTo>
                <a:close/>
              </a:path>
              <a:path w="1137920" h="310514">
                <a:moveTo>
                  <a:pt x="1137912" y="9236"/>
                </a:moveTo>
                <a:lnTo>
                  <a:pt x="1103853" y="9236"/>
                </a:lnTo>
                <a:lnTo>
                  <a:pt x="1103853" y="304799"/>
                </a:lnTo>
                <a:lnTo>
                  <a:pt x="1137912" y="304799"/>
                </a:lnTo>
                <a:lnTo>
                  <a:pt x="1137912" y="92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20" name="object 20"/>
          <p:cNvGrpSpPr/>
          <p:nvPr/>
        </p:nvGrpSpPr>
        <p:grpSpPr>
          <a:xfrm>
            <a:off x="9678605" y="2846205"/>
            <a:ext cx="361423" cy="361423"/>
            <a:chOff x="13220700" y="4000500"/>
            <a:chExt cx="508000" cy="508000"/>
          </a:xfrm>
        </p:grpSpPr>
        <p:sp>
          <p:nvSpPr>
            <p:cNvPr id="21" name="object 21"/>
            <p:cNvSpPr/>
            <p:nvPr/>
          </p:nvSpPr>
          <p:spPr>
            <a:xfrm>
              <a:off x="13220700" y="4000500"/>
              <a:ext cx="508000" cy="5080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20700" y="40005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101600" y="0"/>
                  </a:move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406400"/>
                  </a:lnTo>
                  <a:lnTo>
                    <a:pt x="7984" y="445947"/>
                  </a:lnTo>
                  <a:lnTo>
                    <a:pt x="29757" y="478242"/>
                  </a:lnTo>
                  <a:lnTo>
                    <a:pt x="62052" y="500015"/>
                  </a:lnTo>
                  <a:lnTo>
                    <a:pt x="101600" y="508000"/>
                  </a:lnTo>
                  <a:lnTo>
                    <a:pt x="101600" y="495300"/>
                  </a:lnTo>
                  <a:lnTo>
                    <a:pt x="66996" y="488313"/>
                  </a:lnTo>
                  <a:lnTo>
                    <a:pt x="38738" y="469261"/>
                  </a:lnTo>
                  <a:lnTo>
                    <a:pt x="19686" y="441003"/>
                  </a:lnTo>
                  <a:lnTo>
                    <a:pt x="12700" y="406400"/>
                  </a:lnTo>
                  <a:lnTo>
                    <a:pt x="12700" y="101600"/>
                  </a:lnTo>
                  <a:lnTo>
                    <a:pt x="19686" y="66996"/>
                  </a:lnTo>
                  <a:lnTo>
                    <a:pt x="38738" y="38738"/>
                  </a:lnTo>
                  <a:lnTo>
                    <a:pt x="66996" y="19686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08000" h="508000">
                  <a:moveTo>
                    <a:pt x="406400" y="495300"/>
                  </a:moveTo>
                  <a:lnTo>
                    <a:pt x="101600" y="495300"/>
                  </a:lnTo>
                  <a:lnTo>
                    <a:pt x="101600" y="508000"/>
                  </a:lnTo>
                  <a:lnTo>
                    <a:pt x="406400" y="508000"/>
                  </a:lnTo>
                  <a:lnTo>
                    <a:pt x="406400" y="49530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406400" y="12700"/>
                  </a:lnTo>
                  <a:lnTo>
                    <a:pt x="441003" y="19686"/>
                  </a:lnTo>
                  <a:lnTo>
                    <a:pt x="469261" y="38738"/>
                  </a:lnTo>
                  <a:lnTo>
                    <a:pt x="488313" y="66996"/>
                  </a:lnTo>
                  <a:lnTo>
                    <a:pt x="495300" y="101600"/>
                  </a:lnTo>
                  <a:lnTo>
                    <a:pt x="495300" y="406400"/>
                  </a:lnTo>
                  <a:lnTo>
                    <a:pt x="488313" y="441003"/>
                  </a:lnTo>
                  <a:lnTo>
                    <a:pt x="469261" y="469261"/>
                  </a:lnTo>
                  <a:lnTo>
                    <a:pt x="441003" y="488313"/>
                  </a:lnTo>
                  <a:lnTo>
                    <a:pt x="406400" y="495300"/>
                  </a:lnTo>
                  <a:lnTo>
                    <a:pt x="406400" y="508000"/>
                  </a:lnTo>
                  <a:lnTo>
                    <a:pt x="445947" y="500015"/>
                  </a:lnTo>
                  <a:lnTo>
                    <a:pt x="478242" y="478242"/>
                  </a:lnTo>
                  <a:lnTo>
                    <a:pt x="500015" y="445947"/>
                  </a:lnTo>
                  <a:lnTo>
                    <a:pt x="508000" y="406400"/>
                  </a:lnTo>
                  <a:lnTo>
                    <a:pt x="508000" y="101600"/>
                  </a:lnTo>
                  <a:lnTo>
                    <a:pt x="500015" y="62052"/>
                  </a:lnTo>
                  <a:lnTo>
                    <a:pt x="478242" y="29757"/>
                  </a:lnTo>
                  <a:lnTo>
                    <a:pt x="445947" y="7984"/>
                  </a:lnTo>
                  <a:lnTo>
                    <a:pt x="406400" y="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406400" y="127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42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3" name="object 23"/>
            <p:cNvSpPr/>
            <p:nvPr/>
          </p:nvSpPr>
          <p:spPr>
            <a:xfrm>
              <a:off x="13364714" y="4191000"/>
              <a:ext cx="220345" cy="190500"/>
            </a:xfrm>
            <a:custGeom>
              <a:avLst/>
              <a:gdLst/>
              <a:ahLst/>
              <a:cxnLst/>
              <a:rect l="l" t="t" r="r" b="b"/>
              <a:pathLst>
                <a:path w="220344" h="190500">
                  <a:moveTo>
                    <a:pt x="109985" y="190500"/>
                  </a:moveTo>
                  <a:lnTo>
                    <a:pt x="219970" y="0"/>
                  </a:lnTo>
                  <a:lnTo>
                    <a:pt x="0" y="0"/>
                  </a:lnTo>
                  <a:lnTo>
                    <a:pt x="109985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24" name="object 24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5" name="object 25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6" name="object 26"/>
          <p:cNvSpPr/>
          <p:nvPr/>
        </p:nvSpPr>
        <p:spPr>
          <a:xfrm>
            <a:off x="9237607" y="569241"/>
            <a:ext cx="1528655" cy="2205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7" name="object 27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28" name="object 28"/>
          <p:cNvGrpSpPr/>
          <p:nvPr/>
        </p:nvGrpSpPr>
        <p:grpSpPr>
          <a:xfrm>
            <a:off x="2667000" y="2764885"/>
            <a:ext cx="6767644" cy="831273"/>
            <a:chOff x="3365500" y="3886200"/>
            <a:chExt cx="9512300" cy="1168400"/>
          </a:xfrm>
        </p:grpSpPr>
        <p:sp>
          <p:nvSpPr>
            <p:cNvPr id="29" name="object 29"/>
            <p:cNvSpPr/>
            <p:nvPr/>
          </p:nvSpPr>
          <p:spPr>
            <a:xfrm>
              <a:off x="3365500" y="3886200"/>
              <a:ext cx="9512300" cy="116840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0" name="object 30"/>
            <p:cNvSpPr/>
            <p:nvPr/>
          </p:nvSpPr>
          <p:spPr>
            <a:xfrm>
              <a:off x="3416300" y="3886200"/>
              <a:ext cx="9410700" cy="10668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92889" y="4147328"/>
            <a:ext cx="6324901" cy="451779"/>
            <a:chOff x="3683000" y="5829300"/>
            <a:chExt cx="8890000" cy="635000"/>
          </a:xfrm>
        </p:grpSpPr>
        <p:sp>
          <p:nvSpPr>
            <p:cNvPr id="3" name="object 3"/>
            <p:cNvSpPr/>
            <p:nvPr/>
          </p:nvSpPr>
          <p:spPr>
            <a:xfrm>
              <a:off x="3683000" y="5829300"/>
              <a:ext cx="8890000" cy="635000"/>
            </a:xfrm>
            <a:custGeom>
              <a:avLst/>
              <a:gdLst/>
              <a:ahLst/>
              <a:cxnLst/>
              <a:rect l="l" t="t" r="r" b="b"/>
              <a:pathLst>
                <a:path w="8890000" h="635000">
                  <a:moveTo>
                    <a:pt x="876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6999" y="635000"/>
                  </a:lnTo>
                  <a:lnTo>
                    <a:pt x="8763000" y="635000"/>
                  </a:lnTo>
                  <a:lnTo>
                    <a:pt x="8812434" y="625019"/>
                  </a:lnTo>
                  <a:lnTo>
                    <a:pt x="8852802" y="597802"/>
                  </a:lnTo>
                  <a:lnTo>
                    <a:pt x="8880019" y="557434"/>
                  </a:lnTo>
                  <a:lnTo>
                    <a:pt x="8890000" y="508000"/>
                  </a:lnTo>
                  <a:lnTo>
                    <a:pt x="8890000" y="127000"/>
                  </a:lnTo>
                  <a:lnTo>
                    <a:pt x="8880019" y="77565"/>
                  </a:lnTo>
                  <a:lnTo>
                    <a:pt x="8852802" y="37197"/>
                  </a:lnTo>
                  <a:lnTo>
                    <a:pt x="8812434" y="998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3835400" y="5930900"/>
              <a:ext cx="406400" cy="406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5" name="object 5"/>
          <p:cNvSpPr/>
          <p:nvPr/>
        </p:nvSpPr>
        <p:spPr>
          <a:xfrm>
            <a:off x="2892889" y="2801027"/>
            <a:ext cx="6324901" cy="451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6" name="object 6"/>
          <p:cNvSpPr/>
          <p:nvPr/>
        </p:nvSpPr>
        <p:spPr>
          <a:xfrm>
            <a:off x="3541396" y="4289433"/>
            <a:ext cx="980360" cy="118366"/>
          </a:xfrm>
          <a:custGeom>
            <a:avLst/>
            <a:gdLst/>
            <a:ahLst/>
            <a:cxnLst/>
            <a:rect l="l" t="t" r="r" b="b"/>
            <a:pathLst>
              <a:path w="1377950" h="166370">
                <a:moveTo>
                  <a:pt x="90631" y="102754"/>
                </a:moveTo>
                <a:lnTo>
                  <a:pt x="67540" y="102754"/>
                </a:lnTo>
                <a:lnTo>
                  <a:pt x="65231" y="166254"/>
                </a:lnTo>
                <a:lnTo>
                  <a:pt x="92940" y="166254"/>
                </a:lnTo>
                <a:lnTo>
                  <a:pt x="90631" y="102754"/>
                </a:lnTo>
                <a:close/>
              </a:path>
              <a:path w="1377950" h="166370">
                <a:moveTo>
                  <a:pt x="13854" y="29440"/>
                </a:moveTo>
                <a:lnTo>
                  <a:pt x="0" y="53686"/>
                </a:lnTo>
                <a:lnTo>
                  <a:pt x="56572" y="83127"/>
                </a:lnTo>
                <a:lnTo>
                  <a:pt x="0" y="112568"/>
                </a:lnTo>
                <a:lnTo>
                  <a:pt x="13854" y="136813"/>
                </a:lnTo>
                <a:lnTo>
                  <a:pt x="67540" y="102754"/>
                </a:lnTo>
                <a:lnTo>
                  <a:pt x="139315" y="102754"/>
                </a:lnTo>
                <a:lnTo>
                  <a:pt x="101600" y="83127"/>
                </a:lnTo>
                <a:lnTo>
                  <a:pt x="139315" y="63500"/>
                </a:lnTo>
                <a:lnTo>
                  <a:pt x="67540" y="63500"/>
                </a:lnTo>
                <a:lnTo>
                  <a:pt x="13854" y="29440"/>
                </a:lnTo>
                <a:close/>
              </a:path>
              <a:path w="1377950" h="166370">
                <a:moveTo>
                  <a:pt x="139315" y="102754"/>
                </a:moveTo>
                <a:lnTo>
                  <a:pt x="90631" y="102754"/>
                </a:lnTo>
                <a:lnTo>
                  <a:pt x="144318" y="136813"/>
                </a:lnTo>
                <a:lnTo>
                  <a:pt x="158172" y="112568"/>
                </a:lnTo>
                <a:lnTo>
                  <a:pt x="139315" y="102754"/>
                </a:lnTo>
                <a:close/>
              </a:path>
              <a:path w="1377950" h="166370">
                <a:moveTo>
                  <a:pt x="92940" y="0"/>
                </a:moveTo>
                <a:lnTo>
                  <a:pt x="65231" y="0"/>
                </a:lnTo>
                <a:lnTo>
                  <a:pt x="67540" y="63500"/>
                </a:lnTo>
                <a:lnTo>
                  <a:pt x="90631" y="63500"/>
                </a:lnTo>
                <a:lnTo>
                  <a:pt x="92940" y="0"/>
                </a:lnTo>
                <a:close/>
              </a:path>
              <a:path w="1377950" h="166370">
                <a:moveTo>
                  <a:pt x="144318" y="29440"/>
                </a:moveTo>
                <a:lnTo>
                  <a:pt x="90631" y="63500"/>
                </a:lnTo>
                <a:lnTo>
                  <a:pt x="139315" y="63500"/>
                </a:lnTo>
                <a:lnTo>
                  <a:pt x="158172" y="53686"/>
                </a:lnTo>
                <a:lnTo>
                  <a:pt x="144318" y="29440"/>
                </a:lnTo>
                <a:close/>
              </a:path>
              <a:path w="1377950" h="166370">
                <a:moveTo>
                  <a:pt x="293831" y="102754"/>
                </a:moveTo>
                <a:lnTo>
                  <a:pt x="270740" y="102754"/>
                </a:lnTo>
                <a:lnTo>
                  <a:pt x="268431" y="166254"/>
                </a:lnTo>
                <a:lnTo>
                  <a:pt x="296140" y="166254"/>
                </a:lnTo>
                <a:lnTo>
                  <a:pt x="293831" y="102754"/>
                </a:lnTo>
                <a:close/>
              </a:path>
              <a:path w="1377950" h="166370">
                <a:moveTo>
                  <a:pt x="217054" y="29440"/>
                </a:moveTo>
                <a:lnTo>
                  <a:pt x="203200" y="53686"/>
                </a:lnTo>
                <a:lnTo>
                  <a:pt x="259772" y="83127"/>
                </a:lnTo>
                <a:lnTo>
                  <a:pt x="203200" y="112568"/>
                </a:lnTo>
                <a:lnTo>
                  <a:pt x="217054" y="136813"/>
                </a:lnTo>
                <a:lnTo>
                  <a:pt x="270740" y="102754"/>
                </a:lnTo>
                <a:lnTo>
                  <a:pt x="342515" y="102754"/>
                </a:lnTo>
                <a:lnTo>
                  <a:pt x="304800" y="83127"/>
                </a:lnTo>
                <a:lnTo>
                  <a:pt x="342515" y="63500"/>
                </a:lnTo>
                <a:lnTo>
                  <a:pt x="270740" y="63500"/>
                </a:lnTo>
                <a:lnTo>
                  <a:pt x="217054" y="29440"/>
                </a:lnTo>
                <a:close/>
              </a:path>
              <a:path w="1377950" h="166370">
                <a:moveTo>
                  <a:pt x="342515" y="102754"/>
                </a:moveTo>
                <a:lnTo>
                  <a:pt x="293831" y="102754"/>
                </a:lnTo>
                <a:lnTo>
                  <a:pt x="347518" y="136813"/>
                </a:lnTo>
                <a:lnTo>
                  <a:pt x="361372" y="112568"/>
                </a:lnTo>
                <a:lnTo>
                  <a:pt x="342515" y="102754"/>
                </a:lnTo>
                <a:close/>
              </a:path>
              <a:path w="1377950" h="166370">
                <a:moveTo>
                  <a:pt x="296140" y="0"/>
                </a:moveTo>
                <a:lnTo>
                  <a:pt x="268431" y="0"/>
                </a:lnTo>
                <a:lnTo>
                  <a:pt x="270740" y="63500"/>
                </a:lnTo>
                <a:lnTo>
                  <a:pt x="293831" y="63500"/>
                </a:lnTo>
                <a:lnTo>
                  <a:pt x="296140" y="0"/>
                </a:lnTo>
                <a:close/>
              </a:path>
              <a:path w="1377950" h="166370">
                <a:moveTo>
                  <a:pt x="347518" y="29440"/>
                </a:moveTo>
                <a:lnTo>
                  <a:pt x="293831" y="63500"/>
                </a:lnTo>
                <a:lnTo>
                  <a:pt x="342515" y="63500"/>
                </a:lnTo>
                <a:lnTo>
                  <a:pt x="361372" y="53686"/>
                </a:lnTo>
                <a:lnTo>
                  <a:pt x="347518" y="29440"/>
                </a:lnTo>
                <a:close/>
              </a:path>
              <a:path w="1377950" h="166370">
                <a:moveTo>
                  <a:pt x="497031" y="102754"/>
                </a:moveTo>
                <a:lnTo>
                  <a:pt x="473940" y="102754"/>
                </a:lnTo>
                <a:lnTo>
                  <a:pt x="471631" y="166254"/>
                </a:lnTo>
                <a:lnTo>
                  <a:pt x="499340" y="166254"/>
                </a:lnTo>
                <a:lnTo>
                  <a:pt x="497031" y="102754"/>
                </a:lnTo>
                <a:close/>
              </a:path>
              <a:path w="1377950" h="166370">
                <a:moveTo>
                  <a:pt x="420254" y="29440"/>
                </a:moveTo>
                <a:lnTo>
                  <a:pt x="406400" y="53686"/>
                </a:lnTo>
                <a:lnTo>
                  <a:pt x="462972" y="83127"/>
                </a:lnTo>
                <a:lnTo>
                  <a:pt x="406400" y="112568"/>
                </a:lnTo>
                <a:lnTo>
                  <a:pt x="420254" y="136813"/>
                </a:lnTo>
                <a:lnTo>
                  <a:pt x="473940" y="102754"/>
                </a:lnTo>
                <a:lnTo>
                  <a:pt x="545715" y="102754"/>
                </a:lnTo>
                <a:lnTo>
                  <a:pt x="508000" y="83127"/>
                </a:lnTo>
                <a:lnTo>
                  <a:pt x="545715" y="63500"/>
                </a:lnTo>
                <a:lnTo>
                  <a:pt x="473940" y="63500"/>
                </a:lnTo>
                <a:lnTo>
                  <a:pt x="420254" y="29440"/>
                </a:lnTo>
                <a:close/>
              </a:path>
              <a:path w="1377950" h="166370">
                <a:moveTo>
                  <a:pt x="545715" y="102754"/>
                </a:moveTo>
                <a:lnTo>
                  <a:pt x="497031" y="102754"/>
                </a:lnTo>
                <a:lnTo>
                  <a:pt x="550718" y="136813"/>
                </a:lnTo>
                <a:lnTo>
                  <a:pt x="564572" y="112568"/>
                </a:lnTo>
                <a:lnTo>
                  <a:pt x="545715" y="102754"/>
                </a:lnTo>
                <a:close/>
              </a:path>
              <a:path w="1377950" h="166370">
                <a:moveTo>
                  <a:pt x="499340" y="0"/>
                </a:moveTo>
                <a:lnTo>
                  <a:pt x="471631" y="0"/>
                </a:lnTo>
                <a:lnTo>
                  <a:pt x="473940" y="63500"/>
                </a:lnTo>
                <a:lnTo>
                  <a:pt x="497031" y="63500"/>
                </a:lnTo>
                <a:lnTo>
                  <a:pt x="499340" y="0"/>
                </a:lnTo>
                <a:close/>
              </a:path>
              <a:path w="1377950" h="166370">
                <a:moveTo>
                  <a:pt x="550718" y="29440"/>
                </a:moveTo>
                <a:lnTo>
                  <a:pt x="497031" y="63500"/>
                </a:lnTo>
                <a:lnTo>
                  <a:pt x="545715" y="63500"/>
                </a:lnTo>
                <a:lnTo>
                  <a:pt x="564572" y="53686"/>
                </a:lnTo>
                <a:lnTo>
                  <a:pt x="550718" y="29440"/>
                </a:lnTo>
                <a:close/>
              </a:path>
              <a:path w="1377950" h="166370">
                <a:moveTo>
                  <a:pt x="700231" y="102754"/>
                </a:moveTo>
                <a:lnTo>
                  <a:pt x="677140" y="102754"/>
                </a:lnTo>
                <a:lnTo>
                  <a:pt x="674831" y="166254"/>
                </a:lnTo>
                <a:lnTo>
                  <a:pt x="702540" y="166254"/>
                </a:lnTo>
                <a:lnTo>
                  <a:pt x="700231" y="102754"/>
                </a:lnTo>
                <a:close/>
              </a:path>
              <a:path w="1377950" h="166370">
                <a:moveTo>
                  <a:pt x="623454" y="29440"/>
                </a:moveTo>
                <a:lnTo>
                  <a:pt x="609600" y="53686"/>
                </a:lnTo>
                <a:lnTo>
                  <a:pt x="666172" y="83127"/>
                </a:lnTo>
                <a:lnTo>
                  <a:pt x="609600" y="112568"/>
                </a:lnTo>
                <a:lnTo>
                  <a:pt x="623454" y="136813"/>
                </a:lnTo>
                <a:lnTo>
                  <a:pt x="677140" y="102754"/>
                </a:lnTo>
                <a:lnTo>
                  <a:pt x="748915" y="102754"/>
                </a:lnTo>
                <a:lnTo>
                  <a:pt x="711200" y="83127"/>
                </a:lnTo>
                <a:lnTo>
                  <a:pt x="748915" y="63500"/>
                </a:lnTo>
                <a:lnTo>
                  <a:pt x="677140" y="63500"/>
                </a:lnTo>
                <a:lnTo>
                  <a:pt x="623454" y="29440"/>
                </a:lnTo>
                <a:close/>
              </a:path>
              <a:path w="1377950" h="166370">
                <a:moveTo>
                  <a:pt x="748915" y="102754"/>
                </a:moveTo>
                <a:lnTo>
                  <a:pt x="700231" y="102754"/>
                </a:lnTo>
                <a:lnTo>
                  <a:pt x="753918" y="136813"/>
                </a:lnTo>
                <a:lnTo>
                  <a:pt x="767772" y="112568"/>
                </a:lnTo>
                <a:lnTo>
                  <a:pt x="748915" y="102754"/>
                </a:lnTo>
                <a:close/>
              </a:path>
              <a:path w="1377950" h="166370">
                <a:moveTo>
                  <a:pt x="702540" y="0"/>
                </a:moveTo>
                <a:lnTo>
                  <a:pt x="674831" y="0"/>
                </a:lnTo>
                <a:lnTo>
                  <a:pt x="677140" y="63500"/>
                </a:lnTo>
                <a:lnTo>
                  <a:pt x="700231" y="63500"/>
                </a:lnTo>
                <a:lnTo>
                  <a:pt x="702540" y="0"/>
                </a:lnTo>
                <a:close/>
              </a:path>
              <a:path w="1377950" h="166370">
                <a:moveTo>
                  <a:pt x="753918" y="29440"/>
                </a:moveTo>
                <a:lnTo>
                  <a:pt x="700231" y="63500"/>
                </a:lnTo>
                <a:lnTo>
                  <a:pt x="748915" y="63500"/>
                </a:lnTo>
                <a:lnTo>
                  <a:pt x="767772" y="53686"/>
                </a:lnTo>
                <a:lnTo>
                  <a:pt x="753918" y="29440"/>
                </a:lnTo>
                <a:close/>
              </a:path>
              <a:path w="1377950" h="166370">
                <a:moveTo>
                  <a:pt x="903431" y="102754"/>
                </a:moveTo>
                <a:lnTo>
                  <a:pt x="880340" y="102754"/>
                </a:lnTo>
                <a:lnTo>
                  <a:pt x="878031" y="166254"/>
                </a:lnTo>
                <a:lnTo>
                  <a:pt x="905740" y="166254"/>
                </a:lnTo>
                <a:lnTo>
                  <a:pt x="903431" y="102754"/>
                </a:lnTo>
                <a:close/>
              </a:path>
              <a:path w="1377950" h="166370">
                <a:moveTo>
                  <a:pt x="826654" y="29440"/>
                </a:moveTo>
                <a:lnTo>
                  <a:pt x="812800" y="53686"/>
                </a:lnTo>
                <a:lnTo>
                  <a:pt x="869372" y="83127"/>
                </a:lnTo>
                <a:lnTo>
                  <a:pt x="812800" y="112568"/>
                </a:lnTo>
                <a:lnTo>
                  <a:pt x="826654" y="136813"/>
                </a:lnTo>
                <a:lnTo>
                  <a:pt x="880340" y="102754"/>
                </a:lnTo>
                <a:lnTo>
                  <a:pt x="952115" y="102754"/>
                </a:lnTo>
                <a:lnTo>
                  <a:pt x="914400" y="83127"/>
                </a:lnTo>
                <a:lnTo>
                  <a:pt x="952115" y="63500"/>
                </a:lnTo>
                <a:lnTo>
                  <a:pt x="880340" y="63500"/>
                </a:lnTo>
                <a:lnTo>
                  <a:pt x="826654" y="29440"/>
                </a:lnTo>
                <a:close/>
              </a:path>
              <a:path w="1377950" h="166370">
                <a:moveTo>
                  <a:pt x="952115" y="102754"/>
                </a:moveTo>
                <a:lnTo>
                  <a:pt x="903431" y="102754"/>
                </a:lnTo>
                <a:lnTo>
                  <a:pt x="957118" y="136813"/>
                </a:lnTo>
                <a:lnTo>
                  <a:pt x="970972" y="112568"/>
                </a:lnTo>
                <a:lnTo>
                  <a:pt x="952115" y="102754"/>
                </a:lnTo>
                <a:close/>
              </a:path>
              <a:path w="1377950" h="166370">
                <a:moveTo>
                  <a:pt x="905740" y="0"/>
                </a:moveTo>
                <a:lnTo>
                  <a:pt x="878031" y="0"/>
                </a:lnTo>
                <a:lnTo>
                  <a:pt x="880340" y="63500"/>
                </a:lnTo>
                <a:lnTo>
                  <a:pt x="903431" y="63500"/>
                </a:lnTo>
                <a:lnTo>
                  <a:pt x="905740" y="0"/>
                </a:lnTo>
                <a:close/>
              </a:path>
              <a:path w="1377950" h="166370">
                <a:moveTo>
                  <a:pt x="957118" y="29440"/>
                </a:moveTo>
                <a:lnTo>
                  <a:pt x="903431" y="63500"/>
                </a:lnTo>
                <a:lnTo>
                  <a:pt x="952115" y="63500"/>
                </a:lnTo>
                <a:lnTo>
                  <a:pt x="970972" y="53686"/>
                </a:lnTo>
                <a:lnTo>
                  <a:pt x="957118" y="29440"/>
                </a:lnTo>
                <a:close/>
              </a:path>
              <a:path w="1377950" h="166370">
                <a:moveTo>
                  <a:pt x="1106631" y="102754"/>
                </a:moveTo>
                <a:lnTo>
                  <a:pt x="1083540" y="102754"/>
                </a:lnTo>
                <a:lnTo>
                  <a:pt x="1081231" y="166254"/>
                </a:lnTo>
                <a:lnTo>
                  <a:pt x="1108940" y="166254"/>
                </a:lnTo>
                <a:lnTo>
                  <a:pt x="1106631" y="102754"/>
                </a:lnTo>
                <a:close/>
              </a:path>
              <a:path w="1377950" h="166370">
                <a:moveTo>
                  <a:pt x="1029854" y="29440"/>
                </a:moveTo>
                <a:lnTo>
                  <a:pt x="1016000" y="53686"/>
                </a:lnTo>
                <a:lnTo>
                  <a:pt x="1072572" y="83127"/>
                </a:lnTo>
                <a:lnTo>
                  <a:pt x="1016000" y="112568"/>
                </a:lnTo>
                <a:lnTo>
                  <a:pt x="1029854" y="136813"/>
                </a:lnTo>
                <a:lnTo>
                  <a:pt x="1083540" y="102754"/>
                </a:lnTo>
                <a:lnTo>
                  <a:pt x="1155315" y="102754"/>
                </a:lnTo>
                <a:lnTo>
                  <a:pt x="1117600" y="83127"/>
                </a:lnTo>
                <a:lnTo>
                  <a:pt x="1155315" y="63500"/>
                </a:lnTo>
                <a:lnTo>
                  <a:pt x="1083540" y="63500"/>
                </a:lnTo>
                <a:lnTo>
                  <a:pt x="1029854" y="29440"/>
                </a:lnTo>
                <a:close/>
              </a:path>
              <a:path w="1377950" h="166370">
                <a:moveTo>
                  <a:pt x="1155315" y="102754"/>
                </a:moveTo>
                <a:lnTo>
                  <a:pt x="1106631" y="102754"/>
                </a:lnTo>
                <a:lnTo>
                  <a:pt x="1160318" y="136813"/>
                </a:lnTo>
                <a:lnTo>
                  <a:pt x="1174172" y="112568"/>
                </a:lnTo>
                <a:lnTo>
                  <a:pt x="1155315" y="102754"/>
                </a:lnTo>
                <a:close/>
              </a:path>
              <a:path w="1377950" h="166370">
                <a:moveTo>
                  <a:pt x="1108940" y="0"/>
                </a:moveTo>
                <a:lnTo>
                  <a:pt x="1081231" y="0"/>
                </a:lnTo>
                <a:lnTo>
                  <a:pt x="1083540" y="63500"/>
                </a:lnTo>
                <a:lnTo>
                  <a:pt x="1106631" y="63500"/>
                </a:lnTo>
                <a:lnTo>
                  <a:pt x="1108940" y="0"/>
                </a:lnTo>
                <a:close/>
              </a:path>
              <a:path w="1377950" h="166370">
                <a:moveTo>
                  <a:pt x="1160318" y="29440"/>
                </a:moveTo>
                <a:lnTo>
                  <a:pt x="1106631" y="63500"/>
                </a:lnTo>
                <a:lnTo>
                  <a:pt x="1155315" y="63500"/>
                </a:lnTo>
                <a:lnTo>
                  <a:pt x="1174172" y="53686"/>
                </a:lnTo>
                <a:lnTo>
                  <a:pt x="1160318" y="29440"/>
                </a:lnTo>
                <a:close/>
              </a:path>
              <a:path w="1377950" h="166370">
                <a:moveTo>
                  <a:pt x="1309831" y="102754"/>
                </a:moveTo>
                <a:lnTo>
                  <a:pt x="1286740" y="102754"/>
                </a:lnTo>
                <a:lnTo>
                  <a:pt x="1284431" y="166254"/>
                </a:lnTo>
                <a:lnTo>
                  <a:pt x="1312140" y="166254"/>
                </a:lnTo>
                <a:lnTo>
                  <a:pt x="1309831" y="102754"/>
                </a:lnTo>
                <a:close/>
              </a:path>
              <a:path w="1377950" h="166370">
                <a:moveTo>
                  <a:pt x="1233054" y="29440"/>
                </a:moveTo>
                <a:lnTo>
                  <a:pt x="1219200" y="53686"/>
                </a:lnTo>
                <a:lnTo>
                  <a:pt x="1275772" y="83127"/>
                </a:lnTo>
                <a:lnTo>
                  <a:pt x="1219200" y="112568"/>
                </a:lnTo>
                <a:lnTo>
                  <a:pt x="1233054" y="136813"/>
                </a:lnTo>
                <a:lnTo>
                  <a:pt x="1286740" y="102754"/>
                </a:lnTo>
                <a:lnTo>
                  <a:pt x="1358515" y="102754"/>
                </a:lnTo>
                <a:lnTo>
                  <a:pt x="1320800" y="83127"/>
                </a:lnTo>
                <a:lnTo>
                  <a:pt x="1358515" y="63500"/>
                </a:lnTo>
                <a:lnTo>
                  <a:pt x="1286740" y="63500"/>
                </a:lnTo>
                <a:lnTo>
                  <a:pt x="1233054" y="29440"/>
                </a:lnTo>
                <a:close/>
              </a:path>
              <a:path w="1377950" h="166370">
                <a:moveTo>
                  <a:pt x="1358515" y="102754"/>
                </a:moveTo>
                <a:lnTo>
                  <a:pt x="1309831" y="102754"/>
                </a:lnTo>
                <a:lnTo>
                  <a:pt x="1363518" y="136813"/>
                </a:lnTo>
                <a:lnTo>
                  <a:pt x="1377372" y="112568"/>
                </a:lnTo>
                <a:lnTo>
                  <a:pt x="1358515" y="102754"/>
                </a:lnTo>
                <a:close/>
              </a:path>
              <a:path w="1377950" h="166370">
                <a:moveTo>
                  <a:pt x="1312140" y="0"/>
                </a:moveTo>
                <a:lnTo>
                  <a:pt x="1284431" y="0"/>
                </a:lnTo>
                <a:lnTo>
                  <a:pt x="1286740" y="63500"/>
                </a:lnTo>
                <a:lnTo>
                  <a:pt x="1309831" y="63500"/>
                </a:lnTo>
                <a:lnTo>
                  <a:pt x="1312140" y="0"/>
                </a:lnTo>
                <a:close/>
              </a:path>
              <a:path w="1377950" h="166370">
                <a:moveTo>
                  <a:pt x="1363518" y="29440"/>
                </a:moveTo>
                <a:lnTo>
                  <a:pt x="1309831" y="63500"/>
                </a:lnTo>
                <a:lnTo>
                  <a:pt x="1358515" y="63500"/>
                </a:lnTo>
                <a:lnTo>
                  <a:pt x="1377372" y="53686"/>
                </a:lnTo>
                <a:lnTo>
                  <a:pt x="1363518" y="2944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7" name="object 7"/>
          <p:cNvSpPr/>
          <p:nvPr/>
        </p:nvSpPr>
        <p:spPr>
          <a:xfrm>
            <a:off x="3001316" y="2882348"/>
            <a:ext cx="289138" cy="2891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8" name="object 8"/>
          <p:cNvSpPr/>
          <p:nvPr/>
        </p:nvSpPr>
        <p:spPr>
          <a:xfrm>
            <a:off x="8711798" y="4237684"/>
            <a:ext cx="361423" cy="2710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9" name="object 9"/>
          <p:cNvSpPr/>
          <p:nvPr/>
        </p:nvSpPr>
        <p:spPr>
          <a:xfrm>
            <a:off x="5517980" y="1079853"/>
            <a:ext cx="1073878" cy="270164"/>
          </a:xfrm>
          <a:custGeom>
            <a:avLst/>
            <a:gdLst/>
            <a:ahLst/>
            <a:cxnLst/>
            <a:rect l="l" t="t" r="r" b="b"/>
            <a:pathLst>
              <a:path w="1509395" h="379730">
                <a:moveTo>
                  <a:pt x="78112" y="5051"/>
                </a:moveTo>
                <a:lnTo>
                  <a:pt x="0" y="5051"/>
                </a:lnTo>
                <a:lnTo>
                  <a:pt x="0" y="374505"/>
                </a:lnTo>
                <a:lnTo>
                  <a:pt x="236501" y="374505"/>
                </a:lnTo>
                <a:lnTo>
                  <a:pt x="236501" y="310103"/>
                </a:lnTo>
                <a:lnTo>
                  <a:pt x="78112" y="310103"/>
                </a:lnTo>
                <a:lnTo>
                  <a:pt x="78112" y="5051"/>
                </a:lnTo>
                <a:close/>
              </a:path>
              <a:path w="1509395" h="379730">
                <a:moveTo>
                  <a:pt x="440350" y="0"/>
                </a:moveTo>
                <a:lnTo>
                  <a:pt x="393627" y="5592"/>
                </a:lnTo>
                <a:lnTo>
                  <a:pt x="351955" y="22369"/>
                </a:lnTo>
                <a:lnTo>
                  <a:pt x="316913" y="49609"/>
                </a:lnTo>
                <a:lnTo>
                  <a:pt x="290079" y="86951"/>
                </a:lnTo>
                <a:lnTo>
                  <a:pt x="273031" y="133855"/>
                </a:lnTo>
                <a:lnTo>
                  <a:pt x="267349" y="189778"/>
                </a:lnTo>
                <a:lnTo>
                  <a:pt x="268782" y="218867"/>
                </a:lnTo>
                <a:lnTo>
                  <a:pt x="280135" y="270111"/>
                </a:lnTo>
                <a:lnTo>
                  <a:pt x="302470" y="312369"/>
                </a:lnTo>
                <a:lnTo>
                  <a:pt x="333408" y="344751"/>
                </a:lnTo>
                <a:lnTo>
                  <a:pt x="372160" y="366974"/>
                </a:lnTo>
                <a:lnTo>
                  <a:pt x="416357" y="378158"/>
                </a:lnTo>
                <a:lnTo>
                  <a:pt x="440350" y="379556"/>
                </a:lnTo>
                <a:lnTo>
                  <a:pt x="464247" y="378158"/>
                </a:lnTo>
                <a:lnTo>
                  <a:pt x="508202" y="367075"/>
                </a:lnTo>
                <a:lnTo>
                  <a:pt x="547011" y="344931"/>
                </a:lnTo>
                <a:lnTo>
                  <a:pt x="578039" y="312550"/>
                </a:lnTo>
                <a:lnTo>
                  <a:pt x="579336" y="310464"/>
                </a:lnTo>
                <a:lnTo>
                  <a:pt x="440350" y="310464"/>
                </a:lnTo>
                <a:lnTo>
                  <a:pt x="426640" y="309596"/>
                </a:lnTo>
                <a:lnTo>
                  <a:pt x="380954" y="288816"/>
                </a:lnTo>
                <a:lnTo>
                  <a:pt x="358089" y="255803"/>
                </a:lnTo>
                <a:lnTo>
                  <a:pt x="347265" y="208584"/>
                </a:lnTo>
                <a:lnTo>
                  <a:pt x="346544" y="189778"/>
                </a:lnTo>
                <a:lnTo>
                  <a:pt x="347265" y="170971"/>
                </a:lnTo>
                <a:lnTo>
                  <a:pt x="358089" y="123752"/>
                </a:lnTo>
                <a:lnTo>
                  <a:pt x="380954" y="90740"/>
                </a:lnTo>
                <a:lnTo>
                  <a:pt x="426640" y="69960"/>
                </a:lnTo>
                <a:lnTo>
                  <a:pt x="440350" y="69092"/>
                </a:lnTo>
                <a:lnTo>
                  <a:pt x="579330" y="69092"/>
                </a:lnTo>
                <a:lnTo>
                  <a:pt x="578039" y="67017"/>
                </a:lnTo>
                <a:lnTo>
                  <a:pt x="547011" y="34726"/>
                </a:lnTo>
                <a:lnTo>
                  <a:pt x="508202" y="12582"/>
                </a:lnTo>
                <a:lnTo>
                  <a:pt x="464185" y="1398"/>
                </a:lnTo>
                <a:lnTo>
                  <a:pt x="440350" y="0"/>
                </a:lnTo>
                <a:close/>
              </a:path>
              <a:path w="1509395" h="379730">
                <a:moveTo>
                  <a:pt x="579330" y="69092"/>
                </a:moveTo>
                <a:lnTo>
                  <a:pt x="440350" y="69092"/>
                </a:lnTo>
                <a:lnTo>
                  <a:pt x="454061" y="69960"/>
                </a:lnTo>
                <a:lnTo>
                  <a:pt x="466869" y="72565"/>
                </a:lnTo>
                <a:lnTo>
                  <a:pt x="508496" y="100120"/>
                </a:lnTo>
                <a:lnTo>
                  <a:pt x="527561" y="137959"/>
                </a:lnTo>
                <a:lnTo>
                  <a:pt x="534157" y="189778"/>
                </a:lnTo>
                <a:lnTo>
                  <a:pt x="533424" y="208584"/>
                </a:lnTo>
                <a:lnTo>
                  <a:pt x="522431" y="255803"/>
                </a:lnTo>
                <a:lnTo>
                  <a:pt x="499735" y="288816"/>
                </a:lnTo>
                <a:lnTo>
                  <a:pt x="454061" y="309596"/>
                </a:lnTo>
                <a:lnTo>
                  <a:pt x="440350" y="310464"/>
                </a:lnTo>
                <a:lnTo>
                  <a:pt x="579336" y="310464"/>
                </a:lnTo>
                <a:lnTo>
                  <a:pt x="600465" y="270280"/>
                </a:lnTo>
                <a:lnTo>
                  <a:pt x="611924" y="218788"/>
                </a:lnTo>
                <a:lnTo>
                  <a:pt x="613352" y="189778"/>
                </a:lnTo>
                <a:lnTo>
                  <a:pt x="611920" y="160689"/>
                </a:lnTo>
                <a:lnTo>
                  <a:pt x="607624" y="133855"/>
                </a:lnTo>
                <a:lnTo>
                  <a:pt x="600465" y="109275"/>
                </a:lnTo>
                <a:lnTo>
                  <a:pt x="590441" y="86951"/>
                </a:lnTo>
                <a:lnTo>
                  <a:pt x="579330" y="69092"/>
                </a:lnTo>
                <a:close/>
              </a:path>
              <a:path w="1509395" h="379730">
                <a:moveTo>
                  <a:pt x="837541" y="0"/>
                </a:moveTo>
                <a:lnTo>
                  <a:pt x="785553" y="7204"/>
                </a:lnTo>
                <a:lnTo>
                  <a:pt x="740081" y="28547"/>
                </a:lnTo>
                <a:lnTo>
                  <a:pt x="703348" y="63094"/>
                </a:lnTo>
                <a:lnTo>
                  <a:pt x="677709" y="110042"/>
                </a:lnTo>
                <a:lnTo>
                  <a:pt x="667967" y="147655"/>
                </a:lnTo>
                <a:lnTo>
                  <a:pt x="664720" y="190139"/>
                </a:lnTo>
                <a:lnTo>
                  <a:pt x="666084" y="218371"/>
                </a:lnTo>
                <a:lnTo>
                  <a:pt x="676998" y="268882"/>
                </a:lnTo>
                <a:lnTo>
                  <a:pt x="698635" y="311152"/>
                </a:lnTo>
                <a:lnTo>
                  <a:pt x="729302" y="343894"/>
                </a:lnTo>
                <a:lnTo>
                  <a:pt x="768336" y="366669"/>
                </a:lnTo>
                <a:lnTo>
                  <a:pt x="813977" y="378124"/>
                </a:lnTo>
                <a:lnTo>
                  <a:pt x="839165" y="379556"/>
                </a:lnTo>
                <a:lnTo>
                  <a:pt x="861782" y="378384"/>
                </a:lnTo>
                <a:lnTo>
                  <a:pt x="903093" y="369003"/>
                </a:lnTo>
                <a:lnTo>
                  <a:pt x="938857" y="350332"/>
                </a:lnTo>
                <a:lnTo>
                  <a:pt x="967179" y="323453"/>
                </a:lnTo>
                <a:lnTo>
                  <a:pt x="976082" y="310464"/>
                </a:lnTo>
                <a:lnTo>
                  <a:pt x="839525" y="310464"/>
                </a:lnTo>
                <a:lnTo>
                  <a:pt x="825398" y="309585"/>
                </a:lnTo>
                <a:lnTo>
                  <a:pt x="788834" y="296393"/>
                </a:lnTo>
                <a:lnTo>
                  <a:pt x="762112" y="267811"/>
                </a:lnTo>
                <a:lnTo>
                  <a:pt x="746846" y="225136"/>
                </a:lnTo>
                <a:lnTo>
                  <a:pt x="743915" y="189417"/>
                </a:lnTo>
                <a:lnTo>
                  <a:pt x="744659" y="170859"/>
                </a:lnTo>
                <a:lnTo>
                  <a:pt x="755821" y="124113"/>
                </a:lnTo>
                <a:lnTo>
                  <a:pt x="778957" y="90999"/>
                </a:lnTo>
                <a:lnTo>
                  <a:pt x="825071" y="69971"/>
                </a:lnTo>
                <a:lnTo>
                  <a:pt x="838804" y="69092"/>
                </a:lnTo>
                <a:lnTo>
                  <a:pt x="975045" y="69092"/>
                </a:lnTo>
                <a:lnTo>
                  <a:pt x="971272" y="63263"/>
                </a:lnTo>
                <a:lnTo>
                  <a:pt x="943976" y="34816"/>
                </a:lnTo>
                <a:lnTo>
                  <a:pt x="909136" y="14183"/>
                </a:lnTo>
                <a:lnTo>
                  <a:pt x="867848" y="2300"/>
                </a:lnTo>
                <a:lnTo>
                  <a:pt x="852965" y="575"/>
                </a:lnTo>
                <a:lnTo>
                  <a:pt x="837541" y="0"/>
                </a:lnTo>
                <a:close/>
              </a:path>
              <a:path w="1509395" h="379730">
                <a:moveTo>
                  <a:pt x="923771" y="233254"/>
                </a:moveTo>
                <a:lnTo>
                  <a:pt x="913669" y="274204"/>
                </a:lnTo>
                <a:lnTo>
                  <a:pt x="884805" y="301083"/>
                </a:lnTo>
                <a:lnTo>
                  <a:pt x="839525" y="310464"/>
                </a:lnTo>
                <a:lnTo>
                  <a:pt x="976082" y="310464"/>
                </a:lnTo>
                <a:lnTo>
                  <a:pt x="993856" y="268612"/>
                </a:lnTo>
                <a:lnTo>
                  <a:pt x="998326" y="235599"/>
                </a:lnTo>
                <a:lnTo>
                  <a:pt x="939646" y="235599"/>
                </a:lnTo>
                <a:lnTo>
                  <a:pt x="923771" y="233254"/>
                </a:lnTo>
                <a:close/>
              </a:path>
              <a:path w="1509395" h="379730">
                <a:moveTo>
                  <a:pt x="998997" y="176789"/>
                </a:moveTo>
                <a:lnTo>
                  <a:pt x="844396" y="176789"/>
                </a:lnTo>
                <a:lnTo>
                  <a:pt x="844396" y="235599"/>
                </a:lnTo>
                <a:lnTo>
                  <a:pt x="923642" y="235599"/>
                </a:lnTo>
                <a:lnTo>
                  <a:pt x="923771" y="233254"/>
                </a:lnTo>
                <a:lnTo>
                  <a:pt x="998454" y="233254"/>
                </a:lnTo>
                <a:lnTo>
                  <a:pt x="998898" y="225136"/>
                </a:lnTo>
                <a:lnTo>
                  <a:pt x="998997" y="176789"/>
                </a:lnTo>
                <a:close/>
              </a:path>
              <a:path w="1509395" h="379730">
                <a:moveTo>
                  <a:pt x="998454" y="233254"/>
                </a:moveTo>
                <a:lnTo>
                  <a:pt x="923771" y="233254"/>
                </a:lnTo>
                <a:lnTo>
                  <a:pt x="939646" y="235599"/>
                </a:lnTo>
                <a:lnTo>
                  <a:pt x="998326" y="235599"/>
                </a:lnTo>
                <a:lnTo>
                  <a:pt x="998454" y="233254"/>
                </a:lnTo>
                <a:close/>
              </a:path>
              <a:path w="1509395" h="379730">
                <a:moveTo>
                  <a:pt x="975045" y="69092"/>
                </a:moveTo>
                <a:lnTo>
                  <a:pt x="838804" y="69092"/>
                </a:lnTo>
                <a:lnTo>
                  <a:pt x="846211" y="69329"/>
                </a:lnTo>
                <a:lnTo>
                  <a:pt x="853281" y="70039"/>
                </a:lnTo>
                <a:lnTo>
                  <a:pt x="888774" y="83884"/>
                </a:lnTo>
                <a:lnTo>
                  <a:pt x="895389" y="88575"/>
                </a:lnTo>
                <a:lnTo>
                  <a:pt x="916194" y="124474"/>
                </a:lnTo>
                <a:lnTo>
                  <a:pt x="995569" y="124474"/>
                </a:lnTo>
                <a:lnTo>
                  <a:pt x="993078" y="111057"/>
                </a:lnTo>
                <a:lnTo>
                  <a:pt x="989391" y="98226"/>
                </a:lnTo>
                <a:lnTo>
                  <a:pt x="984509" y="85982"/>
                </a:lnTo>
                <a:lnTo>
                  <a:pt x="978432" y="74323"/>
                </a:lnTo>
                <a:lnTo>
                  <a:pt x="975045" y="69092"/>
                </a:lnTo>
                <a:close/>
              </a:path>
              <a:path w="1509395" h="379730">
                <a:moveTo>
                  <a:pt x="1135784" y="5051"/>
                </a:moveTo>
                <a:lnTo>
                  <a:pt x="1057671" y="5051"/>
                </a:lnTo>
                <a:lnTo>
                  <a:pt x="1057671" y="374505"/>
                </a:lnTo>
                <a:lnTo>
                  <a:pt x="1135784" y="374505"/>
                </a:lnTo>
                <a:lnTo>
                  <a:pt x="1135784" y="5051"/>
                </a:lnTo>
                <a:close/>
              </a:path>
              <a:path w="1509395" h="379730">
                <a:moveTo>
                  <a:pt x="1268601" y="5051"/>
                </a:moveTo>
                <a:lnTo>
                  <a:pt x="1200050" y="5051"/>
                </a:lnTo>
                <a:lnTo>
                  <a:pt x="1200050" y="374505"/>
                </a:lnTo>
                <a:lnTo>
                  <a:pt x="1278163" y="374505"/>
                </a:lnTo>
                <a:lnTo>
                  <a:pt x="1278163" y="141973"/>
                </a:lnTo>
                <a:lnTo>
                  <a:pt x="1362576" y="141973"/>
                </a:lnTo>
                <a:lnTo>
                  <a:pt x="1268601" y="5051"/>
                </a:lnTo>
                <a:close/>
              </a:path>
              <a:path w="1509395" h="379730">
                <a:moveTo>
                  <a:pt x="1362576" y="141973"/>
                </a:moveTo>
                <a:lnTo>
                  <a:pt x="1280868" y="141973"/>
                </a:lnTo>
                <a:lnTo>
                  <a:pt x="1441603" y="374505"/>
                </a:lnTo>
                <a:lnTo>
                  <a:pt x="1509072" y="374505"/>
                </a:lnTo>
                <a:lnTo>
                  <a:pt x="1509072" y="237403"/>
                </a:lnTo>
                <a:lnTo>
                  <a:pt x="1428073" y="237403"/>
                </a:lnTo>
                <a:lnTo>
                  <a:pt x="1362576" y="141973"/>
                </a:lnTo>
                <a:close/>
              </a:path>
              <a:path w="1509395" h="379730">
                <a:moveTo>
                  <a:pt x="1509072" y="5051"/>
                </a:moveTo>
                <a:lnTo>
                  <a:pt x="1431320" y="5051"/>
                </a:lnTo>
                <a:lnTo>
                  <a:pt x="1431320" y="237403"/>
                </a:lnTo>
                <a:lnTo>
                  <a:pt x="1509072" y="237403"/>
                </a:lnTo>
                <a:lnTo>
                  <a:pt x="1509072" y="5051"/>
                </a:lnTo>
                <a:close/>
              </a:path>
            </a:pathLst>
          </a:custGeom>
          <a:solidFill>
            <a:srgbClr val="D7B63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0" name="object 10"/>
          <p:cNvSpPr/>
          <p:nvPr/>
        </p:nvSpPr>
        <p:spPr>
          <a:xfrm>
            <a:off x="5556740" y="2447819"/>
            <a:ext cx="1004756" cy="230407"/>
          </a:xfrm>
          <a:custGeom>
            <a:avLst/>
            <a:gdLst/>
            <a:ahLst/>
            <a:cxnLst/>
            <a:rect l="l" t="t" r="r" b="b"/>
            <a:pathLst>
              <a:path w="1412240" h="323850">
                <a:moveTo>
                  <a:pt x="35790" y="23090"/>
                </a:moveTo>
                <a:lnTo>
                  <a:pt x="0" y="23090"/>
                </a:lnTo>
                <a:lnTo>
                  <a:pt x="0" y="218786"/>
                </a:lnTo>
                <a:lnTo>
                  <a:pt x="7955" y="260593"/>
                </a:lnTo>
                <a:lnTo>
                  <a:pt x="31317" y="294084"/>
                </a:lnTo>
                <a:lnTo>
                  <a:pt x="67739" y="316219"/>
                </a:lnTo>
                <a:lnTo>
                  <a:pt x="114877" y="323850"/>
                </a:lnTo>
                <a:lnTo>
                  <a:pt x="131708" y="323002"/>
                </a:lnTo>
                <a:lnTo>
                  <a:pt x="175490" y="310284"/>
                </a:lnTo>
                <a:lnTo>
                  <a:pt x="201855" y="290368"/>
                </a:lnTo>
                <a:lnTo>
                  <a:pt x="114877" y="290368"/>
                </a:lnTo>
                <a:lnTo>
                  <a:pt x="102971" y="289772"/>
                </a:lnTo>
                <a:lnTo>
                  <a:pt x="64149" y="275566"/>
                </a:lnTo>
                <a:lnTo>
                  <a:pt x="38172" y="236357"/>
                </a:lnTo>
                <a:lnTo>
                  <a:pt x="35790" y="215900"/>
                </a:lnTo>
                <a:lnTo>
                  <a:pt x="35790" y="23090"/>
                </a:lnTo>
                <a:close/>
              </a:path>
              <a:path w="1412240" h="323850">
                <a:moveTo>
                  <a:pt x="229754" y="23090"/>
                </a:moveTo>
                <a:lnTo>
                  <a:pt x="193963" y="23090"/>
                </a:lnTo>
                <a:lnTo>
                  <a:pt x="193963" y="215900"/>
                </a:lnTo>
                <a:lnTo>
                  <a:pt x="193368" y="226426"/>
                </a:lnTo>
                <a:lnTo>
                  <a:pt x="179225" y="262361"/>
                </a:lnTo>
                <a:lnTo>
                  <a:pt x="147998" y="285010"/>
                </a:lnTo>
                <a:lnTo>
                  <a:pt x="114877" y="290368"/>
                </a:lnTo>
                <a:lnTo>
                  <a:pt x="201855" y="290368"/>
                </a:lnTo>
                <a:lnTo>
                  <a:pt x="226182" y="247469"/>
                </a:lnTo>
                <a:lnTo>
                  <a:pt x="229754" y="218786"/>
                </a:lnTo>
                <a:lnTo>
                  <a:pt x="229754" y="23090"/>
                </a:lnTo>
                <a:close/>
              </a:path>
              <a:path w="1412240" h="323850">
                <a:moveTo>
                  <a:pt x="319123" y="257463"/>
                </a:moveTo>
                <a:lnTo>
                  <a:pt x="286940" y="265509"/>
                </a:lnTo>
                <a:lnTo>
                  <a:pt x="286888" y="265852"/>
                </a:lnTo>
                <a:lnTo>
                  <a:pt x="290774" y="278840"/>
                </a:lnTo>
                <a:lnTo>
                  <a:pt x="314938" y="308552"/>
                </a:lnTo>
                <a:lnTo>
                  <a:pt x="354851" y="322352"/>
                </a:lnTo>
                <a:lnTo>
                  <a:pt x="371078" y="323272"/>
                </a:lnTo>
                <a:lnTo>
                  <a:pt x="383597" y="322731"/>
                </a:lnTo>
                <a:lnTo>
                  <a:pt x="425594" y="309887"/>
                </a:lnTo>
                <a:lnTo>
                  <a:pt x="444766" y="293254"/>
                </a:lnTo>
                <a:lnTo>
                  <a:pt x="370500" y="293254"/>
                </a:lnTo>
                <a:lnTo>
                  <a:pt x="360533" y="292695"/>
                </a:lnTo>
                <a:lnTo>
                  <a:pt x="325798" y="273122"/>
                </a:lnTo>
                <a:lnTo>
                  <a:pt x="321946" y="265852"/>
                </a:lnTo>
                <a:lnTo>
                  <a:pt x="319123" y="257463"/>
                </a:lnTo>
                <a:close/>
              </a:path>
              <a:path w="1412240" h="323850">
                <a:moveTo>
                  <a:pt x="375119" y="94095"/>
                </a:moveTo>
                <a:lnTo>
                  <a:pt x="333266" y="102321"/>
                </a:lnTo>
                <a:lnTo>
                  <a:pt x="299649" y="132466"/>
                </a:lnTo>
                <a:lnTo>
                  <a:pt x="293723" y="158172"/>
                </a:lnTo>
                <a:lnTo>
                  <a:pt x="294607" y="169167"/>
                </a:lnTo>
                <a:lnTo>
                  <a:pt x="316020" y="203497"/>
                </a:lnTo>
                <a:lnTo>
                  <a:pt x="352605" y="218786"/>
                </a:lnTo>
                <a:lnTo>
                  <a:pt x="389550" y="227445"/>
                </a:lnTo>
                <a:lnTo>
                  <a:pt x="397380" y="229646"/>
                </a:lnTo>
                <a:lnTo>
                  <a:pt x="422455" y="250921"/>
                </a:lnTo>
                <a:lnTo>
                  <a:pt x="422455" y="258618"/>
                </a:lnTo>
                <a:lnTo>
                  <a:pt x="391859" y="290728"/>
                </a:lnTo>
                <a:lnTo>
                  <a:pt x="370500" y="293254"/>
                </a:lnTo>
                <a:lnTo>
                  <a:pt x="444766" y="293254"/>
                </a:lnTo>
                <a:lnTo>
                  <a:pt x="457669" y="256886"/>
                </a:lnTo>
                <a:lnTo>
                  <a:pt x="456758" y="245800"/>
                </a:lnTo>
                <a:lnTo>
                  <a:pt x="434857" y="211976"/>
                </a:lnTo>
                <a:lnTo>
                  <a:pt x="398787" y="196850"/>
                </a:lnTo>
                <a:lnTo>
                  <a:pt x="365882" y="188768"/>
                </a:lnTo>
                <a:lnTo>
                  <a:pt x="356718" y="186161"/>
                </a:lnTo>
                <a:lnTo>
                  <a:pt x="327782" y="164907"/>
                </a:lnTo>
                <a:lnTo>
                  <a:pt x="327782" y="156440"/>
                </a:lnTo>
                <a:lnTo>
                  <a:pt x="356465" y="125881"/>
                </a:lnTo>
                <a:lnTo>
                  <a:pt x="375119" y="123536"/>
                </a:lnTo>
                <a:lnTo>
                  <a:pt x="441517" y="123536"/>
                </a:lnTo>
                <a:lnTo>
                  <a:pt x="435552" y="116320"/>
                </a:lnTo>
                <a:lnTo>
                  <a:pt x="426784" y="108527"/>
                </a:lnTo>
                <a:lnTo>
                  <a:pt x="416520" y="102213"/>
                </a:lnTo>
                <a:lnTo>
                  <a:pt x="404487" y="97703"/>
                </a:lnTo>
                <a:lnTo>
                  <a:pt x="390687" y="94997"/>
                </a:lnTo>
                <a:lnTo>
                  <a:pt x="375119" y="94095"/>
                </a:lnTo>
                <a:close/>
              </a:path>
              <a:path w="1412240" h="323850">
                <a:moveTo>
                  <a:pt x="441517" y="123536"/>
                </a:moveTo>
                <a:lnTo>
                  <a:pt x="385028" y="123536"/>
                </a:lnTo>
                <a:lnTo>
                  <a:pt x="393158" y="125123"/>
                </a:lnTo>
                <a:lnTo>
                  <a:pt x="405858" y="131473"/>
                </a:lnTo>
                <a:lnTo>
                  <a:pt x="410861" y="135514"/>
                </a:lnTo>
                <a:lnTo>
                  <a:pt x="414574" y="140493"/>
                </a:lnTo>
                <a:lnTo>
                  <a:pt x="418270" y="145232"/>
                </a:lnTo>
                <a:lnTo>
                  <a:pt x="421108" y="150187"/>
                </a:lnTo>
                <a:lnTo>
                  <a:pt x="423032" y="155286"/>
                </a:lnTo>
                <a:lnTo>
                  <a:pt x="453628" y="146627"/>
                </a:lnTo>
                <a:lnTo>
                  <a:pt x="448973" y="135370"/>
                </a:lnTo>
                <a:lnTo>
                  <a:pt x="442948" y="125268"/>
                </a:lnTo>
                <a:lnTo>
                  <a:pt x="441517" y="123536"/>
                </a:lnTo>
                <a:close/>
              </a:path>
              <a:path w="1412240" h="323850">
                <a:moveTo>
                  <a:pt x="542997" y="96981"/>
                </a:moveTo>
                <a:lnTo>
                  <a:pt x="508938" y="96981"/>
                </a:lnTo>
                <a:lnTo>
                  <a:pt x="508943" y="237953"/>
                </a:lnTo>
                <a:lnTo>
                  <a:pt x="518174" y="284739"/>
                </a:lnTo>
                <a:lnTo>
                  <a:pt x="551944" y="316426"/>
                </a:lnTo>
                <a:lnTo>
                  <a:pt x="580519" y="321540"/>
                </a:lnTo>
                <a:lnTo>
                  <a:pt x="592534" y="320810"/>
                </a:lnTo>
                <a:lnTo>
                  <a:pt x="629768" y="303618"/>
                </a:lnTo>
                <a:lnTo>
                  <a:pt x="642231" y="288636"/>
                </a:lnTo>
                <a:lnTo>
                  <a:pt x="591488" y="288636"/>
                </a:lnTo>
                <a:lnTo>
                  <a:pt x="581349" y="287734"/>
                </a:lnTo>
                <a:lnTo>
                  <a:pt x="546388" y="257319"/>
                </a:lnTo>
                <a:lnTo>
                  <a:pt x="542997" y="235527"/>
                </a:lnTo>
                <a:lnTo>
                  <a:pt x="542997" y="96981"/>
                </a:lnTo>
                <a:close/>
              </a:path>
              <a:path w="1412240" h="323850">
                <a:moveTo>
                  <a:pt x="682697" y="281131"/>
                </a:moveTo>
                <a:lnTo>
                  <a:pt x="648638" y="281131"/>
                </a:lnTo>
                <a:lnTo>
                  <a:pt x="648638" y="318654"/>
                </a:lnTo>
                <a:lnTo>
                  <a:pt x="682697" y="318654"/>
                </a:lnTo>
                <a:lnTo>
                  <a:pt x="682697" y="281131"/>
                </a:lnTo>
                <a:close/>
              </a:path>
              <a:path w="1412240" h="323850">
                <a:moveTo>
                  <a:pt x="682697" y="96981"/>
                </a:moveTo>
                <a:lnTo>
                  <a:pt x="648638" y="96981"/>
                </a:lnTo>
                <a:lnTo>
                  <a:pt x="648638" y="228022"/>
                </a:lnTo>
                <a:lnTo>
                  <a:pt x="648069" y="237953"/>
                </a:lnTo>
                <a:lnTo>
                  <a:pt x="629515" y="273915"/>
                </a:lnTo>
                <a:lnTo>
                  <a:pt x="591488" y="288636"/>
                </a:lnTo>
                <a:lnTo>
                  <a:pt x="642231" y="288636"/>
                </a:lnTo>
                <a:lnTo>
                  <a:pt x="646328" y="281131"/>
                </a:lnTo>
                <a:lnTo>
                  <a:pt x="682697" y="281131"/>
                </a:lnTo>
                <a:lnTo>
                  <a:pt x="682697" y="96981"/>
                </a:lnTo>
                <a:close/>
              </a:path>
              <a:path w="1412240" h="323850">
                <a:moveTo>
                  <a:pt x="899279" y="124113"/>
                </a:moveTo>
                <a:lnTo>
                  <a:pt x="831092" y="124113"/>
                </a:lnTo>
                <a:lnTo>
                  <a:pt x="842105" y="124853"/>
                </a:lnTo>
                <a:lnTo>
                  <a:pt x="851621" y="127072"/>
                </a:lnTo>
                <a:lnTo>
                  <a:pt x="877120" y="159056"/>
                </a:lnTo>
                <a:lnTo>
                  <a:pt x="877851" y="169140"/>
                </a:lnTo>
                <a:lnTo>
                  <a:pt x="877851" y="175779"/>
                </a:lnTo>
                <a:lnTo>
                  <a:pt x="875879" y="179628"/>
                </a:lnTo>
                <a:lnTo>
                  <a:pt x="871934" y="181840"/>
                </a:lnTo>
                <a:lnTo>
                  <a:pt x="868085" y="184053"/>
                </a:lnTo>
                <a:lnTo>
                  <a:pt x="861928" y="185641"/>
                </a:lnTo>
                <a:lnTo>
                  <a:pt x="846705" y="187334"/>
                </a:lnTo>
                <a:lnTo>
                  <a:pt x="820701" y="190500"/>
                </a:lnTo>
                <a:lnTo>
                  <a:pt x="782547" y="197860"/>
                </a:lnTo>
                <a:lnTo>
                  <a:pt x="746260" y="219183"/>
                </a:lnTo>
                <a:lnTo>
                  <a:pt x="734792" y="257463"/>
                </a:lnTo>
                <a:lnTo>
                  <a:pt x="735319" y="266158"/>
                </a:lnTo>
                <a:lnTo>
                  <a:pt x="756660" y="306062"/>
                </a:lnTo>
                <a:lnTo>
                  <a:pt x="800018" y="323353"/>
                </a:lnTo>
                <a:lnTo>
                  <a:pt x="810310" y="323850"/>
                </a:lnTo>
                <a:lnTo>
                  <a:pt x="819610" y="323489"/>
                </a:lnTo>
                <a:lnTo>
                  <a:pt x="860199" y="308038"/>
                </a:lnTo>
                <a:lnTo>
                  <a:pt x="873902" y="293254"/>
                </a:lnTo>
                <a:lnTo>
                  <a:pt x="815505" y="293254"/>
                </a:lnTo>
                <a:lnTo>
                  <a:pt x="805678" y="292677"/>
                </a:lnTo>
                <a:lnTo>
                  <a:pt x="772030" y="273050"/>
                </a:lnTo>
                <a:lnTo>
                  <a:pt x="768746" y="248804"/>
                </a:lnTo>
                <a:lnTo>
                  <a:pt x="771055" y="241973"/>
                </a:lnTo>
                <a:lnTo>
                  <a:pt x="806125" y="222213"/>
                </a:lnTo>
                <a:lnTo>
                  <a:pt x="833257" y="218209"/>
                </a:lnTo>
                <a:lnTo>
                  <a:pt x="839222" y="217439"/>
                </a:lnTo>
                <a:lnTo>
                  <a:pt x="876408" y="208972"/>
                </a:lnTo>
                <a:lnTo>
                  <a:pt x="877851" y="207240"/>
                </a:lnTo>
                <a:lnTo>
                  <a:pt x="911910" y="207240"/>
                </a:lnTo>
                <a:lnTo>
                  <a:pt x="911910" y="172604"/>
                </a:lnTo>
                <a:lnTo>
                  <a:pt x="911369" y="160066"/>
                </a:lnTo>
                <a:lnTo>
                  <a:pt x="909745" y="148864"/>
                </a:lnTo>
                <a:lnTo>
                  <a:pt x="907039" y="138996"/>
                </a:lnTo>
                <a:lnTo>
                  <a:pt x="903251" y="130463"/>
                </a:lnTo>
                <a:lnTo>
                  <a:pt x="899279" y="124113"/>
                </a:lnTo>
                <a:close/>
              </a:path>
              <a:path w="1412240" h="323850">
                <a:moveTo>
                  <a:pt x="911910" y="288636"/>
                </a:moveTo>
                <a:lnTo>
                  <a:pt x="877851" y="288636"/>
                </a:lnTo>
                <a:lnTo>
                  <a:pt x="877851" y="318654"/>
                </a:lnTo>
                <a:lnTo>
                  <a:pt x="911910" y="318654"/>
                </a:lnTo>
                <a:lnTo>
                  <a:pt x="911910" y="288636"/>
                </a:lnTo>
                <a:close/>
              </a:path>
              <a:path w="1412240" h="323850">
                <a:moveTo>
                  <a:pt x="911910" y="207240"/>
                </a:moveTo>
                <a:lnTo>
                  <a:pt x="877851" y="207240"/>
                </a:lnTo>
                <a:lnTo>
                  <a:pt x="877846" y="238485"/>
                </a:lnTo>
                <a:lnTo>
                  <a:pt x="877400" y="245259"/>
                </a:lnTo>
                <a:lnTo>
                  <a:pt x="856131" y="281059"/>
                </a:lnTo>
                <a:lnTo>
                  <a:pt x="815505" y="293254"/>
                </a:lnTo>
                <a:lnTo>
                  <a:pt x="873902" y="293254"/>
                </a:lnTo>
                <a:lnTo>
                  <a:pt x="876119" y="288636"/>
                </a:lnTo>
                <a:lnTo>
                  <a:pt x="911910" y="288636"/>
                </a:lnTo>
                <a:lnTo>
                  <a:pt x="911910" y="207240"/>
                </a:lnTo>
                <a:close/>
              </a:path>
              <a:path w="1412240" h="323850">
                <a:moveTo>
                  <a:pt x="837057" y="94095"/>
                </a:moveTo>
                <a:lnTo>
                  <a:pt x="829937" y="94095"/>
                </a:lnTo>
                <a:lnTo>
                  <a:pt x="821531" y="94384"/>
                </a:lnTo>
                <a:lnTo>
                  <a:pt x="779354" y="104919"/>
                </a:lnTo>
                <a:lnTo>
                  <a:pt x="745728" y="136506"/>
                </a:lnTo>
                <a:lnTo>
                  <a:pt x="741037" y="146050"/>
                </a:lnTo>
                <a:lnTo>
                  <a:pt x="773365" y="157595"/>
                </a:lnTo>
                <a:lnTo>
                  <a:pt x="776693" y="151624"/>
                </a:lnTo>
                <a:lnTo>
                  <a:pt x="781050" y="145833"/>
                </a:lnTo>
                <a:lnTo>
                  <a:pt x="819555" y="124781"/>
                </a:lnTo>
                <a:lnTo>
                  <a:pt x="831092" y="124113"/>
                </a:lnTo>
                <a:lnTo>
                  <a:pt x="899279" y="124113"/>
                </a:lnTo>
                <a:lnTo>
                  <a:pt x="898642" y="123094"/>
                </a:lnTo>
                <a:lnTo>
                  <a:pt x="861408" y="98253"/>
                </a:lnTo>
                <a:lnTo>
                  <a:pt x="845235" y="94961"/>
                </a:lnTo>
                <a:lnTo>
                  <a:pt x="837057" y="94095"/>
                </a:lnTo>
                <a:close/>
              </a:path>
              <a:path w="1412240" h="323850">
                <a:moveTo>
                  <a:pt x="891705" y="0"/>
                </a:moveTo>
                <a:lnTo>
                  <a:pt x="851874" y="0"/>
                </a:lnTo>
                <a:lnTo>
                  <a:pt x="816660" y="66963"/>
                </a:lnTo>
                <a:lnTo>
                  <a:pt x="846678" y="66963"/>
                </a:lnTo>
                <a:lnTo>
                  <a:pt x="891705" y="0"/>
                </a:lnTo>
                <a:close/>
              </a:path>
              <a:path w="1412240" h="323850">
                <a:moveTo>
                  <a:pt x="1006980" y="96981"/>
                </a:moveTo>
                <a:lnTo>
                  <a:pt x="974075" y="96981"/>
                </a:lnTo>
                <a:lnTo>
                  <a:pt x="974075" y="318654"/>
                </a:lnTo>
                <a:lnTo>
                  <a:pt x="1008134" y="318654"/>
                </a:lnTo>
                <a:lnTo>
                  <a:pt x="1008134" y="178377"/>
                </a:lnTo>
                <a:lnTo>
                  <a:pt x="1008585" y="171080"/>
                </a:lnTo>
                <a:lnTo>
                  <a:pt x="1029313" y="136849"/>
                </a:lnTo>
                <a:lnTo>
                  <a:pt x="1041333" y="130463"/>
                </a:lnTo>
                <a:lnTo>
                  <a:pt x="1006980" y="130463"/>
                </a:lnTo>
                <a:lnTo>
                  <a:pt x="1006980" y="96981"/>
                </a:lnTo>
                <a:close/>
              </a:path>
              <a:path w="1412240" h="323850">
                <a:moveTo>
                  <a:pt x="1069517" y="93518"/>
                </a:moveTo>
                <a:lnTo>
                  <a:pt x="1067016" y="93518"/>
                </a:lnTo>
                <a:lnTo>
                  <a:pt x="1057311" y="94158"/>
                </a:lnTo>
                <a:lnTo>
                  <a:pt x="1017803" y="115562"/>
                </a:lnTo>
                <a:lnTo>
                  <a:pt x="1009289" y="130463"/>
                </a:lnTo>
                <a:lnTo>
                  <a:pt x="1041333" y="130463"/>
                </a:lnTo>
                <a:lnTo>
                  <a:pt x="1041832" y="130238"/>
                </a:lnTo>
                <a:lnTo>
                  <a:pt x="1048832" y="128118"/>
                </a:lnTo>
                <a:lnTo>
                  <a:pt x="1056264" y="126846"/>
                </a:lnTo>
                <a:lnTo>
                  <a:pt x="1064130" y="126422"/>
                </a:lnTo>
                <a:lnTo>
                  <a:pt x="1084911" y="126422"/>
                </a:lnTo>
                <a:lnTo>
                  <a:pt x="1084911" y="94095"/>
                </a:lnTo>
                <a:lnTo>
                  <a:pt x="1082987" y="93903"/>
                </a:lnTo>
                <a:lnTo>
                  <a:pt x="1080149" y="93758"/>
                </a:lnTo>
                <a:lnTo>
                  <a:pt x="1072644" y="93566"/>
                </a:lnTo>
                <a:lnTo>
                  <a:pt x="1069517" y="93518"/>
                </a:lnTo>
                <a:close/>
              </a:path>
              <a:path w="1412240" h="323850">
                <a:moveTo>
                  <a:pt x="1084911" y="126422"/>
                </a:moveTo>
                <a:lnTo>
                  <a:pt x="1068652" y="126422"/>
                </a:lnTo>
                <a:lnTo>
                  <a:pt x="1072933" y="126759"/>
                </a:lnTo>
                <a:lnTo>
                  <a:pt x="1076974" y="127432"/>
                </a:lnTo>
                <a:lnTo>
                  <a:pt x="1081111" y="128010"/>
                </a:lnTo>
                <a:lnTo>
                  <a:pt x="1083757" y="128443"/>
                </a:lnTo>
                <a:lnTo>
                  <a:pt x="1084911" y="128731"/>
                </a:lnTo>
                <a:lnTo>
                  <a:pt x="1084911" y="126422"/>
                </a:lnTo>
                <a:close/>
              </a:path>
              <a:path w="1412240" h="323850">
                <a:moveTo>
                  <a:pt x="1159344" y="96981"/>
                </a:moveTo>
                <a:lnTo>
                  <a:pt x="1125284" y="96981"/>
                </a:lnTo>
                <a:lnTo>
                  <a:pt x="1125284" y="318654"/>
                </a:lnTo>
                <a:lnTo>
                  <a:pt x="1159344" y="318654"/>
                </a:lnTo>
                <a:lnTo>
                  <a:pt x="1159344" y="96981"/>
                </a:lnTo>
                <a:close/>
              </a:path>
              <a:path w="1412240" h="323850">
                <a:moveTo>
                  <a:pt x="1149241" y="13854"/>
                </a:moveTo>
                <a:lnTo>
                  <a:pt x="1135964" y="13854"/>
                </a:lnTo>
                <a:lnTo>
                  <a:pt x="1130239" y="16115"/>
                </a:lnTo>
                <a:lnTo>
                  <a:pt x="1125429" y="20637"/>
                </a:lnTo>
                <a:lnTo>
                  <a:pt x="1120714" y="25159"/>
                </a:lnTo>
                <a:lnTo>
                  <a:pt x="1118357" y="30595"/>
                </a:lnTo>
                <a:lnTo>
                  <a:pt x="1118357" y="43295"/>
                </a:lnTo>
                <a:lnTo>
                  <a:pt x="1120714" y="48731"/>
                </a:lnTo>
                <a:lnTo>
                  <a:pt x="1125429" y="53253"/>
                </a:lnTo>
                <a:lnTo>
                  <a:pt x="1130239" y="57775"/>
                </a:lnTo>
                <a:lnTo>
                  <a:pt x="1135964" y="60036"/>
                </a:lnTo>
                <a:lnTo>
                  <a:pt x="1149241" y="60036"/>
                </a:lnTo>
                <a:lnTo>
                  <a:pt x="1154918" y="57775"/>
                </a:lnTo>
                <a:lnTo>
                  <a:pt x="1159632" y="53253"/>
                </a:lnTo>
                <a:lnTo>
                  <a:pt x="1164443" y="48731"/>
                </a:lnTo>
                <a:lnTo>
                  <a:pt x="1166848" y="43295"/>
                </a:lnTo>
                <a:lnTo>
                  <a:pt x="1166848" y="30595"/>
                </a:lnTo>
                <a:lnTo>
                  <a:pt x="1164443" y="25159"/>
                </a:lnTo>
                <a:lnTo>
                  <a:pt x="1159632" y="20637"/>
                </a:lnTo>
                <a:lnTo>
                  <a:pt x="1154918" y="16115"/>
                </a:lnTo>
                <a:lnTo>
                  <a:pt x="1149241" y="13854"/>
                </a:lnTo>
                <a:close/>
              </a:path>
              <a:path w="1412240" h="323850">
                <a:moveTo>
                  <a:pt x="1311780" y="94095"/>
                </a:moveTo>
                <a:lnTo>
                  <a:pt x="1270892" y="102132"/>
                </a:lnTo>
                <a:lnTo>
                  <a:pt x="1239043" y="125556"/>
                </a:lnTo>
                <a:lnTo>
                  <a:pt x="1218397" y="161970"/>
                </a:lnTo>
                <a:lnTo>
                  <a:pt x="1211334" y="208972"/>
                </a:lnTo>
                <a:lnTo>
                  <a:pt x="1212119" y="225605"/>
                </a:lnTo>
                <a:lnTo>
                  <a:pt x="1223890" y="269009"/>
                </a:lnTo>
                <a:lnTo>
                  <a:pt x="1248460" y="301128"/>
                </a:lnTo>
                <a:lnTo>
                  <a:pt x="1283601" y="319700"/>
                </a:lnTo>
                <a:lnTo>
                  <a:pt x="1311780" y="323272"/>
                </a:lnTo>
                <a:lnTo>
                  <a:pt x="1326320" y="322379"/>
                </a:lnTo>
                <a:lnTo>
                  <a:pt x="1364311" y="308985"/>
                </a:lnTo>
                <a:lnTo>
                  <a:pt x="1383600" y="292677"/>
                </a:lnTo>
                <a:lnTo>
                  <a:pt x="1311780" y="292677"/>
                </a:lnTo>
                <a:lnTo>
                  <a:pt x="1300884" y="291946"/>
                </a:lnTo>
                <a:lnTo>
                  <a:pt x="1261449" y="267457"/>
                </a:lnTo>
                <a:lnTo>
                  <a:pt x="1247161" y="230403"/>
                </a:lnTo>
                <a:lnTo>
                  <a:pt x="1245393" y="208972"/>
                </a:lnTo>
                <a:lnTo>
                  <a:pt x="1245835" y="198049"/>
                </a:lnTo>
                <a:lnTo>
                  <a:pt x="1256479" y="158416"/>
                </a:lnTo>
                <a:lnTo>
                  <a:pt x="1290998" y="127649"/>
                </a:lnTo>
                <a:lnTo>
                  <a:pt x="1311780" y="124690"/>
                </a:lnTo>
                <a:lnTo>
                  <a:pt x="1383566" y="124690"/>
                </a:lnTo>
                <a:lnTo>
                  <a:pt x="1375009" y="116248"/>
                </a:lnTo>
                <a:lnTo>
                  <a:pt x="1364311" y="108382"/>
                </a:lnTo>
                <a:lnTo>
                  <a:pt x="1352586" y="102132"/>
                </a:lnTo>
                <a:lnTo>
                  <a:pt x="1339922" y="97667"/>
                </a:lnTo>
                <a:lnTo>
                  <a:pt x="1326320" y="94988"/>
                </a:lnTo>
                <a:lnTo>
                  <a:pt x="1311780" y="94095"/>
                </a:lnTo>
                <a:close/>
              </a:path>
              <a:path w="1412240" h="323850">
                <a:moveTo>
                  <a:pt x="1383566" y="124690"/>
                </a:moveTo>
                <a:lnTo>
                  <a:pt x="1311780" y="124690"/>
                </a:lnTo>
                <a:lnTo>
                  <a:pt x="1322676" y="125430"/>
                </a:lnTo>
                <a:lnTo>
                  <a:pt x="1332561" y="127649"/>
                </a:lnTo>
                <a:lnTo>
                  <a:pt x="1367081" y="158416"/>
                </a:lnTo>
                <a:lnTo>
                  <a:pt x="1377724" y="198049"/>
                </a:lnTo>
                <a:lnTo>
                  <a:pt x="1378166" y="208972"/>
                </a:lnTo>
                <a:lnTo>
                  <a:pt x="1377724" y="219886"/>
                </a:lnTo>
                <a:lnTo>
                  <a:pt x="1367081" y="259312"/>
                </a:lnTo>
                <a:lnTo>
                  <a:pt x="1332561" y="289754"/>
                </a:lnTo>
                <a:lnTo>
                  <a:pt x="1311780" y="292677"/>
                </a:lnTo>
                <a:lnTo>
                  <a:pt x="1383600" y="292677"/>
                </a:lnTo>
                <a:lnTo>
                  <a:pt x="1405081" y="255623"/>
                </a:lnTo>
                <a:lnTo>
                  <a:pt x="1412225" y="208972"/>
                </a:lnTo>
                <a:lnTo>
                  <a:pt x="1411431" y="192204"/>
                </a:lnTo>
                <a:lnTo>
                  <a:pt x="1399525" y="148503"/>
                </a:lnTo>
                <a:lnTo>
                  <a:pt x="1384444" y="125556"/>
                </a:lnTo>
                <a:lnTo>
                  <a:pt x="1383566" y="124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5638060" y="3861886"/>
            <a:ext cx="817268" cy="216854"/>
          </a:xfrm>
          <a:custGeom>
            <a:avLst/>
            <a:gdLst/>
            <a:ahLst/>
            <a:cxnLst/>
            <a:rect l="l" t="t" r="r" b="b"/>
            <a:pathLst>
              <a:path w="1148715" h="304800">
                <a:moveTo>
                  <a:pt x="36945" y="223404"/>
                </a:moveTo>
                <a:lnTo>
                  <a:pt x="0" y="223404"/>
                </a:lnTo>
                <a:lnTo>
                  <a:pt x="1578" y="235157"/>
                </a:lnTo>
                <a:lnTo>
                  <a:pt x="22116" y="274637"/>
                </a:lnTo>
                <a:lnTo>
                  <a:pt x="63382" y="299036"/>
                </a:lnTo>
                <a:lnTo>
                  <a:pt x="106218" y="304800"/>
                </a:lnTo>
                <a:lnTo>
                  <a:pt x="122607" y="304087"/>
                </a:lnTo>
                <a:lnTo>
                  <a:pt x="164089" y="293398"/>
                </a:lnTo>
                <a:lnTo>
                  <a:pt x="192875" y="272472"/>
                </a:lnTo>
                <a:lnTo>
                  <a:pt x="106218" y="272472"/>
                </a:lnTo>
                <a:lnTo>
                  <a:pt x="97559" y="272148"/>
                </a:lnTo>
                <a:lnTo>
                  <a:pt x="59459" y="260566"/>
                </a:lnTo>
                <a:lnTo>
                  <a:pt x="38190" y="231414"/>
                </a:lnTo>
                <a:lnTo>
                  <a:pt x="36945" y="223404"/>
                </a:lnTo>
                <a:close/>
              </a:path>
              <a:path w="1148715" h="304800">
                <a:moveTo>
                  <a:pt x="109104" y="0"/>
                </a:moveTo>
                <a:lnTo>
                  <a:pt x="69678" y="5844"/>
                </a:lnTo>
                <a:lnTo>
                  <a:pt x="28863" y="30469"/>
                </a:lnTo>
                <a:lnTo>
                  <a:pt x="8920" y="70535"/>
                </a:lnTo>
                <a:lnTo>
                  <a:pt x="8081" y="82550"/>
                </a:lnTo>
                <a:lnTo>
                  <a:pt x="9344" y="96774"/>
                </a:lnTo>
                <a:lnTo>
                  <a:pt x="28286" y="130896"/>
                </a:lnTo>
                <a:lnTo>
                  <a:pt x="66711" y="153816"/>
                </a:lnTo>
                <a:lnTo>
                  <a:pt x="127153" y="171973"/>
                </a:lnTo>
                <a:lnTo>
                  <a:pt x="134540" y="174408"/>
                </a:lnTo>
                <a:lnTo>
                  <a:pt x="170151" y="194829"/>
                </a:lnTo>
                <a:lnTo>
                  <a:pt x="178377" y="208972"/>
                </a:lnTo>
                <a:lnTo>
                  <a:pt x="178333" y="219363"/>
                </a:lnTo>
                <a:lnTo>
                  <a:pt x="157631" y="257752"/>
                </a:lnTo>
                <a:lnTo>
                  <a:pt x="116203" y="272057"/>
                </a:lnTo>
                <a:lnTo>
                  <a:pt x="106218" y="272472"/>
                </a:lnTo>
                <a:lnTo>
                  <a:pt x="192875" y="272472"/>
                </a:lnTo>
                <a:lnTo>
                  <a:pt x="212228" y="231053"/>
                </a:lnTo>
                <a:lnTo>
                  <a:pt x="213013" y="219363"/>
                </a:lnTo>
                <a:lnTo>
                  <a:pt x="212481" y="209378"/>
                </a:lnTo>
                <a:lnTo>
                  <a:pt x="194829" y="171305"/>
                </a:lnTo>
                <a:lnTo>
                  <a:pt x="162637" y="149252"/>
                </a:lnTo>
                <a:lnTo>
                  <a:pt x="94384" y="128443"/>
                </a:lnTo>
                <a:lnTo>
                  <a:pt x="88370" y="126567"/>
                </a:lnTo>
                <a:lnTo>
                  <a:pt x="52195" y="106747"/>
                </a:lnTo>
                <a:lnTo>
                  <a:pt x="42718" y="88707"/>
                </a:lnTo>
                <a:lnTo>
                  <a:pt x="42718" y="80818"/>
                </a:lnTo>
                <a:lnTo>
                  <a:pt x="60613" y="45640"/>
                </a:lnTo>
                <a:lnTo>
                  <a:pt x="98443" y="32146"/>
                </a:lnTo>
                <a:lnTo>
                  <a:pt x="107950" y="31750"/>
                </a:lnTo>
                <a:lnTo>
                  <a:pt x="189852" y="31750"/>
                </a:lnTo>
                <a:lnTo>
                  <a:pt x="188046" y="29621"/>
                </a:lnTo>
                <a:lnTo>
                  <a:pt x="148395" y="5763"/>
                </a:lnTo>
                <a:lnTo>
                  <a:pt x="122995" y="640"/>
                </a:lnTo>
                <a:lnTo>
                  <a:pt x="109104" y="0"/>
                </a:lnTo>
                <a:close/>
              </a:path>
              <a:path w="1148715" h="304800">
                <a:moveTo>
                  <a:pt x="189852" y="31750"/>
                </a:moveTo>
                <a:lnTo>
                  <a:pt x="107950" y="31750"/>
                </a:lnTo>
                <a:lnTo>
                  <a:pt x="120848" y="32507"/>
                </a:lnTo>
                <a:lnTo>
                  <a:pt x="132700" y="34780"/>
                </a:lnTo>
                <a:lnTo>
                  <a:pt x="167769" y="58448"/>
                </a:lnTo>
                <a:lnTo>
                  <a:pt x="174336" y="77931"/>
                </a:lnTo>
                <a:lnTo>
                  <a:pt x="208972" y="77931"/>
                </a:lnTo>
                <a:lnTo>
                  <a:pt x="207836" y="67044"/>
                </a:lnTo>
                <a:lnTo>
                  <a:pt x="205148" y="56753"/>
                </a:lnTo>
                <a:lnTo>
                  <a:pt x="200908" y="47056"/>
                </a:lnTo>
                <a:lnTo>
                  <a:pt x="195118" y="37955"/>
                </a:lnTo>
                <a:lnTo>
                  <a:pt x="189852" y="31750"/>
                </a:lnTo>
                <a:close/>
              </a:path>
              <a:path w="1148715" h="304800">
                <a:moveTo>
                  <a:pt x="356718" y="75045"/>
                </a:moveTo>
                <a:lnTo>
                  <a:pt x="315912" y="83325"/>
                </a:lnTo>
                <a:lnTo>
                  <a:pt x="284270" y="107228"/>
                </a:lnTo>
                <a:lnTo>
                  <a:pt x="263831" y="143957"/>
                </a:lnTo>
                <a:lnTo>
                  <a:pt x="256850" y="190500"/>
                </a:lnTo>
                <a:lnTo>
                  <a:pt x="257625" y="207006"/>
                </a:lnTo>
                <a:lnTo>
                  <a:pt x="269261" y="250247"/>
                </a:lnTo>
                <a:lnTo>
                  <a:pt x="294021" y="282232"/>
                </a:lnTo>
                <a:lnTo>
                  <a:pt x="330344" y="300686"/>
                </a:lnTo>
                <a:lnTo>
                  <a:pt x="360182" y="304222"/>
                </a:lnTo>
                <a:lnTo>
                  <a:pt x="371159" y="303789"/>
                </a:lnTo>
                <a:lnTo>
                  <a:pt x="409394" y="293416"/>
                </a:lnTo>
                <a:lnTo>
                  <a:pt x="434525" y="273627"/>
                </a:lnTo>
                <a:lnTo>
                  <a:pt x="360182" y="273627"/>
                </a:lnTo>
                <a:lnTo>
                  <a:pt x="350179" y="273068"/>
                </a:lnTo>
                <a:lnTo>
                  <a:pt x="310067" y="253530"/>
                </a:lnTo>
                <a:lnTo>
                  <a:pt x="293074" y="218894"/>
                </a:lnTo>
                <a:lnTo>
                  <a:pt x="291116" y="200313"/>
                </a:lnTo>
                <a:lnTo>
                  <a:pt x="281095" y="200313"/>
                </a:lnTo>
                <a:lnTo>
                  <a:pt x="281095" y="170872"/>
                </a:lnTo>
                <a:lnTo>
                  <a:pt x="291195" y="170872"/>
                </a:lnTo>
                <a:lnTo>
                  <a:pt x="291405" y="167048"/>
                </a:lnTo>
                <a:lnTo>
                  <a:pt x="308480" y="127216"/>
                </a:lnTo>
                <a:lnTo>
                  <a:pt x="346886" y="106272"/>
                </a:lnTo>
                <a:lnTo>
                  <a:pt x="356718" y="105640"/>
                </a:lnTo>
                <a:lnTo>
                  <a:pt x="427400" y="105640"/>
                </a:lnTo>
                <a:lnTo>
                  <a:pt x="421661" y="99579"/>
                </a:lnTo>
                <a:lnTo>
                  <a:pt x="382452" y="78292"/>
                </a:lnTo>
                <a:lnTo>
                  <a:pt x="365350" y="75406"/>
                </a:lnTo>
                <a:lnTo>
                  <a:pt x="356718" y="75045"/>
                </a:lnTo>
                <a:close/>
              </a:path>
              <a:path w="1148715" h="304800">
                <a:moveTo>
                  <a:pt x="415600" y="238990"/>
                </a:moveTo>
                <a:lnTo>
                  <a:pt x="377211" y="272376"/>
                </a:lnTo>
                <a:lnTo>
                  <a:pt x="369129" y="273627"/>
                </a:lnTo>
                <a:lnTo>
                  <a:pt x="434525" y="273627"/>
                </a:lnTo>
                <a:lnTo>
                  <a:pt x="436733" y="271065"/>
                </a:lnTo>
                <a:lnTo>
                  <a:pt x="441541" y="263957"/>
                </a:lnTo>
                <a:lnTo>
                  <a:pt x="445465" y="256345"/>
                </a:lnTo>
                <a:lnTo>
                  <a:pt x="448504" y="248227"/>
                </a:lnTo>
                <a:lnTo>
                  <a:pt x="415600" y="238990"/>
                </a:lnTo>
                <a:close/>
              </a:path>
              <a:path w="1148715" h="304800">
                <a:moveTo>
                  <a:pt x="291195" y="170872"/>
                </a:moveTo>
                <a:lnTo>
                  <a:pt x="281095" y="170872"/>
                </a:lnTo>
                <a:lnTo>
                  <a:pt x="281095" y="200313"/>
                </a:lnTo>
                <a:lnTo>
                  <a:pt x="291116" y="200313"/>
                </a:lnTo>
                <a:lnTo>
                  <a:pt x="290909" y="195695"/>
                </a:lnTo>
                <a:lnTo>
                  <a:pt x="291024" y="173975"/>
                </a:lnTo>
                <a:lnTo>
                  <a:pt x="291195" y="170872"/>
                </a:lnTo>
                <a:close/>
              </a:path>
              <a:path w="1148715" h="304800">
                <a:moveTo>
                  <a:pt x="427400" y="105640"/>
                </a:moveTo>
                <a:lnTo>
                  <a:pt x="356718" y="105640"/>
                </a:lnTo>
                <a:lnTo>
                  <a:pt x="365648" y="106173"/>
                </a:lnTo>
                <a:lnTo>
                  <a:pt x="373964" y="107769"/>
                </a:lnTo>
                <a:lnTo>
                  <a:pt x="405776" y="130463"/>
                </a:lnTo>
                <a:lnTo>
                  <a:pt x="417332" y="170872"/>
                </a:lnTo>
                <a:lnTo>
                  <a:pt x="291195" y="170872"/>
                </a:lnTo>
                <a:lnTo>
                  <a:pt x="291024" y="173975"/>
                </a:lnTo>
                <a:lnTo>
                  <a:pt x="290909" y="195695"/>
                </a:lnTo>
                <a:lnTo>
                  <a:pt x="291116" y="200313"/>
                </a:lnTo>
                <a:lnTo>
                  <a:pt x="451968" y="200313"/>
                </a:lnTo>
                <a:lnTo>
                  <a:pt x="451968" y="185881"/>
                </a:lnTo>
                <a:lnTo>
                  <a:pt x="451442" y="170872"/>
                </a:lnTo>
                <a:lnTo>
                  <a:pt x="439277" y="123554"/>
                </a:lnTo>
                <a:lnTo>
                  <a:pt x="428237" y="106524"/>
                </a:lnTo>
                <a:lnTo>
                  <a:pt x="427400" y="105640"/>
                </a:lnTo>
                <a:close/>
              </a:path>
              <a:path w="1148715" h="304800">
                <a:moveTo>
                  <a:pt x="536683" y="77931"/>
                </a:moveTo>
                <a:lnTo>
                  <a:pt x="503778" y="77931"/>
                </a:lnTo>
                <a:lnTo>
                  <a:pt x="503778" y="299604"/>
                </a:lnTo>
                <a:lnTo>
                  <a:pt x="537837" y="299604"/>
                </a:lnTo>
                <a:lnTo>
                  <a:pt x="537837" y="166254"/>
                </a:lnTo>
                <a:lnTo>
                  <a:pt x="538297" y="156946"/>
                </a:lnTo>
                <a:lnTo>
                  <a:pt x="553893" y="121407"/>
                </a:lnTo>
                <a:lnTo>
                  <a:pt x="565567" y="112568"/>
                </a:lnTo>
                <a:lnTo>
                  <a:pt x="536683" y="112568"/>
                </a:lnTo>
                <a:lnTo>
                  <a:pt x="536683" y="77931"/>
                </a:lnTo>
                <a:close/>
              </a:path>
              <a:path w="1148715" h="304800">
                <a:moveTo>
                  <a:pt x="666128" y="105640"/>
                </a:moveTo>
                <a:lnTo>
                  <a:pt x="594410" y="105640"/>
                </a:lnTo>
                <a:lnTo>
                  <a:pt x="605613" y="106560"/>
                </a:lnTo>
                <a:lnTo>
                  <a:pt x="615553" y="109321"/>
                </a:lnTo>
                <a:lnTo>
                  <a:pt x="641819" y="137823"/>
                </a:lnTo>
                <a:lnTo>
                  <a:pt x="645210" y="161059"/>
                </a:lnTo>
                <a:lnTo>
                  <a:pt x="645210" y="299604"/>
                </a:lnTo>
                <a:lnTo>
                  <a:pt x="679269" y="299604"/>
                </a:lnTo>
                <a:lnTo>
                  <a:pt x="679191" y="156946"/>
                </a:lnTo>
                <a:lnTo>
                  <a:pt x="669888" y="111990"/>
                </a:lnTo>
                <a:lnTo>
                  <a:pt x="666128" y="105640"/>
                </a:lnTo>
                <a:close/>
              </a:path>
              <a:path w="1148715" h="304800">
                <a:moveTo>
                  <a:pt x="604224" y="75045"/>
                </a:moveTo>
                <a:lnTo>
                  <a:pt x="563237" y="85436"/>
                </a:lnTo>
                <a:lnTo>
                  <a:pt x="539569" y="112568"/>
                </a:lnTo>
                <a:lnTo>
                  <a:pt x="565567" y="112568"/>
                </a:lnTo>
                <a:lnTo>
                  <a:pt x="571896" y="109618"/>
                </a:lnTo>
                <a:lnTo>
                  <a:pt x="578968" y="107408"/>
                </a:lnTo>
                <a:lnTo>
                  <a:pt x="586472" y="106082"/>
                </a:lnTo>
                <a:lnTo>
                  <a:pt x="594410" y="105640"/>
                </a:lnTo>
                <a:lnTo>
                  <a:pt x="666128" y="105640"/>
                </a:lnTo>
                <a:lnTo>
                  <a:pt x="664729" y="103277"/>
                </a:lnTo>
                <a:lnTo>
                  <a:pt x="625330" y="77354"/>
                </a:lnTo>
                <a:lnTo>
                  <a:pt x="615129" y="75622"/>
                </a:lnTo>
                <a:lnTo>
                  <a:pt x="604224" y="75045"/>
                </a:lnTo>
                <a:close/>
              </a:path>
              <a:path w="1148715" h="304800">
                <a:moveTo>
                  <a:pt x="775565" y="4040"/>
                </a:moveTo>
                <a:lnTo>
                  <a:pt x="741506" y="4040"/>
                </a:lnTo>
                <a:lnTo>
                  <a:pt x="741506" y="299604"/>
                </a:lnTo>
                <a:lnTo>
                  <a:pt x="775565" y="299604"/>
                </a:lnTo>
                <a:lnTo>
                  <a:pt x="775565" y="166254"/>
                </a:lnTo>
                <a:lnTo>
                  <a:pt x="776034" y="156946"/>
                </a:lnTo>
                <a:lnTo>
                  <a:pt x="792090" y="121407"/>
                </a:lnTo>
                <a:lnTo>
                  <a:pt x="804172" y="112568"/>
                </a:lnTo>
                <a:lnTo>
                  <a:pt x="775565" y="112568"/>
                </a:lnTo>
                <a:lnTo>
                  <a:pt x="775565" y="4040"/>
                </a:lnTo>
                <a:close/>
              </a:path>
              <a:path w="1148715" h="304800">
                <a:moveTo>
                  <a:pt x="906182" y="105640"/>
                </a:moveTo>
                <a:lnTo>
                  <a:pt x="833870" y="105640"/>
                </a:lnTo>
                <a:lnTo>
                  <a:pt x="845262" y="106551"/>
                </a:lnTo>
                <a:lnTo>
                  <a:pt x="855337" y="109284"/>
                </a:lnTo>
                <a:lnTo>
                  <a:pt x="881820" y="137643"/>
                </a:lnTo>
                <a:lnTo>
                  <a:pt x="885247" y="161059"/>
                </a:lnTo>
                <a:lnTo>
                  <a:pt x="885247" y="299604"/>
                </a:lnTo>
                <a:lnTo>
                  <a:pt x="919306" y="299604"/>
                </a:lnTo>
                <a:lnTo>
                  <a:pt x="919228" y="156946"/>
                </a:lnTo>
                <a:lnTo>
                  <a:pt x="909781" y="111702"/>
                </a:lnTo>
                <a:lnTo>
                  <a:pt x="906182" y="105640"/>
                </a:lnTo>
                <a:close/>
              </a:path>
              <a:path w="1148715" h="304800">
                <a:moveTo>
                  <a:pt x="843684" y="75045"/>
                </a:moveTo>
                <a:lnTo>
                  <a:pt x="801831" y="85292"/>
                </a:lnTo>
                <a:lnTo>
                  <a:pt x="778452" y="112568"/>
                </a:lnTo>
                <a:lnTo>
                  <a:pt x="804172" y="112568"/>
                </a:lnTo>
                <a:lnTo>
                  <a:pt x="810707" y="109618"/>
                </a:lnTo>
                <a:lnTo>
                  <a:pt x="817995" y="107408"/>
                </a:lnTo>
                <a:lnTo>
                  <a:pt x="825716" y="106082"/>
                </a:lnTo>
                <a:lnTo>
                  <a:pt x="833870" y="105640"/>
                </a:lnTo>
                <a:lnTo>
                  <a:pt x="906182" y="105640"/>
                </a:lnTo>
                <a:lnTo>
                  <a:pt x="904613" y="102998"/>
                </a:lnTo>
                <a:lnTo>
                  <a:pt x="864934" y="77318"/>
                </a:lnTo>
                <a:lnTo>
                  <a:pt x="854661" y="75613"/>
                </a:lnTo>
                <a:lnTo>
                  <a:pt x="843684" y="75045"/>
                </a:lnTo>
                <a:close/>
              </a:path>
              <a:path w="1148715" h="304800">
                <a:moveTo>
                  <a:pt x="1135817" y="105063"/>
                </a:moveTo>
                <a:lnTo>
                  <a:pt x="1067629" y="105063"/>
                </a:lnTo>
                <a:lnTo>
                  <a:pt x="1078643" y="105803"/>
                </a:lnTo>
                <a:lnTo>
                  <a:pt x="1088159" y="108022"/>
                </a:lnTo>
                <a:lnTo>
                  <a:pt x="1113658" y="140006"/>
                </a:lnTo>
                <a:lnTo>
                  <a:pt x="1114388" y="150090"/>
                </a:lnTo>
                <a:lnTo>
                  <a:pt x="1114388" y="156729"/>
                </a:lnTo>
                <a:lnTo>
                  <a:pt x="1112416" y="160578"/>
                </a:lnTo>
                <a:lnTo>
                  <a:pt x="1108471" y="162790"/>
                </a:lnTo>
                <a:lnTo>
                  <a:pt x="1104623" y="165003"/>
                </a:lnTo>
                <a:lnTo>
                  <a:pt x="1098465" y="166591"/>
                </a:lnTo>
                <a:lnTo>
                  <a:pt x="1083243" y="168284"/>
                </a:lnTo>
                <a:lnTo>
                  <a:pt x="1057238" y="171450"/>
                </a:lnTo>
                <a:lnTo>
                  <a:pt x="1019084" y="178810"/>
                </a:lnTo>
                <a:lnTo>
                  <a:pt x="982797" y="200133"/>
                </a:lnTo>
                <a:lnTo>
                  <a:pt x="971330" y="238413"/>
                </a:lnTo>
                <a:lnTo>
                  <a:pt x="971856" y="247108"/>
                </a:lnTo>
                <a:lnTo>
                  <a:pt x="993197" y="287012"/>
                </a:lnTo>
                <a:lnTo>
                  <a:pt x="1036556" y="304303"/>
                </a:lnTo>
                <a:lnTo>
                  <a:pt x="1046848" y="304800"/>
                </a:lnTo>
                <a:lnTo>
                  <a:pt x="1056147" y="304439"/>
                </a:lnTo>
                <a:lnTo>
                  <a:pt x="1096737" y="288988"/>
                </a:lnTo>
                <a:lnTo>
                  <a:pt x="1110440" y="274204"/>
                </a:lnTo>
                <a:lnTo>
                  <a:pt x="1052043" y="274204"/>
                </a:lnTo>
                <a:lnTo>
                  <a:pt x="1042215" y="273627"/>
                </a:lnTo>
                <a:lnTo>
                  <a:pt x="1008567" y="254000"/>
                </a:lnTo>
                <a:lnTo>
                  <a:pt x="1005284" y="229754"/>
                </a:lnTo>
                <a:lnTo>
                  <a:pt x="1007593" y="222923"/>
                </a:lnTo>
                <a:lnTo>
                  <a:pt x="1042662" y="203163"/>
                </a:lnTo>
                <a:lnTo>
                  <a:pt x="1069794" y="199159"/>
                </a:lnTo>
                <a:lnTo>
                  <a:pt x="1075759" y="198389"/>
                </a:lnTo>
                <a:lnTo>
                  <a:pt x="1112945" y="189922"/>
                </a:lnTo>
                <a:lnTo>
                  <a:pt x="1114388" y="188190"/>
                </a:lnTo>
                <a:lnTo>
                  <a:pt x="1148448" y="188190"/>
                </a:lnTo>
                <a:lnTo>
                  <a:pt x="1148448" y="153554"/>
                </a:lnTo>
                <a:lnTo>
                  <a:pt x="1147906" y="141016"/>
                </a:lnTo>
                <a:lnTo>
                  <a:pt x="1146283" y="129814"/>
                </a:lnTo>
                <a:lnTo>
                  <a:pt x="1143577" y="119946"/>
                </a:lnTo>
                <a:lnTo>
                  <a:pt x="1139788" y="111413"/>
                </a:lnTo>
                <a:lnTo>
                  <a:pt x="1135817" y="105063"/>
                </a:lnTo>
                <a:close/>
              </a:path>
              <a:path w="1148715" h="304800">
                <a:moveTo>
                  <a:pt x="1148448" y="269586"/>
                </a:moveTo>
                <a:lnTo>
                  <a:pt x="1114388" y="269586"/>
                </a:lnTo>
                <a:lnTo>
                  <a:pt x="1114388" y="299604"/>
                </a:lnTo>
                <a:lnTo>
                  <a:pt x="1148448" y="299604"/>
                </a:lnTo>
                <a:lnTo>
                  <a:pt x="1148448" y="269586"/>
                </a:lnTo>
                <a:close/>
              </a:path>
              <a:path w="1148715" h="304800">
                <a:moveTo>
                  <a:pt x="1148448" y="188190"/>
                </a:moveTo>
                <a:lnTo>
                  <a:pt x="1114388" y="188190"/>
                </a:lnTo>
                <a:lnTo>
                  <a:pt x="1114384" y="219435"/>
                </a:lnTo>
                <a:lnTo>
                  <a:pt x="1113937" y="226209"/>
                </a:lnTo>
                <a:lnTo>
                  <a:pt x="1092669" y="262009"/>
                </a:lnTo>
                <a:lnTo>
                  <a:pt x="1052043" y="274204"/>
                </a:lnTo>
                <a:lnTo>
                  <a:pt x="1110440" y="274204"/>
                </a:lnTo>
                <a:lnTo>
                  <a:pt x="1112657" y="269586"/>
                </a:lnTo>
                <a:lnTo>
                  <a:pt x="1148448" y="269586"/>
                </a:lnTo>
                <a:lnTo>
                  <a:pt x="1148448" y="188190"/>
                </a:lnTo>
                <a:close/>
              </a:path>
              <a:path w="1148715" h="304800">
                <a:moveTo>
                  <a:pt x="1073594" y="75045"/>
                </a:moveTo>
                <a:lnTo>
                  <a:pt x="1066475" y="75045"/>
                </a:lnTo>
                <a:lnTo>
                  <a:pt x="1058068" y="75334"/>
                </a:lnTo>
                <a:lnTo>
                  <a:pt x="1015891" y="85869"/>
                </a:lnTo>
                <a:lnTo>
                  <a:pt x="982265" y="117456"/>
                </a:lnTo>
                <a:lnTo>
                  <a:pt x="977575" y="127000"/>
                </a:lnTo>
                <a:lnTo>
                  <a:pt x="1009902" y="138545"/>
                </a:lnTo>
                <a:lnTo>
                  <a:pt x="1013230" y="132574"/>
                </a:lnTo>
                <a:lnTo>
                  <a:pt x="1017587" y="126783"/>
                </a:lnTo>
                <a:lnTo>
                  <a:pt x="1056093" y="105731"/>
                </a:lnTo>
                <a:lnTo>
                  <a:pt x="1067629" y="105063"/>
                </a:lnTo>
                <a:lnTo>
                  <a:pt x="1135817" y="105063"/>
                </a:lnTo>
                <a:lnTo>
                  <a:pt x="1135179" y="104044"/>
                </a:lnTo>
                <a:lnTo>
                  <a:pt x="1097945" y="79203"/>
                </a:lnTo>
                <a:lnTo>
                  <a:pt x="1081773" y="75911"/>
                </a:lnTo>
                <a:lnTo>
                  <a:pt x="1073594" y="75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2" name="object 12"/>
          <p:cNvGrpSpPr/>
          <p:nvPr/>
        </p:nvGrpSpPr>
        <p:grpSpPr>
          <a:xfrm>
            <a:off x="4329546" y="1680616"/>
            <a:ext cx="3442553" cy="451779"/>
            <a:chOff x="5702300" y="2362200"/>
            <a:chExt cx="4838700" cy="635000"/>
          </a:xfrm>
        </p:grpSpPr>
        <p:sp>
          <p:nvSpPr>
            <p:cNvPr id="13" name="object 13"/>
            <p:cNvSpPr/>
            <p:nvPr/>
          </p:nvSpPr>
          <p:spPr>
            <a:xfrm>
              <a:off x="5702300" y="2362200"/>
              <a:ext cx="4838700" cy="6350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9918700" y="2425700"/>
              <a:ext cx="508000" cy="5080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5" name="object 15"/>
            <p:cNvSpPr/>
            <p:nvPr/>
          </p:nvSpPr>
          <p:spPr>
            <a:xfrm>
              <a:off x="9918700" y="24257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101600" y="0"/>
                  </a:move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406400"/>
                  </a:lnTo>
                  <a:lnTo>
                    <a:pt x="7984" y="445947"/>
                  </a:lnTo>
                  <a:lnTo>
                    <a:pt x="29757" y="478242"/>
                  </a:lnTo>
                  <a:lnTo>
                    <a:pt x="62052" y="500015"/>
                  </a:lnTo>
                  <a:lnTo>
                    <a:pt x="101600" y="508000"/>
                  </a:lnTo>
                  <a:lnTo>
                    <a:pt x="101600" y="495300"/>
                  </a:lnTo>
                  <a:lnTo>
                    <a:pt x="66996" y="488313"/>
                  </a:lnTo>
                  <a:lnTo>
                    <a:pt x="38738" y="469261"/>
                  </a:lnTo>
                  <a:lnTo>
                    <a:pt x="19686" y="441003"/>
                  </a:lnTo>
                  <a:lnTo>
                    <a:pt x="12700" y="406400"/>
                  </a:lnTo>
                  <a:lnTo>
                    <a:pt x="12700" y="101600"/>
                  </a:lnTo>
                  <a:lnTo>
                    <a:pt x="19686" y="66996"/>
                  </a:lnTo>
                  <a:lnTo>
                    <a:pt x="38738" y="38738"/>
                  </a:lnTo>
                  <a:lnTo>
                    <a:pt x="66996" y="19686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08000" h="508000">
                  <a:moveTo>
                    <a:pt x="406400" y="495300"/>
                  </a:moveTo>
                  <a:lnTo>
                    <a:pt x="101600" y="495300"/>
                  </a:lnTo>
                  <a:lnTo>
                    <a:pt x="101600" y="508000"/>
                  </a:lnTo>
                  <a:lnTo>
                    <a:pt x="406400" y="508000"/>
                  </a:lnTo>
                  <a:lnTo>
                    <a:pt x="406400" y="49530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406400" y="12700"/>
                  </a:lnTo>
                  <a:lnTo>
                    <a:pt x="441003" y="19686"/>
                  </a:lnTo>
                  <a:lnTo>
                    <a:pt x="469261" y="38738"/>
                  </a:lnTo>
                  <a:lnTo>
                    <a:pt x="488313" y="66996"/>
                  </a:lnTo>
                  <a:lnTo>
                    <a:pt x="495300" y="101600"/>
                  </a:lnTo>
                  <a:lnTo>
                    <a:pt x="495300" y="406400"/>
                  </a:lnTo>
                  <a:lnTo>
                    <a:pt x="488313" y="441003"/>
                  </a:lnTo>
                  <a:lnTo>
                    <a:pt x="469261" y="469261"/>
                  </a:lnTo>
                  <a:lnTo>
                    <a:pt x="441003" y="488313"/>
                  </a:lnTo>
                  <a:lnTo>
                    <a:pt x="406400" y="495300"/>
                  </a:lnTo>
                  <a:lnTo>
                    <a:pt x="406400" y="508000"/>
                  </a:lnTo>
                  <a:lnTo>
                    <a:pt x="445947" y="500015"/>
                  </a:lnTo>
                  <a:lnTo>
                    <a:pt x="478242" y="478242"/>
                  </a:lnTo>
                  <a:lnTo>
                    <a:pt x="500015" y="445947"/>
                  </a:lnTo>
                  <a:lnTo>
                    <a:pt x="508000" y="406400"/>
                  </a:lnTo>
                  <a:lnTo>
                    <a:pt x="508000" y="101600"/>
                  </a:lnTo>
                  <a:lnTo>
                    <a:pt x="500015" y="62052"/>
                  </a:lnTo>
                  <a:lnTo>
                    <a:pt x="478242" y="29757"/>
                  </a:lnTo>
                  <a:lnTo>
                    <a:pt x="445947" y="7984"/>
                  </a:lnTo>
                  <a:lnTo>
                    <a:pt x="406400" y="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406400" y="127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42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6" name="object 16"/>
            <p:cNvSpPr/>
            <p:nvPr/>
          </p:nvSpPr>
          <p:spPr>
            <a:xfrm>
              <a:off x="10062714" y="2616200"/>
              <a:ext cx="220345" cy="190500"/>
            </a:xfrm>
            <a:custGeom>
              <a:avLst/>
              <a:gdLst/>
              <a:ahLst/>
              <a:cxnLst/>
              <a:rect l="l" t="t" r="r" b="b"/>
              <a:pathLst>
                <a:path w="220345" h="190500">
                  <a:moveTo>
                    <a:pt x="109985" y="190500"/>
                  </a:moveTo>
                  <a:lnTo>
                    <a:pt x="219970" y="0"/>
                  </a:lnTo>
                  <a:lnTo>
                    <a:pt x="0" y="0"/>
                  </a:lnTo>
                  <a:lnTo>
                    <a:pt x="109985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7" name="object 17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8" name="object 18"/>
          <p:cNvGrpSpPr/>
          <p:nvPr/>
        </p:nvGrpSpPr>
        <p:grpSpPr>
          <a:xfrm>
            <a:off x="2486289" y="5475557"/>
            <a:ext cx="1879399" cy="524063"/>
            <a:chOff x="3111500" y="7696200"/>
            <a:chExt cx="2641600" cy="736600"/>
          </a:xfrm>
        </p:grpSpPr>
        <p:sp>
          <p:nvSpPr>
            <p:cNvPr id="19" name="object 19"/>
            <p:cNvSpPr/>
            <p:nvPr/>
          </p:nvSpPr>
          <p:spPr>
            <a:xfrm>
              <a:off x="3111500" y="7696200"/>
              <a:ext cx="2641600" cy="736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0" name="object 20"/>
            <p:cNvSpPr/>
            <p:nvPr/>
          </p:nvSpPr>
          <p:spPr>
            <a:xfrm>
              <a:off x="3162300" y="76962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1" name="object 21"/>
            <p:cNvSpPr/>
            <p:nvPr/>
          </p:nvSpPr>
          <p:spPr>
            <a:xfrm>
              <a:off x="3883890" y="7857836"/>
              <a:ext cx="1115060" cy="300990"/>
            </a:xfrm>
            <a:custGeom>
              <a:avLst/>
              <a:gdLst/>
              <a:ahLst/>
              <a:cxnLst/>
              <a:rect l="l" t="t" r="r" b="b"/>
              <a:pathLst>
                <a:path w="1115060" h="300990">
                  <a:moveTo>
                    <a:pt x="178377" y="0"/>
                  </a:moveTo>
                  <a:lnTo>
                    <a:pt x="0" y="0"/>
                  </a:lnTo>
                  <a:lnTo>
                    <a:pt x="0" y="295563"/>
                  </a:lnTo>
                  <a:lnTo>
                    <a:pt x="180686" y="295563"/>
                  </a:lnTo>
                  <a:lnTo>
                    <a:pt x="180686" y="263813"/>
                  </a:lnTo>
                  <a:lnTo>
                    <a:pt x="35790" y="263813"/>
                  </a:lnTo>
                  <a:lnTo>
                    <a:pt x="35790" y="163368"/>
                  </a:lnTo>
                  <a:lnTo>
                    <a:pt x="169140" y="163368"/>
                  </a:lnTo>
                  <a:lnTo>
                    <a:pt x="169140" y="131618"/>
                  </a:lnTo>
                  <a:lnTo>
                    <a:pt x="35790" y="131618"/>
                  </a:lnTo>
                  <a:lnTo>
                    <a:pt x="35790" y="31750"/>
                  </a:lnTo>
                  <a:lnTo>
                    <a:pt x="178377" y="31750"/>
                  </a:lnTo>
                  <a:lnTo>
                    <a:pt x="178377" y="0"/>
                  </a:lnTo>
                  <a:close/>
                </a:path>
                <a:path w="1115060" h="300990">
                  <a:moveTo>
                    <a:pt x="271173" y="73890"/>
                  </a:moveTo>
                  <a:lnTo>
                    <a:pt x="238269" y="73890"/>
                  </a:lnTo>
                  <a:lnTo>
                    <a:pt x="238269" y="295563"/>
                  </a:lnTo>
                  <a:lnTo>
                    <a:pt x="272328" y="295563"/>
                  </a:lnTo>
                  <a:lnTo>
                    <a:pt x="272328" y="162213"/>
                  </a:lnTo>
                  <a:lnTo>
                    <a:pt x="272788" y="152905"/>
                  </a:lnTo>
                  <a:lnTo>
                    <a:pt x="288383" y="117366"/>
                  </a:lnTo>
                  <a:lnTo>
                    <a:pt x="300058" y="108527"/>
                  </a:lnTo>
                  <a:lnTo>
                    <a:pt x="271173" y="108527"/>
                  </a:lnTo>
                  <a:lnTo>
                    <a:pt x="271173" y="73890"/>
                  </a:lnTo>
                  <a:close/>
                </a:path>
                <a:path w="1115060" h="300990">
                  <a:moveTo>
                    <a:pt x="400619" y="101600"/>
                  </a:moveTo>
                  <a:lnTo>
                    <a:pt x="328901" y="101600"/>
                  </a:lnTo>
                  <a:lnTo>
                    <a:pt x="340103" y="102520"/>
                  </a:lnTo>
                  <a:lnTo>
                    <a:pt x="350043" y="105280"/>
                  </a:lnTo>
                  <a:lnTo>
                    <a:pt x="376309" y="133782"/>
                  </a:lnTo>
                  <a:lnTo>
                    <a:pt x="379701" y="157018"/>
                  </a:lnTo>
                  <a:lnTo>
                    <a:pt x="379701" y="295563"/>
                  </a:lnTo>
                  <a:lnTo>
                    <a:pt x="413760" y="295563"/>
                  </a:lnTo>
                  <a:lnTo>
                    <a:pt x="413682" y="152905"/>
                  </a:lnTo>
                  <a:lnTo>
                    <a:pt x="404379" y="107950"/>
                  </a:lnTo>
                  <a:lnTo>
                    <a:pt x="400619" y="101600"/>
                  </a:lnTo>
                  <a:close/>
                </a:path>
                <a:path w="1115060" h="300990">
                  <a:moveTo>
                    <a:pt x="338714" y="71004"/>
                  </a:moveTo>
                  <a:lnTo>
                    <a:pt x="297728" y="81395"/>
                  </a:lnTo>
                  <a:lnTo>
                    <a:pt x="274060" y="108527"/>
                  </a:lnTo>
                  <a:lnTo>
                    <a:pt x="300058" y="108527"/>
                  </a:lnTo>
                  <a:lnTo>
                    <a:pt x="306387" y="105577"/>
                  </a:lnTo>
                  <a:lnTo>
                    <a:pt x="313459" y="103367"/>
                  </a:lnTo>
                  <a:lnTo>
                    <a:pt x="320963" y="102041"/>
                  </a:lnTo>
                  <a:lnTo>
                    <a:pt x="328901" y="101600"/>
                  </a:lnTo>
                  <a:lnTo>
                    <a:pt x="400619" y="101600"/>
                  </a:lnTo>
                  <a:lnTo>
                    <a:pt x="399220" y="99236"/>
                  </a:lnTo>
                  <a:lnTo>
                    <a:pt x="359821" y="73313"/>
                  </a:lnTo>
                  <a:lnTo>
                    <a:pt x="349619" y="71581"/>
                  </a:lnTo>
                  <a:lnTo>
                    <a:pt x="338714" y="71004"/>
                  </a:lnTo>
                  <a:close/>
                </a:path>
                <a:path w="1115060" h="300990">
                  <a:moveTo>
                    <a:pt x="525065" y="20781"/>
                  </a:moveTo>
                  <a:lnTo>
                    <a:pt x="491006" y="20781"/>
                  </a:lnTo>
                  <a:lnTo>
                    <a:pt x="491029" y="241684"/>
                  </a:lnTo>
                  <a:lnTo>
                    <a:pt x="504788" y="279282"/>
                  </a:lnTo>
                  <a:lnTo>
                    <a:pt x="543863" y="298062"/>
                  </a:lnTo>
                  <a:lnTo>
                    <a:pt x="551042" y="298450"/>
                  </a:lnTo>
                  <a:lnTo>
                    <a:pt x="557392" y="298450"/>
                  </a:lnTo>
                  <a:lnTo>
                    <a:pt x="562636" y="297968"/>
                  </a:lnTo>
                  <a:lnTo>
                    <a:pt x="566773" y="297006"/>
                  </a:lnTo>
                  <a:lnTo>
                    <a:pt x="570910" y="296140"/>
                  </a:lnTo>
                  <a:lnTo>
                    <a:pt x="574133" y="295275"/>
                  </a:lnTo>
                  <a:lnTo>
                    <a:pt x="576442" y="294409"/>
                  </a:lnTo>
                  <a:lnTo>
                    <a:pt x="569907" y="265545"/>
                  </a:lnTo>
                  <a:lnTo>
                    <a:pt x="549503" y="265545"/>
                  </a:lnTo>
                  <a:lnTo>
                    <a:pt x="544740" y="264775"/>
                  </a:lnTo>
                  <a:lnTo>
                    <a:pt x="525065" y="241684"/>
                  </a:lnTo>
                  <a:lnTo>
                    <a:pt x="525065" y="20781"/>
                  </a:lnTo>
                  <a:close/>
                </a:path>
                <a:path w="1115060" h="300990">
                  <a:moveTo>
                    <a:pt x="569515" y="263813"/>
                  </a:moveTo>
                  <a:lnTo>
                    <a:pt x="563742" y="264968"/>
                  </a:lnTo>
                  <a:lnTo>
                    <a:pt x="561337" y="265353"/>
                  </a:lnTo>
                  <a:lnTo>
                    <a:pt x="558258" y="265545"/>
                  </a:lnTo>
                  <a:lnTo>
                    <a:pt x="569907" y="265545"/>
                  </a:lnTo>
                  <a:lnTo>
                    <a:pt x="569515" y="263813"/>
                  </a:lnTo>
                  <a:close/>
                </a:path>
                <a:path w="1115060" h="300990">
                  <a:moveTo>
                    <a:pt x="491006" y="73890"/>
                  </a:moveTo>
                  <a:lnTo>
                    <a:pt x="457524" y="73890"/>
                  </a:lnTo>
                  <a:lnTo>
                    <a:pt x="457524" y="102754"/>
                  </a:lnTo>
                  <a:lnTo>
                    <a:pt x="491006" y="102754"/>
                  </a:lnTo>
                  <a:lnTo>
                    <a:pt x="491006" y="73890"/>
                  </a:lnTo>
                  <a:close/>
                </a:path>
                <a:path w="1115060" h="300990">
                  <a:moveTo>
                    <a:pt x="572402" y="73890"/>
                  </a:moveTo>
                  <a:lnTo>
                    <a:pt x="525065" y="73890"/>
                  </a:lnTo>
                  <a:lnTo>
                    <a:pt x="525065" y="102754"/>
                  </a:lnTo>
                  <a:lnTo>
                    <a:pt x="572402" y="102754"/>
                  </a:lnTo>
                  <a:lnTo>
                    <a:pt x="572402" y="73890"/>
                  </a:lnTo>
                  <a:close/>
                </a:path>
                <a:path w="1115060" h="300990">
                  <a:moveTo>
                    <a:pt x="656539" y="73890"/>
                  </a:moveTo>
                  <a:lnTo>
                    <a:pt x="623634" y="73890"/>
                  </a:lnTo>
                  <a:lnTo>
                    <a:pt x="623634" y="295563"/>
                  </a:lnTo>
                  <a:lnTo>
                    <a:pt x="657694" y="295563"/>
                  </a:lnTo>
                  <a:lnTo>
                    <a:pt x="657694" y="155286"/>
                  </a:lnTo>
                  <a:lnTo>
                    <a:pt x="658145" y="147989"/>
                  </a:lnTo>
                  <a:lnTo>
                    <a:pt x="678872" y="113758"/>
                  </a:lnTo>
                  <a:lnTo>
                    <a:pt x="690893" y="107372"/>
                  </a:lnTo>
                  <a:lnTo>
                    <a:pt x="656539" y="107372"/>
                  </a:lnTo>
                  <a:lnTo>
                    <a:pt x="656539" y="73890"/>
                  </a:lnTo>
                  <a:close/>
                </a:path>
                <a:path w="1115060" h="300990">
                  <a:moveTo>
                    <a:pt x="719077" y="70427"/>
                  </a:moveTo>
                  <a:lnTo>
                    <a:pt x="716575" y="70427"/>
                  </a:lnTo>
                  <a:lnTo>
                    <a:pt x="706870" y="71067"/>
                  </a:lnTo>
                  <a:lnTo>
                    <a:pt x="667363" y="92471"/>
                  </a:lnTo>
                  <a:lnTo>
                    <a:pt x="658848" y="107372"/>
                  </a:lnTo>
                  <a:lnTo>
                    <a:pt x="690893" y="107372"/>
                  </a:lnTo>
                  <a:lnTo>
                    <a:pt x="691392" y="107147"/>
                  </a:lnTo>
                  <a:lnTo>
                    <a:pt x="698391" y="105027"/>
                  </a:lnTo>
                  <a:lnTo>
                    <a:pt x="705824" y="103755"/>
                  </a:lnTo>
                  <a:lnTo>
                    <a:pt x="713689" y="103331"/>
                  </a:lnTo>
                  <a:lnTo>
                    <a:pt x="734471" y="103331"/>
                  </a:lnTo>
                  <a:lnTo>
                    <a:pt x="734471" y="71004"/>
                  </a:lnTo>
                  <a:lnTo>
                    <a:pt x="732547" y="70812"/>
                  </a:lnTo>
                  <a:lnTo>
                    <a:pt x="729708" y="70667"/>
                  </a:lnTo>
                  <a:lnTo>
                    <a:pt x="722204" y="70475"/>
                  </a:lnTo>
                  <a:lnTo>
                    <a:pt x="719077" y="70427"/>
                  </a:lnTo>
                  <a:close/>
                </a:path>
                <a:path w="1115060" h="300990">
                  <a:moveTo>
                    <a:pt x="734471" y="103331"/>
                  </a:moveTo>
                  <a:lnTo>
                    <a:pt x="718211" y="103331"/>
                  </a:lnTo>
                  <a:lnTo>
                    <a:pt x="722492" y="103668"/>
                  </a:lnTo>
                  <a:lnTo>
                    <a:pt x="726533" y="104342"/>
                  </a:lnTo>
                  <a:lnTo>
                    <a:pt x="730670" y="104919"/>
                  </a:lnTo>
                  <a:lnTo>
                    <a:pt x="733316" y="105352"/>
                  </a:lnTo>
                  <a:lnTo>
                    <a:pt x="734471" y="105640"/>
                  </a:lnTo>
                  <a:lnTo>
                    <a:pt x="734471" y="103331"/>
                  </a:lnTo>
                  <a:close/>
                </a:path>
                <a:path w="1115060" h="300990">
                  <a:moveTo>
                    <a:pt x="929045" y="101022"/>
                  </a:moveTo>
                  <a:lnTo>
                    <a:pt x="860857" y="101022"/>
                  </a:lnTo>
                  <a:lnTo>
                    <a:pt x="871871" y="101762"/>
                  </a:lnTo>
                  <a:lnTo>
                    <a:pt x="881387" y="103981"/>
                  </a:lnTo>
                  <a:lnTo>
                    <a:pt x="906886" y="135965"/>
                  </a:lnTo>
                  <a:lnTo>
                    <a:pt x="907617" y="146050"/>
                  </a:lnTo>
                  <a:lnTo>
                    <a:pt x="907617" y="152688"/>
                  </a:lnTo>
                  <a:lnTo>
                    <a:pt x="905644" y="156537"/>
                  </a:lnTo>
                  <a:lnTo>
                    <a:pt x="901700" y="158750"/>
                  </a:lnTo>
                  <a:lnTo>
                    <a:pt x="897851" y="160962"/>
                  </a:lnTo>
                  <a:lnTo>
                    <a:pt x="891693" y="162550"/>
                  </a:lnTo>
                  <a:lnTo>
                    <a:pt x="876471" y="164243"/>
                  </a:lnTo>
                  <a:lnTo>
                    <a:pt x="850467" y="167409"/>
                  </a:lnTo>
                  <a:lnTo>
                    <a:pt x="812312" y="174769"/>
                  </a:lnTo>
                  <a:lnTo>
                    <a:pt x="776025" y="196092"/>
                  </a:lnTo>
                  <a:lnTo>
                    <a:pt x="764558" y="234372"/>
                  </a:lnTo>
                  <a:lnTo>
                    <a:pt x="765084" y="243067"/>
                  </a:lnTo>
                  <a:lnTo>
                    <a:pt x="786425" y="282971"/>
                  </a:lnTo>
                  <a:lnTo>
                    <a:pt x="829784" y="300262"/>
                  </a:lnTo>
                  <a:lnTo>
                    <a:pt x="840076" y="300759"/>
                  </a:lnTo>
                  <a:lnTo>
                    <a:pt x="849375" y="300398"/>
                  </a:lnTo>
                  <a:lnTo>
                    <a:pt x="889965" y="284947"/>
                  </a:lnTo>
                  <a:lnTo>
                    <a:pt x="903668" y="270163"/>
                  </a:lnTo>
                  <a:lnTo>
                    <a:pt x="845271" y="270163"/>
                  </a:lnTo>
                  <a:lnTo>
                    <a:pt x="835444" y="269586"/>
                  </a:lnTo>
                  <a:lnTo>
                    <a:pt x="801795" y="249959"/>
                  </a:lnTo>
                  <a:lnTo>
                    <a:pt x="798512" y="225713"/>
                  </a:lnTo>
                  <a:lnTo>
                    <a:pt x="800821" y="218882"/>
                  </a:lnTo>
                  <a:lnTo>
                    <a:pt x="835890" y="199123"/>
                  </a:lnTo>
                  <a:lnTo>
                    <a:pt x="863022" y="195118"/>
                  </a:lnTo>
                  <a:lnTo>
                    <a:pt x="868987" y="194348"/>
                  </a:lnTo>
                  <a:lnTo>
                    <a:pt x="906173" y="185881"/>
                  </a:lnTo>
                  <a:lnTo>
                    <a:pt x="907617" y="184150"/>
                  </a:lnTo>
                  <a:lnTo>
                    <a:pt x="941676" y="184150"/>
                  </a:lnTo>
                  <a:lnTo>
                    <a:pt x="941676" y="149513"/>
                  </a:lnTo>
                  <a:lnTo>
                    <a:pt x="941134" y="136976"/>
                  </a:lnTo>
                  <a:lnTo>
                    <a:pt x="939511" y="125773"/>
                  </a:lnTo>
                  <a:lnTo>
                    <a:pt x="936805" y="115905"/>
                  </a:lnTo>
                  <a:lnTo>
                    <a:pt x="933017" y="107372"/>
                  </a:lnTo>
                  <a:lnTo>
                    <a:pt x="929045" y="101022"/>
                  </a:lnTo>
                  <a:close/>
                </a:path>
                <a:path w="1115060" h="300990">
                  <a:moveTo>
                    <a:pt x="941676" y="265545"/>
                  </a:moveTo>
                  <a:lnTo>
                    <a:pt x="907617" y="265545"/>
                  </a:lnTo>
                  <a:lnTo>
                    <a:pt x="907617" y="295563"/>
                  </a:lnTo>
                  <a:lnTo>
                    <a:pt x="941676" y="295563"/>
                  </a:lnTo>
                  <a:lnTo>
                    <a:pt x="941676" y="265545"/>
                  </a:lnTo>
                  <a:close/>
                </a:path>
                <a:path w="1115060" h="300990">
                  <a:moveTo>
                    <a:pt x="941676" y="184150"/>
                  </a:moveTo>
                  <a:lnTo>
                    <a:pt x="907617" y="184150"/>
                  </a:lnTo>
                  <a:lnTo>
                    <a:pt x="907612" y="215394"/>
                  </a:lnTo>
                  <a:lnTo>
                    <a:pt x="907166" y="222168"/>
                  </a:lnTo>
                  <a:lnTo>
                    <a:pt x="885897" y="257968"/>
                  </a:lnTo>
                  <a:lnTo>
                    <a:pt x="845271" y="270163"/>
                  </a:lnTo>
                  <a:lnTo>
                    <a:pt x="903668" y="270163"/>
                  </a:lnTo>
                  <a:lnTo>
                    <a:pt x="905885" y="265545"/>
                  </a:lnTo>
                  <a:lnTo>
                    <a:pt x="941676" y="265545"/>
                  </a:lnTo>
                  <a:lnTo>
                    <a:pt x="941676" y="184150"/>
                  </a:lnTo>
                  <a:close/>
                </a:path>
                <a:path w="1115060" h="300990">
                  <a:moveTo>
                    <a:pt x="866823" y="71004"/>
                  </a:moveTo>
                  <a:lnTo>
                    <a:pt x="859703" y="71004"/>
                  </a:lnTo>
                  <a:lnTo>
                    <a:pt x="851296" y="71293"/>
                  </a:lnTo>
                  <a:lnTo>
                    <a:pt x="809119" y="81828"/>
                  </a:lnTo>
                  <a:lnTo>
                    <a:pt x="775493" y="113416"/>
                  </a:lnTo>
                  <a:lnTo>
                    <a:pt x="770803" y="122959"/>
                  </a:lnTo>
                  <a:lnTo>
                    <a:pt x="803130" y="134504"/>
                  </a:lnTo>
                  <a:lnTo>
                    <a:pt x="806459" y="128533"/>
                  </a:lnTo>
                  <a:lnTo>
                    <a:pt x="810815" y="122742"/>
                  </a:lnTo>
                  <a:lnTo>
                    <a:pt x="849321" y="101690"/>
                  </a:lnTo>
                  <a:lnTo>
                    <a:pt x="860857" y="101022"/>
                  </a:lnTo>
                  <a:lnTo>
                    <a:pt x="929045" y="101022"/>
                  </a:lnTo>
                  <a:lnTo>
                    <a:pt x="928407" y="100003"/>
                  </a:lnTo>
                  <a:lnTo>
                    <a:pt x="891173" y="75162"/>
                  </a:lnTo>
                  <a:lnTo>
                    <a:pt x="875001" y="71870"/>
                  </a:lnTo>
                  <a:lnTo>
                    <a:pt x="866823" y="71004"/>
                  </a:lnTo>
                  <a:close/>
                </a:path>
                <a:path w="1115060" h="300990">
                  <a:moveTo>
                    <a:pt x="1036745" y="73890"/>
                  </a:moveTo>
                  <a:lnTo>
                    <a:pt x="1003841" y="73890"/>
                  </a:lnTo>
                  <a:lnTo>
                    <a:pt x="1003841" y="295563"/>
                  </a:lnTo>
                  <a:lnTo>
                    <a:pt x="1037900" y="295563"/>
                  </a:lnTo>
                  <a:lnTo>
                    <a:pt x="1037900" y="155286"/>
                  </a:lnTo>
                  <a:lnTo>
                    <a:pt x="1038351" y="147989"/>
                  </a:lnTo>
                  <a:lnTo>
                    <a:pt x="1059078" y="113758"/>
                  </a:lnTo>
                  <a:lnTo>
                    <a:pt x="1071099" y="107372"/>
                  </a:lnTo>
                  <a:lnTo>
                    <a:pt x="1036745" y="107372"/>
                  </a:lnTo>
                  <a:lnTo>
                    <a:pt x="1036745" y="73890"/>
                  </a:lnTo>
                  <a:close/>
                </a:path>
                <a:path w="1115060" h="300990">
                  <a:moveTo>
                    <a:pt x="1099283" y="70427"/>
                  </a:moveTo>
                  <a:lnTo>
                    <a:pt x="1096782" y="70427"/>
                  </a:lnTo>
                  <a:lnTo>
                    <a:pt x="1087076" y="71067"/>
                  </a:lnTo>
                  <a:lnTo>
                    <a:pt x="1047569" y="92471"/>
                  </a:lnTo>
                  <a:lnTo>
                    <a:pt x="1039054" y="107372"/>
                  </a:lnTo>
                  <a:lnTo>
                    <a:pt x="1071099" y="107372"/>
                  </a:lnTo>
                  <a:lnTo>
                    <a:pt x="1071598" y="107147"/>
                  </a:lnTo>
                  <a:lnTo>
                    <a:pt x="1078597" y="105027"/>
                  </a:lnTo>
                  <a:lnTo>
                    <a:pt x="1086030" y="103755"/>
                  </a:lnTo>
                  <a:lnTo>
                    <a:pt x="1093895" y="103331"/>
                  </a:lnTo>
                  <a:lnTo>
                    <a:pt x="1114677" y="103331"/>
                  </a:lnTo>
                  <a:lnTo>
                    <a:pt x="1114677" y="71004"/>
                  </a:lnTo>
                  <a:lnTo>
                    <a:pt x="1112753" y="70812"/>
                  </a:lnTo>
                  <a:lnTo>
                    <a:pt x="1109915" y="70667"/>
                  </a:lnTo>
                  <a:lnTo>
                    <a:pt x="1102410" y="70475"/>
                  </a:lnTo>
                  <a:lnTo>
                    <a:pt x="1099283" y="70427"/>
                  </a:lnTo>
                  <a:close/>
                </a:path>
                <a:path w="1115060" h="300990">
                  <a:moveTo>
                    <a:pt x="1114677" y="103331"/>
                  </a:moveTo>
                  <a:lnTo>
                    <a:pt x="1098417" y="103331"/>
                  </a:lnTo>
                  <a:lnTo>
                    <a:pt x="1102699" y="103668"/>
                  </a:lnTo>
                  <a:lnTo>
                    <a:pt x="1106740" y="104342"/>
                  </a:lnTo>
                  <a:lnTo>
                    <a:pt x="1110877" y="104919"/>
                  </a:lnTo>
                  <a:lnTo>
                    <a:pt x="1113523" y="105352"/>
                  </a:lnTo>
                  <a:lnTo>
                    <a:pt x="1114677" y="105640"/>
                  </a:lnTo>
                  <a:lnTo>
                    <a:pt x="1114677" y="103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654636" y="5430380"/>
            <a:ext cx="1879399" cy="524063"/>
            <a:chOff x="10375900" y="7632700"/>
            <a:chExt cx="2641600" cy="736600"/>
          </a:xfrm>
        </p:grpSpPr>
        <p:sp>
          <p:nvSpPr>
            <p:cNvPr id="23" name="object 23"/>
            <p:cNvSpPr/>
            <p:nvPr/>
          </p:nvSpPr>
          <p:spPr>
            <a:xfrm>
              <a:off x="10375900" y="7632700"/>
              <a:ext cx="2641600" cy="736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4" name="object 24"/>
            <p:cNvSpPr/>
            <p:nvPr/>
          </p:nvSpPr>
          <p:spPr>
            <a:xfrm>
              <a:off x="10426700" y="76327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5" name="object 25"/>
            <p:cNvSpPr/>
            <p:nvPr/>
          </p:nvSpPr>
          <p:spPr>
            <a:xfrm>
              <a:off x="11351490" y="77978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690968" y="5439415"/>
            <a:ext cx="2719708" cy="551170"/>
            <a:chOff x="6210300" y="7645400"/>
            <a:chExt cx="3822700" cy="774700"/>
          </a:xfrm>
        </p:grpSpPr>
        <p:sp>
          <p:nvSpPr>
            <p:cNvPr id="27" name="object 27"/>
            <p:cNvSpPr/>
            <p:nvPr/>
          </p:nvSpPr>
          <p:spPr>
            <a:xfrm>
              <a:off x="6210300" y="7645400"/>
              <a:ext cx="3822700" cy="7747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8" name="object 28"/>
            <p:cNvSpPr/>
            <p:nvPr/>
          </p:nvSpPr>
          <p:spPr>
            <a:xfrm>
              <a:off x="6261100" y="7645400"/>
              <a:ext cx="3721100" cy="6731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486289" y="5475557"/>
            <a:ext cx="1879399" cy="524063"/>
            <a:chOff x="3111500" y="7696200"/>
            <a:chExt cx="2641600" cy="736600"/>
          </a:xfrm>
        </p:grpSpPr>
        <p:sp>
          <p:nvSpPr>
            <p:cNvPr id="30" name="object 30"/>
            <p:cNvSpPr/>
            <p:nvPr/>
          </p:nvSpPr>
          <p:spPr>
            <a:xfrm>
              <a:off x="3111500" y="7696200"/>
              <a:ext cx="2641600" cy="736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1" name="object 31"/>
            <p:cNvSpPr/>
            <p:nvPr/>
          </p:nvSpPr>
          <p:spPr>
            <a:xfrm>
              <a:off x="3162300" y="76962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2" name="object 32"/>
            <p:cNvSpPr/>
            <p:nvPr/>
          </p:nvSpPr>
          <p:spPr>
            <a:xfrm>
              <a:off x="3883890" y="7857836"/>
              <a:ext cx="1115060" cy="300990"/>
            </a:xfrm>
            <a:custGeom>
              <a:avLst/>
              <a:gdLst/>
              <a:ahLst/>
              <a:cxnLst/>
              <a:rect l="l" t="t" r="r" b="b"/>
              <a:pathLst>
                <a:path w="1115060" h="300990">
                  <a:moveTo>
                    <a:pt x="178377" y="0"/>
                  </a:moveTo>
                  <a:lnTo>
                    <a:pt x="0" y="0"/>
                  </a:lnTo>
                  <a:lnTo>
                    <a:pt x="0" y="295563"/>
                  </a:lnTo>
                  <a:lnTo>
                    <a:pt x="180686" y="295563"/>
                  </a:lnTo>
                  <a:lnTo>
                    <a:pt x="180686" y="263813"/>
                  </a:lnTo>
                  <a:lnTo>
                    <a:pt x="35790" y="263813"/>
                  </a:lnTo>
                  <a:lnTo>
                    <a:pt x="35790" y="163368"/>
                  </a:lnTo>
                  <a:lnTo>
                    <a:pt x="169140" y="163368"/>
                  </a:lnTo>
                  <a:lnTo>
                    <a:pt x="169140" y="131618"/>
                  </a:lnTo>
                  <a:lnTo>
                    <a:pt x="35790" y="131618"/>
                  </a:lnTo>
                  <a:lnTo>
                    <a:pt x="35790" y="31750"/>
                  </a:lnTo>
                  <a:lnTo>
                    <a:pt x="178377" y="31750"/>
                  </a:lnTo>
                  <a:lnTo>
                    <a:pt x="178377" y="0"/>
                  </a:lnTo>
                  <a:close/>
                </a:path>
                <a:path w="1115060" h="300990">
                  <a:moveTo>
                    <a:pt x="271173" y="73890"/>
                  </a:moveTo>
                  <a:lnTo>
                    <a:pt x="238269" y="73890"/>
                  </a:lnTo>
                  <a:lnTo>
                    <a:pt x="238269" y="295563"/>
                  </a:lnTo>
                  <a:lnTo>
                    <a:pt x="272328" y="295563"/>
                  </a:lnTo>
                  <a:lnTo>
                    <a:pt x="272328" y="162213"/>
                  </a:lnTo>
                  <a:lnTo>
                    <a:pt x="272788" y="152905"/>
                  </a:lnTo>
                  <a:lnTo>
                    <a:pt x="288383" y="117366"/>
                  </a:lnTo>
                  <a:lnTo>
                    <a:pt x="300058" y="108527"/>
                  </a:lnTo>
                  <a:lnTo>
                    <a:pt x="271173" y="108527"/>
                  </a:lnTo>
                  <a:lnTo>
                    <a:pt x="271173" y="73890"/>
                  </a:lnTo>
                  <a:close/>
                </a:path>
                <a:path w="1115060" h="300990">
                  <a:moveTo>
                    <a:pt x="400619" y="101600"/>
                  </a:moveTo>
                  <a:lnTo>
                    <a:pt x="328901" y="101600"/>
                  </a:lnTo>
                  <a:lnTo>
                    <a:pt x="340103" y="102520"/>
                  </a:lnTo>
                  <a:lnTo>
                    <a:pt x="350043" y="105280"/>
                  </a:lnTo>
                  <a:lnTo>
                    <a:pt x="376309" y="133782"/>
                  </a:lnTo>
                  <a:lnTo>
                    <a:pt x="379701" y="157018"/>
                  </a:lnTo>
                  <a:lnTo>
                    <a:pt x="379701" y="295563"/>
                  </a:lnTo>
                  <a:lnTo>
                    <a:pt x="413760" y="295563"/>
                  </a:lnTo>
                  <a:lnTo>
                    <a:pt x="413682" y="152905"/>
                  </a:lnTo>
                  <a:lnTo>
                    <a:pt x="404379" y="107950"/>
                  </a:lnTo>
                  <a:lnTo>
                    <a:pt x="400619" y="101600"/>
                  </a:lnTo>
                  <a:close/>
                </a:path>
                <a:path w="1115060" h="300990">
                  <a:moveTo>
                    <a:pt x="338714" y="71004"/>
                  </a:moveTo>
                  <a:lnTo>
                    <a:pt x="297728" y="81395"/>
                  </a:lnTo>
                  <a:lnTo>
                    <a:pt x="274060" y="108527"/>
                  </a:lnTo>
                  <a:lnTo>
                    <a:pt x="300058" y="108527"/>
                  </a:lnTo>
                  <a:lnTo>
                    <a:pt x="306387" y="105577"/>
                  </a:lnTo>
                  <a:lnTo>
                    <a:pt x="313459" y="103367"/>
                  </a:lnTo>
                  <a:lnTo>
                    <a:pt x="320963" y="102041"/>
                  </a:lnTo>
                  <a:lnTo>
                    <a:pt x="328901" y="101600"/>
                  </a:lnTo>
                  <a:lnTo>
                    <a:pt x="400619" y="101600"/>
                  </a:lnTo>
                  <a:lnTo>
                    <a:pt x="399220" y="99236"/>
                  </a:lnTo>
                  <a:lnTo>
                    <a:pt x="359821" y="73313"/>
                  </a:lnTo>
                  <a:lnTo>
                    <a:pt x="349619" y="71581"/>
                  </a:lnTo>
                  <a:lnTo>
                    <a:pt x="338714" y="71004"/>
                  </a:lnTo>
                  <a:close/>
                </a:path>
                <a:path w="1115060" h="300990">
                  <a:moveTo>
                    <a:pt x="525065" y="20781"/>
                  </a:moveTo>
                  <a:lnTo>
                    <a:pt x="491006" y="20781"/>
                  </a:lnTo>
                  <a:lnTo>
                    <a:pt x="491029" y="241684"/>
                  </a:lnTo>
                  <a:lnTo>
                    <a:pt x="504788" y="279282"/>
                  </a:lnTo>
                  <a:lnTo>
                    <a:pt x="543863" y="298062"/>
                  </a:lnTo>
                  <a:lnTo>
                    <a:pt x="551042" y="298450"/>
                  </a:lnTo>
                  <a:lnTo>
                    <a:pt x="557392" y="298450"/>
                  </a:lnTo>
                  <a:lnTo>
                    <a:pt x="562636" y="297968"/>
                  </a:lnTo>
                  <a:lnTo>
                    <a:pt x="566773" y="297006"/>
                  </a:lnTo>
                  <a:lnTo>
                    <a:pt x="570910" y="296140"/>
                  </a:lnTo>
                  <a:lnTo>
                    <a:pt x="574133" y="295275"/>
                  </a:lnTo>
                  <a:lnTo>
                    <a:pt x="576442" y="294409"/>
                  </a:lnTo>
                  <a:lnTo>
                    <a:pt x="569907" y="265545"/>
                  </a:lnTo>
                  <a:lnTo>
                    <a:pt x="549503" y="265545"/>
                  </a:lnTo>
                  <a:lnTo>
                    <a:pt x="544740" y="264775"/>
                  </a:lnTo>
                  <a:lnTo>
                    <a:pt x="525065" y="241684"/>
                  </a:lnTo>
                  <a:lnTo>
                    <a:pt x="525065" y="20781"/>
                  </a:lnTo>
                  <a:close/>
                </a:path>
                <a:path w="1115060" h="300990">
                  <a:moveTo>
                    <a:pt x="569515" y="263813"/>
                  </a:moveTo>
                  <a:lnTo>
                    <a:pt x="563742" y="264968"/>
                  </a:lnTo>
                  <a:lnTo>
                    <a:pt x="561337" y="265353"/>
                  </a:lnTo>
                  <a:lnTo>
                    <a:pt x="558258" y="265545"/>
                  </a:lnTo>
                  <a:lnTo>
                    <a:pt x="569907" y="265545"/>
                  </a:lnTo>
                  <a:lnTo>
                    <a:pt x="569515" y="263813"/>
                  </a:lnTo>
                  <a:close/>
                </a:path>
                <a:path w="1115060" h="300990">
                  <a:moveTo>
                    <a:pt x="491006" y="73890"/>
                  </a:moveTo>
                  <a:lnTo>
                    <a:pt x="457524" y="73890"/>
                  </a:lnTo>
                  <a:lnTo>
                    <a:pt x="457524" y="102754"/>
                  </a:lnTo>
                  <a:lnTo>
                    <a:pt x="491006" y="102754"/>
                  </a:lnTo>
                  <a:lnTo>
                    <a:pt x="491006" y="73890"/>
                  </a:lnTo>
                  <a:close/>
                </a:path>
                <a:path w="1115060" h="300990">
                  <a:moveTo>
                    <a:pt x="572402" y="73890"/>
                  </a:moveTo>
                  <a:lnTo>
                    <a:pt x="525065" y="73890"/>
                  </a:lnTo>
                  <a:lnTo>
                    <a:pt x="525065" y="102754"/>
                  </a:lnTo>
                  <a:lnTo>
                    <a:pt x="572402" y="102754"/>
                  </a:lnTo>
                  <a:lnTo>
                    <a:pt x="572402" y="73890"/>
                  </a:lnTo>
                  <a:close/>
                </a:path>
                <a:path w="1115060" h="300990">
                  <a:moveTo>
                    <a:pt x="656539" y="73890"/>
                  </a:moveTo>
                  <a:lnTo>
                    <a:pt x="623634" y="73890"/>
                  </a:lnTo>
                  <a:lnTo>
                    <a:pt x="623634" y="295563"/>
                  </a:lnTo>
                  <a:lnTo>
                    <a:pt x="657694" y="295563"/>
                  </a:lnTo>
                  <a:lnTo>
                    <a:pt x="657694" y="155286"/>
                  </a:lnTo>
                  <a:lnTo>
                    <a:pt x="658145" y="147989"/>
                  </a:lnTo>
                  <a:lnTo>
                    <a:pt x="678872" y="113758"/>
                  </a:lnTo>
                  <a:lnTo>
                    <a:pt x="690893" y="107372"/>
                  </a:lnTo>
                  <a:lnTo>
                    <a:pt x="656539" y="107372"/>
                  </a:lnTo>
                  <a:lnTo>
                    <a:pt x="656539" y="73890"/>
                  </a:lnTo>
                  <a:close/>
                </a:path>
                <a:path w="1115060" h="300990">
                  <a:moveTo>
                    <a:pt x="719077" y="70427"/>
                  </a:moveTo>
                  <a:lnTo>
                    <a:pt x="716575" y="70427"/>
                  </a:lnTo>
                  <a:lnTo>
                    <a:pt x="706870" y="71067"/>
                  </a:lnTo>
                  <a:lnTo>
                    <a:pt x="667363" y="92471"/>
                  </a:lnTo>
                  <a:lnTo>
                    <a:pt x="658848" y="107372"/>
                  </a:lnTo>
                  <a:lnTo>
                    <a:pt x="690893" y="107372"/>
                  </a:lnTo>
                  <a:lnTo>
                    <a:pt x="691392" y="107147"/>
                  </a:lnTo>
                  <a:lnTo>
                    <a:pt x="698391" y="105027"/>
                  </a:lnTo>
                  <a:lnTo>
                    <a:pt x="705824" y="103755"/>
                  </a:lnTo>
                  <a:lnTo>
                    <a:pt x="713689" y="103331"/>
                  </a:lnTo>
                  <a:lnTo>
                    <a:pt x="734471" y="103331"/>
                  </a:lnTo>
                  <a:lnTo>
                    <a:pt x="734471" y="71004"/>
                  </a:lnTo>
                  <a:lnTo>
                    <a:pt x="732547" y="70812"/>
                  </a:lnTo>
                  <a:lnTo>
                    <a:pt x="729708" y="70667"/>
                  </a:lnTo>
                  <a:lnTo>
                    <a:pt x="722204" y="70475"/>
                  </a:lnTo>
                  <a:lnTo>
                    <a:pt x="719077" y="70427"/>
                  </a:lnTo>
                  <a:close/>
                </a:path>
                <a:path w="1115060" h="300990">
                  <a:moveTo>
                    <a:pt x="734471" y="103331"/>
                  </a:moveTo>
                  <a:lnTo>
                    <a:pt x="718211" y="103331"/>
                  </a:lnTo>
                  <a:lnTo>
                    <a:pt x="722492" y="103668"/>
                  </a:lnTo>
                  <a:lnTo>
                    <a:pt x="726533" y="104342"/>
                  </a:lnTo>
                  <a:lnTo>
                    <a:pt x="730670" y="104919"/>
                  </a:lnTo>
                  <a:lnTo>
                    <a:pt x="733316" y="105352"/>
                  </a:lnTo>
                  <a:lnTo>
                    <a:pt x="734471" y="105640"/>
                  </a:lnTo>
                  <a:lnTo>
                    <a:pt x="734471" y="103331"/>
                  </a:lnTo>
                  <a:close/>
                </a:path>
                <a:path w="1115060" h="300990">
                  <a:moveTo>
                    <a:pt x="929045" y="101022"/>
                  </a:moveTo>
                  <a:lnTo>
                    <a:pt x="860857" y="101022"/>
                  </a:lnTo>
                  <a:lnTo>
                    <a:pt x="871871" y="101762"/>
                  </a:lnTo>
                  <a:lnTo>
                    <a:pt x="881387" y="103981"/>
                  </a:lnTo>
                  <a:lnTo>
                    <a:pt x="906886" y="135965"/>
                  </a:lnTo>
                  <a:lnTo>
                    <a:pt x="907617" y="146050"/>
                  </a:lnTo>
                  <a:lnTo>
                    <a:pt x="907617" y="152688"/>
                  </a:lnTo>
                  <a:lnTo>
                    <a:pt x="905644" y="156537"/>
                  </a:lnTo>
                  <a:lnTo>
                    <a:pt x="901700" y="158750"/>
                  </a:lnTo>
                  <a:lnTo>
                    <a:pt x="897851" y="160962"/>
                  </a:lnTo>
                  <a:lnTo>
                    <a:pt x="891693" y="162550"/>
                  </a:lnTo>
                  <a:lnTo>
                    <a:pt x="876471" y="164243"/>
                  </a:lnTo>
                  <a:lnTo>
                    <a:pt x="850467" y="167409"/>
                  </a:lnTo>
                  <a:lnTo>
                    <a:pt x="812312" y="174769"/>
                  </a:lnTo>
                  <a:lnTo>
                    <a:pt x="776025" y="196092"/>
                  </a:lnTo>
                  <a:lnTo>
                    <a:pt x="764558" y="234372"/>
                  </a:lnTo>
                  <a:lnTo>
                    <a:pt x="765084" y="243067"/>
                  </a:lnTo>
                  <a:lnTo>
                    <a:pt x="786425" y="282971"/>
                  </a:lnTo>
                  <a:lnTo>
                    <a:pt x="829784" y="300262"/>
                  </a:lnTo>
                  <a:lnTo>
                    <a:pt x="840076" y="300759"/>
                  </a:lnTo>
                  <a:lnTo>
                    <a:pt x="849375" y="300398"/>
                  </a:lnTo>
                  <a:lnTo>
                    <a:pt x="889965" y="284947"/>
                  </a:lnTo>
                  <a:lnTo>
                    <a:pt x="903668" y="270163"/>
                  </a:lnTo>
                  <a:lnTo>
                    <a:pt x="845271" y="270163"/>
                  </a:lnTo>
                  <a:lnTo>
                    <a:pt x="835444" y="269586"/>
                  </a:lnTo>
                  <a:lnTo>
                    <a:pt x="801795" y="249959"/>
                  </a:lnTo>
                  <a:lnTo>
                    <a:pt x="798512" y="225713"/>
                  </a:lnTo>
                  <a:lnTo>
                    <a:pt x="800821" y="218882"/>
                  </a:lnTo>
                  <a:lnTo>
                    <a:pt x="835890" y="199123"/>
                  </a:lnTo>
                  <a:lnTo>
                    <a:pt x="863022" y="195118"/>
                  </a:lnTo>
                  <a:lnTo>
                    <a:pt x="868987" y="194348"/>
                  </a:lnTo>
                  <a:lnTo>
                    <a:pt x="906173" y="185881"/>
                  </a:lnTo>
                  <a:lnTo>
                    <a:pt x="907617" y="184150"/>
                  </a:lnTo>
                  <a:lnTo>
                    <a:pt x="941676" y="184150"/>
                  </a:lnTo>
                  <a:lnTo>
                    <a:pt x="941676" y="149513"/>
                  </a:lnTo>
                  <a:lnTo>
                    <a:pt x="941134" y="136976"/>
                  </a:lnTo>
                  <a:lnTo>
                    <a:pt x="939511" y="125773"/>
                  </a:lnTo>
                  <a:lnTo>
                    <a:pt x="936805" y="115905"/>
                  </a:lnTo>
                  <a:lnTo>
                    <a:pt x="933017" y="107372"/>
                  </a:lnTo>
                  <a:lnTo>
                    <a:pt x="929045" y="101022"/>
                  </a:lnTo>
                  <a:close/>
                </a:path>
                <a:path w="1115060" h="300990">
                  <a:moveTo>
                    <a:pt x="941676" y="265545"/>
                  </a:moveTo>
                  <a:lnTo>
                    <a:pt x="907617" y="265545"/>
                  </a:lnTo>
                  <a:lnTo>
                    <a:pt x="907617" y="295563"/>
                  </a:lnTo>
                  <a:lnTo>
                    <a:pt x="941676" y="295563"/>
                  </a:lnTo>
                  <a:lnTo>
                    <a:pt x="941676" y="265545"/>
                  </a:lnTo>
                  <a:close/>
                </a:path>
                <a:path w="1115060" h="300990">
                  <a:moveTo>
                    <a:pt x="941676" y="184150"/>
                  </a:moveTo>
                  <a:lnTo>
                    <a:pt x="907617" y="184150"/>
                  </a:lnTo>
                  <a:lnTo>
                    <a:pt x="907612" y="215394"/>
                  </a:lnTo>
                  <a:lnTo>
                    <a:pt x="907166" y="222168"/>
                  </a:lnTo>
                  <a:lnTo>
                    <a:pt x="885897" y="257968"/>
                  </a:lnTo>
                  <a:lnTo>
                    <a:pt x="845271" y="270163"/>
                  </a:lnTo>
                  <a:lnTo>
                    <a:pt x="903668" y="270163"/>
                  </a:lnTo>
                  <a:lnTo>
                    <a:pt x="905885" y="265545"/>
                  </a:lnTo>
                  <a:lnTo>
                    <a:pt x="941676" y="265545"/>
                  </a:lnTo>
                  <a:lnTo>
                    <a:pt x="941676" y="184150"/>
                  </a:lnTo>
                  <a:close/>
                </a:path>
                <a:path w="1115060" h="300990">
                  <a:moveTo>
                    <a:pt x="866823" y="71004"/>
                  </a:moveTo>
                  <a:lnTo>
                    <a:pt x="859703" y="71004"/>
                  </a:lnTo>
                  <a:lnTo>
                    <a:pt x="851296" y="71293"/>
                  </a:lnTo>
                  <a:lnTo>
                    <a:pt x="809119" y="81828"/>
                  </a:lnTo>
                  <a:lnTo>
                    <a:pt x="775493" y="113416"/>
                  </a:lnTo>
                  <a:lnTo>
                    <a:pt x="770803" y="122959"/>
                  </a:lnTo>
                  <a:lnTo>
                    <a:pt x="803130" y="134504"/>
                  </a:lnTo>
                  <a:lnTo>
                    <a:pt x="806459" y="128533"/>
                  </a:lnTo>
                  <a:lnTo>
                    <a:pt x="810815" y="122742"/>
                  </a:lnTo>
                  <a:lnTo>
                    <a:pt x="849321" y="101690"/>
                  </a:lnTo>
                  <a:lnTo>
                    <a:pt x="860857" y="101022"/>
                  </a:lnTo>
                  <a:lnTo>
                    <a:pt x="929045" y="101022"/>
                  </a:lnTo>
                  <a:lnTo>
                    <a:pt x="928407" y="100003"/>
                  </a:lnTo>
                  <a:lnTo>
                    <a:pt x="891173" y="75162"/>
                  </a:lnTo>
                  <a:lnTo>
                    <a:pt x="875001" y="71870"/>
                  </a:lnTo>
                  <a:lnTo>
                    <a:pt x="866823" y="71004"/>
                  </a:lnTo>
                  <a:close/>
                </a:path>
                <a:path w="1115060" h="300990">
                  <a:moveTo>
                    <a:pt x="1036745" y="73890"/>
                  </a:moveTo>
                  <a:lnTo>
                    <a:pt x="1003841" y="73890"/>
                  </a:lnTo>
                  <a:lnTo>
                    <a:pt x="1003841" y="295563"/>
                  </a:lnTo>
                  <a:lnTo>
                    <a:pt x="1037900" y="295563"/>
                  </a:lnTo>
                  <a:lnTo>
                    <a:pt x="1037900" y="155286"/>
                  </a:lnTo>
                  <a:lnTo>
                    <a:pt x="1038351" y="147989"/>
                  </a:lnTo>
                  <a:lnTo>
                    <a:pt x="1059078" y="113758"/>
                  </a:lnTo>
                  <a:lnTo>
                    <a:pt x="1071099" y="107372"/>
                  </a:lnTo>
                  <a:lnTo>
                    <a:pt x="1036745" y="107372"/>
                  </a:lnTo>
                  <a:lnTo>
                    <a:pt x="1036745" y="73890"/>
                  </a:lnTo>
                  <a:close/>
                </a:path>
                <a:path w="1115060" h="300990">
                  <a:moveTo>
                    <a:pt x="1099283" y="70427"/>
                  </a:moveTo>
                  <a:lnTo>
                    <a:pt x="1096782" y="70427"/>
                  </a:lnTo>
                  <a:lnTo>
                    <a:pt x="1087076" y="71067"/>
                  </a:lnTo>
                  <a:lnTo>
                    <a:pt x="1047569" y="92471"/>
                  </a:lnTo>
                  <a:lnTo>
                    <a:pt x="1039054" y="107372"/>
                  </a:lnTo>
                  <a:lnTo>
                    <a:pt x="1071099" y="107372"/>
                  </a:lnTo>
                  <a:lnTo>
                    <a:pt x="1071598" y="107147"/>
                  </a:lnTo>
                  <a:lnTo>
                    <a:pt x="1078597" y="105027"/>
                  </a:lnTo>
                  <a:lnTo>
                    <a:pt x="1086030" y="103755"/>
                  </a:lnTo>
                  <a:lnTo>
                    <a:pt x="1093895" y="103331"/>
                  </a:lnTo>
                  <a:lnTo>
                    <a:pt x="1114677" y="103331"/>
                  </a:lnTo>
                  <a:lnTo>
                    <a:pt x="1114677" y="71004"/>
                  </a:lnTo>
                  <a:lnTo>
                    <a:pt x="1112753" y="70812"/>
                  </a:lnTo>
                  <a:lnTo>
                    <a:pt x="1109915" y="70667"/>
                  </a:lnTo>
                  <a:lnTo>
                    <a:pt x="1102410" y="70475"/>
                  </a:lnTo>
                  <a:lnTo>
                    <a:pt x="1099283" y="70427"/>
                  </a:lnTo>
                  <a:close/>
                </a:path>
                <a:path w="1115060" h="300990">
                  <a:moveTo>
                    <a:pt x="1114677" y="103331"/>
                  </a:moveTo>
                  <a:lnTo>
                    <a:pt x="1098417" y="103331"/>
                  </a:lnTo>
                  <a:lnTo>
                    <a:pt x="1102699" y="103668"/>
                  </a:lnTo>
                  <a:lnTo>
                    <a:pt x="1106740" y="104342"/>
                  </a:lnTo>
                  <a:lnTo>
                    <a:pt x="1110877" y="104919"/>
                  </a:lnTo>
                  <a:lnTo>
                    <a:pt x="1113523" y="105352"/>
                  </a:lnTo>
                  <a:lnTo>
                    <a:pt x="1114677" y="105640"/>
                  </a:lnTo>
                  <a:lnTo>
                    <a:pt x="1114677" y="103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7654636" y="5430380"/>
            <a:ext cx="1879399" cy="524063"/>
            <a:chOff x="10375900" y="7632700"/>
            <a:chExt cx="2641600" cy="736600"/>
          </a:xfrm>
        </p:grpSpPr>
        <p:sp>
          <p:nvSpPr>
            <p:cNvPr id="34" name="object 34"/>
            <p:cNvSpPr/>
            <p:nvPr/>
          </p:nvSpPr>
          <p:spPr>
            <a:xfrm>
              <a:off x="10375900" y="7632700"/>
              <a:ext cx="2641600" cy="736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5" name="object 35"/>
            <p:cNvSpPr/>
            <p:nvPr/>
          </p:nvSpPr>
          <p:spPr>
            <a:xfrm>
              <a:off x="10426700" y="76327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6" name="object 36"/>
            <p:cNvSpPr/>
            <p:nvPr/>
          </p:nvSpPr>
          <p:spPr>
            <a:xfrm>
              <a:off x="11351490" y="77978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690968" y="5439415"/>
            <a:ext cx="2719708" cy="551170"/>
            <a:chOff x="6210300" y="7645400"/>
            <a:chExt cx="3822700" cy="774700"/>
          </a:xfrm>
        </p:grpSpPr>
        <p:sp>
          <p:nvSpPr>
            <p:cNvPr id="38" name="object 38"/>
            <p:cNvSpPr/>
            <p:nvPr/>
          </p:nvSpPr>
          <p:spPr>
            <a:xfrm>
              <a:off x="6210300" y="7645400"/>
              <a:ext cx="3822700" cy="7747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9" name="object 39"/>
            <p:cNvSpPr/>
            <p:nvPr/>
          </p:nvSpPr>
          <p:spPr>
            <a:xfrm>
              <a:off x="6261100" y="7645400"/>
              <a:ext cx="3721100" cy="6731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5830" y="2105289"/>
            <a:ext cx="7879020" cy="3090166"/>
            <a:chOff x="2590800" y="2959100"/>
            <a:chExt cx="11074400" cy="4343400"/>
          </a:xfrm>
        </p:grpSpPr>
        <p:sp>
          <p:nvSpPr>
            <p:cNvPr id="3" name="object 3"/>
            <p:cNvSpPr/>
            <p:nvPr/>
          </p:nvSpPr>
          <p:spPr>
            <a:xfrm>
              <a:off x="2590800" y="2959100"/>
              <a:ext cx="11074400" cy="4343400"/>
            </a:xfrm>
            <a:custGeom>
              <a:avLst/>
              <a:gdLst/>
              <a:ahLst/>
              <a:cxnLst/>
              <a:rect l="l" t="t" r="r" b="b"/>
              <a:pathLst>
                <a:path w="11074400" h="4343400">
                  <a:moveTo>
                    <a:pt x="10680700" y="0"/>
                  </a:moveTo>
                  <a:lnTo>
                    <a:pt x="393700" y="0"/>
                  </a:lnTo>
                  <a:lnTo>
                    <a:pt x="344315" y="3067"/>
                  </a:lnTo>
                  <a:lnTo>
                    <a:pt x="296760" y="12023"/>
                  </a:lnTo>
                  <a:lnTo>
                    <a:pt x="251406" y="26500"/>
                  </a:lnTo>
                  <a:lnTo>
                    <a:pt x="208619" y="46128"/>
                  </a:lnTo>
                  <a:lnTo>
                    <a:pt x="168770" y="70537"/>
                  </a:lnTo>
                  <a:lnTo>
                    <a:pt x="132228" y="99360"/>
                  </a:lnTo>
                  <a:lnTo>
                    <a:pt x="99360" y="132228"/>
                  </a:lnTo>
                  <a:lnTo>
                    <a:pt x="70537" y="168770"/>
                  </a:lnTo>
                  <a:lnTo>
                    <a:pt x="46128" y="208619"/>
                  </a:lnTo>
                  <a:lnTo>
                    <a:pt x="26500" y="251406"/>
                  </a:lnTo>
                  <a:lnTo>
                    <a:pt x="12023" y="296760"/>
                  </a:lnTo>
                  <a:lnTo>
                    <a:pt x="3067" y="344315"/>
                  </a:lnTo>
                  <a:lnTo>
                    <a:pt x="0" y="393700"/>
                  </a:lnTo>
                  <a:lnTo>
                    <a:pt x="0" y="3949700"/>
                  </a:lnTo>
                  <a:lnTo>
                    <a:pt x="3067" y="3999084"/>
                  </a:lnTo>
                  <a:lnTo>
                    <a:pt x="12023" y="4046639"/>
                  </a:lnTo>
                  <a:lnTo>
                    <a:pt x="26500" y="4091993"/>
                  </a:lnTo>
                  <a:lnTo>
                    <a:pt x="46128" y="4134780"/>
                  </a:lnTo>
                  <a:lnTo>
                    <a:pt x="70537" y="4174629"/>
                  </a:lnTo>
                  <a:lnTo>
                    <a:pt x="99360" y="4211171"/>
                  </a:lnTo>
                  <a:lnTo>
                    <a:pt x="132228" y="4244039"/>
                  </a:lnTo>
                  <a:lnTo>
                    <a:pt x="168770" y="4272862"/>
                  </a:lnTo>
                  <a:lnTo>
                    <a:pt x="208619" y="4297271"/>
                  </a:lnTo>
                  <a:lnTo>
                    <a:pt x="251406" y="4316899"/>
                  </a:lnTo>
                  <a:lnTo>
                    <a:pt x="296760" y="4331376"/>
                  </a:lnTo>
                  <a:lnTo>
                    <a:pt x="344315" y="4340332"/>
                  </a:lnTo>
                  <a:lnTo>
                    <a:pt x="393700" y="4343400"/>
                  </a:lnTo>
                  <a:lnTo>
                    <a:pt x="10680700" y="4343400"/>
                  </a:lnTo>
                  <a:lnTo>
                    <a:pt x="10730084" y="4340332"/>
                  </a:lnTo>
                  <a:lnTo>
                    <a:pt x="10777639" y="4331376"/>
                  </a:lnTo>
                  <a:lnTo>
                    <a:pt x="10822994" y="4316899"/>
                  </a:lnTo>
                  <a:lnTo>
                    <a:pt x="10865780" y="4297271"/>
                  </a:lnTo>
                  <a:lnTo>
                    <a:pt x="10905629" y="4272862"/>
                  </a:lnTo>
                  <a:lnTo>
                    <a:pt x="10942171" y="4244039"/>
                  </a:lnTo>
                  <a:lnTo>
                    <a:pt x="10975039" y="4211171"/>
                  </a:lnTo>
                  <a:lnTo>
                    <a:pt x="11003862" y="4174629"/>
                  </a:lnTo>
                  <a:lnTo>
                    <a:pt x="11028271" y="4134780"/>
                  </a:lnTo>
                  <a:lnTo>
                    <a:pt x="11047899" y="4091993"/>
                  </a:lnTo>
                  <a:lnTo>
                    <a:pt x="11062376" y="4046639"/>
                  </a:lnTo>
                  <a:lnTo>
                    <a:pt x="11071332" y="3999084"/>
                  </a:lnTo>
                  <a:lnTo>
                    <a:pt x="11074400" y="3949700"/>
                  </a:lnTo>
                  <a:lnTo>
                    <a:pt x="11074400" y="393700"/>
                  </a:lnTo>
                  <a:lnTo>
                    <a:pt x="11071332" y="344315"/>
                  </a:lnTo>
                  <a:lnTo>
                    <a:pt x="11062376" y="296760"/>
                  </a:lnTo>
                  <a:lnTo>
                    <a:pt x="11047899" y="251406"/>
                  </a:lnTo>
                  <a:lnTo>
                    <a:pt x="11028271" y="208619"/>
                  </a:lnTo>
                  <a:lnTo>
                    <a:pt x="11003861" y="168770"/>
                  </a:lnTo>
                  <a:lnTo>
                    <a:pt x="10975038" y="132228"/>
                  </a:lnTo>
                  <a:lnTo>
                    <a:pt x="10942171" y="99360"/>
                  </a:lnTo>
                  <a:lnTo>
                    <a:pt x="10905629" y="70537"/>
                  </a:lnTo>
                  <a:lnTo>
                    <a:pt x="10865780" y="46128"/>
                  </a:lnTo>
                  <a:lnTo>
                    <a:pt x="10822993" y="26500"/>
                  </a:lnTo>
                  <a:lnTo>
                    <a:pt x="10777639" y="12023"/>
                  </a:lnTo>
                  <a:lnTo>
                    <a:pt x="10730084" y="3067"/>
                  </a:lnTo>
                  <a:lnTo>
                    <a:pt x="10680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2590800" y="2959100"/>
              <a:ext cx="11074400" cy="4343400"/>
            </a:xfrm>
            <a:custGeom>
              <a:avLst/>
              <a:gdLst/>
              <a:ahLst/>
              <a:cxnLst/>
              <a:rect l="l" t="t" r="r" b="b"/>
              <a:pathLst>
                <a:path w="11074400" h="4343400">
                  <a:moveTo>
                    <a:pt x="10680700" y="4330700"/>
                  </a:moveTo>
                  <a:lnTo>
                    <a:pt x="393700" y="4330700"/>
                  </a:lnTo>
                  <a:lnTo>
                    <a:pt x="393700" y="4343400"/>
                  </a:lnTo>
                  <a:lnTo>
                    <a:pt x="10680700" y="4343400"/>
                  </a:lnTo>
                  <a:lnTo>
                    <a:pt x="10680700" y="4330700"/>
                  </a:lnTo>
                  <a:close/>
                </a:path>
                <a:path w="11074400" h="4343400">
                  <a:moveTo>
                    <a:pt x="10680700" y="0"/>
                  </a:moveTo>
                  <a:lnTo>
                    <a:pt x="10680700" y="12700"/>
                  </a:lnTo>
                  <a:lnTo>
                    <a:pt x="10728491" y="15668"/>
                  </a:lnTo>
                  <a:lnTo>
                    <a:pt x="10774512" y="24336"/>
                  </a:lnTo>
                  <a:lnTo>
                    <a:pt x="10818403" y="38345"/>
                  </a:lnTo>
                  <a:lnTo>
                    <a:pt x="10859810" y="57340"/>
                  </a:lnTo>
                  <a:lnTo>
                    <a:pt x="10898373" y="80962"/>
                  </a:lnTo>
                  <a:lnTo>
                    <a:pt x="10933737" y="108855"/>
                  </a:lnTo>
                  <a:lnTo>
                    <a:pt x="10965544" y="140662"/>
                  </a:lnTo>
                  <a:lnTo>
                    <a:pt x="10993437" y="176026"/>
                  </a:lnTo>
                  <a:lnTo>
                    <a:pt x="11017059" y="214589"/>
                  </a:lnTo>
                  <a:lnTo>
                    <a:pt x="11036054" y="255996"/>
                  </a:lnTo>
                  <a:lnTo>
                    <a:pt x="11050063" y="299887"/>
                  </a:lnTo>
                  <a:lnTo>
                    <a:pt x="11058731" y="345908"/>
                  </a:lnTo>
                  <a:lnTo>
                    <a:pt x="11061700" y="393700"/>
                  </a:lnTo>
                  <a:lnTo>
                    <a:pt x="11061700" y="3949700"/>
                  </a:lnTo>
                  <a:lnTo>
                    <a:pt x="11058731" y="3997491"/>
                  </a:lnTo>
                  <a:lnTo>
                    <a:pt x="11050063" y="4043512"/>
                  </a:lnTo>
                  <a:lnTo>
                    <a:pt x="11036054" y="4087403"/>
                  </a:lnTo>
                  <a:lnTo>
                    <a:pt x="11017059" y="4128810"/>
                  </a:lnTo>
                  <a:lnTo>
                    <a:pt x="10993437" y="4167373"/>
                  </a:lnTo>
                  <a:lnTo>
                    <a:pt x="10965544" y="4202737"/>
                  </a:lnTo>
                  <a:lnTo>
                    <a:pt x="10933737" y="4234544"/>
                  </a:lnTo>
                  <a:lnTo>
                    <a:pt x="10898373" y="4262437"/>
                  </a:lnTo>
                  <a:lnTo>
                    <a:pt x="10859810" y="4286059"/>
                  </a:lnTo>
                  <a:lnTo>
                    <a:pt x="10818403" y="4305054"/>
                  </a:lnTo>
                  <a:lnTo>
                    <a:pt x="10774512" y="4319063"/>
                  </a:lnTo>
                  <a:lnTo>
                    <a:pt x="10728491" y="4327731"/>
                  </a:lnTo>
                  <a:lnTo>
                    <a:pt x="10680700" y="4330700"/>
                  </a:lnTo>
                  <a:lnTo>
                    <a:pt x="10680700" y="4343400"/>
                  </a:lnTo>
                  <a:lnTo>
                    <a:pt x="10730084" y="4340332"/>
                  </a:lnTo>
                  <a:lnTo>
                    <a:pt x="10777639" y="4331376"/>
                  </a:lnTo>
                  <a:lnTo>
                    <a:pt x="10822994" y="4316899"/>
                  </a:lnTo>
                  <a:lnTo>
                    <a:pt x="10865780" y="4297271"/>
                  </a:lnTo>
                  <a:lnTo>
                    <a:pt x="10905629" y="4272862"/>
                  </a:lnTo>
                  <a:lnTo>
                    <a:pt x="10942171" y="4244039"/>
                  </a:lnTo>
                  <a:lnTo>
                    <a:pt x="10975039" y="4211171"/>
                  </a:lnTo>
                  <a:lnTo>
                    <a:pt x="11003862" y="4174629"/>
                  </a:lnTo>
                  <a:lnTo>
                    <a:pt x="11028271" y="4134780"/>
                  </a:lnTo>
                  <a:lnTo>
                    <a:pt x="11047899" y="4091994"/>
                  </a:lnTo>
                  <a:lnTo>
                    <a:pt x="11062376" y="4046639"/>
                  </a:lnTo>
                  <a:lnTo>
                    <a:pt x="11071332" y="3999084"/>
                  </a:lnTo>
                  <a:lnTo>
                    <a:pt x="11074400" y="3949700"/>
                  </a:lnTo>
                  <a:lnTo>
                    <a:pt x="11074400" y="393700"/>
                  </a:lnTo>
                  <a:lnTo>
                    <a:pt x="11071332" y="344315"/>
                  </a:lnTo>
                  <a:lnTo>
                    <a:pt x="11062376" y="296760"/>
                  </a:lnTo>
                  <a:lnTo>
                    <a:pt x="11047899" y="251405"/>
                  </a:lnTo>
                  <a:lnTo>
                    <a:pt x="11028271" y="208619"/>
                  </a:lnTo>
                  <a:lnTo>
                    <a:pt x="11003862" y="168770"/>
                  </a:lnTo>
                  <a:lnTo>
                    <a:pt x="10975039" y="132228"/>
                  </a:lnTo>
                  <a:lnTo>
                    <a:pt x="10942171" y="99360"/>
                  </a:lnTo>
                  <a:lnTo>
                    <a:pt x="10905629" y="70537"/>
                  </a:lnTo>
                  <a:lnTo>
                    <a:pt x="10865780" y="46128"/>
                  </a:lnTo>
                  <a:lnTo>
                    <a:pt x="10822994" y="26500"/>
                  </a:lnTo>
                  <a:lnTo>
                    <a:pt x="10777639" y="12023"/>
                  </a:lnTo>
                  <a:lnTo>
                    <a:pt x="10730084" y="3067"/>
                  </a:lnTo>
                  <a:lnTo>
                    <a:pt x="10680700" y="0"/>
                  </a:lnTo>
                  <a:close/>
                </a:path>
                <a:path w="11074400" h="4343400">
                  <a:moveTo>
                    <a:pt x="393700" y="0"/>
                  </a:moveTo>
                  <a:lnTo>
                    <a:pt x="344315" y="3067"/>
                  </a:lnTo>
                  <a:lnTo>
                    <a:pt x="296760" y="12023"/>
                  </a:lnTo>
                  <a:lnTo>
                    <a:pt x="251406" y="26500"/>
                  </a:lnTo>
                  <a:lnTo>
                    <a:pt x="208619" y="46128"/>
                  </a:lnTo>
                  <a:lnTo>
                    <a:pt x="168770" y="70537"/>
                  </a:lnTo>
                  <a:lnTo>
                    <a:pt x="132228" y="99360"/>
                  </a:lnTo>
                  <a:lnTo>
                    <a:pt x="99360" y="132228"/>
                  </a:lnTo>
                  <a:lnTo>
                    <a:pt x="70537" y="168770"/>
                  </a:lnTo>
                  <a:lnTo>
                    <a:pt x="46128" y="208619"/>
                  </a:lnTo>
                  <a:lnTo>
                    <a:pt x="26500" y="251406"/>
                  </a:lnTo>
                  <a:lnTo>
                    <a:pt x="12023" y="296760"/>
                  </a:lnTo>
                  <a:lnTo>
                    <a:pt x="3067" y="344315"/>
                  </a:lnTo>
                  <a:lnTo>
                    <a:pt x="0" y="393700"/>
                  </a:lnTo>
                  <a:lnTo>
                    <a:pt x="0" y="3949700"/>
                  </a:lnTo>
                  <a:lnTo>
                    <a:pt x="3067" y="3999084"/>
                  </a:lnTo>
                  <a:lnTo>
                    <a:pt x="12023" y="4046639"/>
                  </a:lnTo>
                  <a:lnTo>
                    <a:pt x="26500" y="4091994"/>
                  </a:lnTo>
                  <a:lnTo>
                    <a:pt x="46128" y="4134780"/>
                  </a:lnTo>
                  <a:lnTo>
                    <a:pt x="70537" y="4174629"/>
                  </a:lnTo>
                  <a:lnTo>
                    <a:pt x="99360" y="4211171"/>
                  </a:lnTo>
                  <a:lnTo>
                    <a:pt x="132228" y="4244039"/>
                  </a:lnTo>
                  <a:lnTo>
                    <a:pt x="168770" y="4272862"/>
                  </a:lnTo>
                  <a:lnTo>
                    <a:pt x="208619" y="4297271"/>
                  </a:lnTo>
                  <a:lnTo>
                    <a:pt x="251406" y="4316899"/>
                  </a:lnTo>
                  <a:lnTo>
                    <a:pt x="296760" y="4331376"/>
                  </a:lnTo>
                  <a:lnTo>
                    <a:pt x="344315" y="4340332"/>
                  </a:lnTo>
                  <a:lnTo>
                    <a:pt x="393700" y="4343399"/>
                  </a:lnTo>
                  <a:lnTo>
                    <a:pt x="393700" y="4330700"/>
                  </a:lnTo>
                  <a:lnTo>
                    <a:pt x="345908" y="4327731"/>
                  </a:lnTo>
                  <a:lnTo>
                    <a:pt x="299888" y="4319063"/>
                  </a:lnTo>
                  <a:lnTo>
                    <a:pt x="255996" y="4305054"/>
                  </a:lnTo>
                  <a:lnTo>
                    <a:pt x="214590" y="4286059"/>
                  </a:lnTo>
                  <a:lnTo>
                    <a:pt x="176026" y="4262437"/>
                  </a:lnTo>
                  <a:lnTo>
                    <a:pt x="140662" y="4234544"/>
                  </a:lnTo>
                  <a:lnTo>
                    <a:pt x="108855" y="4202737"/>
                  </a:lnTo>
                  <a:lnTo>
                    <a:pt x="80962" y="4167373"/>
                  </a:lnTo>
                  <a:lnTo>
                    <a:pt x="57340" y="4128810"/>
                  </a:lnTo>
                  <a:lnTo>
                    <a:pt x="38345" y="4087403"/>
                  </a:lnTo>
                  <a:lnTo>
                    <a:pt x="24336" y="4043512"/>
                  </a:lnTo>
                  <a:lnTo>
                    <a:pt x="15668" y="3997491"/>
                  </a:lnTo>
                  <a:lnTo>
                    <a:pt x="12700" y="3949700"/>
                  </a:lnTo>
                  <a:lnTo>
                    <a:pt x="12700" y="393700"/>
                  </a:lnTo>
                  <a:lnTo>
                    <a:pt x="15668" y="345908"/>
                  </a:lnTo>
                  <a:lnTo>
                    <a:pt x="24336" y="299887"/>
                  </a:lnTo>
                  <a:lnTo>
                    <a:pt x="38345" y="255996"/>
                  </a:lnTo>
                  <a:lnTo>
                    <a:pt x="57340" y="214589"/>
                  </a:lnTo>
                  <a:lnTo>
                    <a:pt x="80962" y="176026"/>
                  </a:lnTo>
                  <a:lnTo>
                    <a:pt x="108855" y="140662"/>
                  </a:lnTo>
                  <a:lnTo>
                    <a:pt x="140662" y="108855"/>
                  </a:lnTo>
                  <a:lnTo>
                    <a:pt x="176026" y="80962"/>
                  </a:lnTo>
                  <a:lnTo>
                    <a:pt x="214589" y="57340"/>
                  </a:lnTo>
                  <a:lnTo>
                    <a:pt x="255996" y="38345"/>
                  </a:lnTo>
                  <a:lnTo>
                    <a:pt x="299887" y="24336"/>
                  </a:lnTo>
                  <a:lnTo>
                    <a:pt x="345908" y="15668"/>
                  </a:lnTo>
                  <a:lnTo>
                    <a:pt x="393700" y="12700"/>
                  </a:lnTo>
                  <a:lnTo>
                    <a:pt x="393700" y="0"/>
                  </a:lnTo>
                  <a:close/>
                </a:path>
                <a:path w="11074400" h="4343400">
                  <a:moveTo>
                    <a:pt x="10680700" y="0"/>
                  </a:moveTo>
                  <a:lnTo>
                    <a:pt x="393700" y="0"/>
                  </a:lnTo>
                  <a:lnTo>
                    <a:pt x="393700" y="12700"/>
                  </a:lnTo>
                  <a:lnTo>
                    <a:pt x="10680700" y="12700"/>
                  </a:lnTo>
                  <a:lnTo>
                    <a:pt x="10680700" y="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5" name="object 5"/>
          <p:cNvSpPr/>
          <p:nvPr/>
        </p:nvSpPr>
        <p:spPr>
          <a:xfrm>
            <a:off x="9055150" y="2728743"/>
            <a:ext cx="289138" cy="289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6" name="object 6"/>
          <p:cNvSpPr/>
          <p:nvPr/>
        </p:nvSpPr>
        <p:spPr>
          <a:xfrm>
            <a:off x="9055150" y="3189557"/>
            <a:ext cx="289138" cy="289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7" name="object 7"/>
          <p:cNvSpPr/>
          <p:nvPr/>
        </p:nvSpPr>
        <p:spPr>
          <a:xfrm>
            <a:off x="2115830" y="2105289"/>
            <a:ext cx="7879020" cy="551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8" name="object 8"/>
          <p:cNvSpPr/>
          <p:nvPr/>
        </p:nvSpPr>
        <p:spPr>
          <a:xfrm>
            <a:off x="3880770" y="2784600"/>
            <a:ext cx="1406103" cy="1728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9" name="object 9"/>
          <p:cNvSpPr/>
          <p:nvPr/>
        </p:nvSpPr>
        <p:spPr>
          <a:xfrm>
            <a:off x="2300308" y="2746095"/>
            <a:ext cx="1246006" cy="259773"/>
          </a:xfrm>
          <a:custGeom>
            <a:avLst/>
            <a:gdLst/>
            <a:ahLst/>
            <a:cxnLst/>
            <a:rect l="l" t="t" r="r" b="b"/>
            <a:pathLst>
              <a:path w="1751329" h="365125">
                <a:moveTo>
                  <a:pt x="96548" y="95249"/>
                </a:moveTo>
                <a:lnTo>
                  <a:pt x="69705" y="95249"/>
                </a:lnTo>
                <a:lnTo>
                  <a:pt x="69705" y="293110"/>
                </a:lnTo>
                <a:lnTo>
                  <a:pt x="96548" y="293110"/>
                </a:lnTo>
                <a:lnTo>
                  <a:pt x="96548" y="95249"/>
                </a:lnTo>
                <a:close/>
              </a:path>
              <a:path w="1751329" h="365125">
                <a:moveTo>
                  <a:pt x="166254" y="71437"/>
                </a:moveTo>
                <a:lnTo>
                  <a:pt x="0" y="71437"/>
                </a:lnTo>
                <a:lnTo>
                  <a:pt x="0" y="95249"/>
                </a:lnTo>
                <a:lnTo>
                  <a:pt x="166254" y="95249"/>
                </a:lnTo>
                <a:lnTo>
                  <a:pt x="166254" y="71437"/>
                </a:lnTo>
                <a:close/>
              </a:path>
              <a:path w="1751329" h="365125">
                <a:moveTo>
                  <a:pt x="287644" y="68406"/>
                </a:moveTo>
                <a:lnTo>
                  <a:pt x="248637" y="76200"/>
                </a:lnTo>
                <a:lnTo>
                  <a:pt x="217478" y="99038"/>
                </a:lnTo>
                <a:lnTo>
                  <a:pt x="196919" y="135027"/>
                </a:lnTo>
                <a:lnTo>
                  <a:pt x="189796" y="182273"/>
                </a:lnTo>
                <a:lnTo>
                  <a:pt x="190587" y="199213"/>
                </a:lnTo>
                <a:lnTo>
                  <a:pt x="202460" y="242887"/>
                </a:lnTo>
                <a:lnTo>
                  <a:pt x="226753" y="274628"/>
                </a:lnTo>
                <a:lnTo>
                  <a:pt x="260855" y="292677"/>
                </a:lnTo>
                <a:lnTo>
                  <a:pt x="287644" y="296140"/>
                </a:lnTo>
                <a:lnTo>
                  <a:pt x="295904" y="295836"/>
                </a:lnTo>
                <a:lnTo>
                  <a:pt x="333239" y="285289"/>
                </a:lnTo>
                <a:lnTo>
                  <a:pt x="352641" y="271029"/>
                </a:lnTo>
                <a:lnTo>
                  <a:pt x="287644" y="271029"/>
                </a:lnTo>
                <a:lnTo>
                  <a:pt x="277814" y="270393"/>
                </a:lnTo>
                <a:lnTo>
                  <a:pt x="236582" y="248272"/>
                </a:lnTo>
                <a:lnTo>
                  <a:pt x="218154" y="208819"/>
                </a:lnTo>
                <a:lnTo>
                  <a:pt x="215773" y="182273"/>
                </a:lnTo>
                <a:lnTo>
                  <a:pt x="216369" y="168439"/>
                </a:lnTo>
                <a:lnTo>
                  <a:pt x="230528" y="124372"/>
                </a:lnTo>
                <a:lnTo>
                  <a:pt x="259576" y="99241"/>
                </a:lnTo>
                <a:lnTo>
                  <a:pt x="287644" y="93518"/>
                </a:lnTo>
                <a:lnTo>
                  <a:pt x="352588" y="93518"/>
                </a:lnTo>
                <a:lnTo>
                  <a:pt x="351586" y="92476"/>
                </a:lnTo>
                <a:lnTo>
                  <a:pt x="311652" y="71146"/>
                </a:lnTo>
                <a:lnTo>
                  <a:pt x="295904" y="68711"/>
                </a:lnTo>
                <a:lnTo>
                  <a:pt x="287644" y="68406"/>
                </a:lnTo>
                <a:close/>
              </a:path>
              <a:path w="1751329" h="365125">
                <a:moveTo>
                  <a:pt x="376832" y="223837"/>
                </a:moveTo>
                <a:lnTo>
                  <a:pt x="349989" y="223837"/>
                </a:lnTo>
                <a:lnTo>
                  <a:pt x="348402" y="231486"/>
                </a:lnTo>
                <a:lnTo>
                  <a:pt x="345624" y="238269"/>
                </a:lnTo>
                <a:lnTo>
                  <a:pt x="315641" y="265978"/>
                </a:lnTo>
                <a:lnTo>
                  <a:pt x="295004" y="271029"/>
                </a:lnTo>
                <a:lnTo>
                  <a:pt x="352641" y="271029"/>
                </a:lnTo>
                <a:lnTo>
                  <a:pt x="375006" y="232110"/>
                </a:lnTo>
                <a:lnTo>
                  <a:pt x="376832" y="223837"/>
                </a:lnTo>
                <a:close/>
              </a:path>
              <a:path w="1751329" h="365125">
                <a:moveTo>
                  <a:pt x="352588" y="93518"/>
                </a:moveTo>
                <a:lnTo>
                  <a:pt x="295004" y="93518"/>
                </a:lnTo>
                <a:lnTo>
                  <a:pt x="302076" y="94528"/>
                </a:lnTo>
                <a:lnTo>
                  <a:pt x="315641" y="98569"/>
                </a:lnTo>
                <a:lnTo>
                  <a:pt x="321811" y="101599"/>
                </a:lnTo>
                <a:lnTo>
                  <a:pt x="327367" y="105640"/>
                </a:lnTo>
                <a:lnTo>
                  <a:pt x="333004" y="109618"/>
                </a:lnTo>
                <a:lnTo>
                  <a:pt x="337758" y="114516"/>
                </a:lnTo>
                <a:lnTo>
                  <a:pt x="341655" y="120361"/>
                </a:lnTo>
                <a:lnTo>
                  <a:pt x="345624" y="126206"/>
                </a:lnTo>
                <a:lnTo>
                  <a:pt x="348402" y="132989"/>
                </a:lnTo>
                <a:lnTo>
                  <a:pt x="349989" y="140710"/>
                </a:lnTo>
                <a:lnTo>
                  <a:pt x="376832" y="140710"/>
                </a:lnTo>
                <a:lnTo>
                  <a:pt x="361544" y="103841"/>
                </a:lnTo>
                <a:lnTo>
                  <a:pt x="356808" y="97901"/>
                </a:lnTo>
                <a:lnTo>
                  <a:pt x="352588" y="93518"/>
                </a:lnTo>
                <a:close/>
              </a:path>
              <a:path w="1751329" h="365125">
                <a:moveTo>
                  <a:pt x="539704" y="0"/>
                </a:moveTo>
                <a:lnTo>
                  <a:pt x="518057" y="0"/>
                </a:lnTo>
                <a:lnTo>
                  <a:pt x="518057" y="364547"/>
                </a:lnTo>
                <a:lnTo>
                  <a:pt x="539704" y="364547"/>
                </a:lnTo>
                <a:lnTo>
                  <a:pt x="539704" y="0"/>
                </a:lnTo>
                <a:close/>
              </a:path>
              <a:path w="1751329" h="365125">
                <a:moveTo>
                  <a:pt x="795716" y="71437"/>
                </a:moveTo>
                <a:lnTo>
                  <a:pt x="786624" y="71437"/>
                </a:lnTo>
                <a:lnTo>
                  <a:pt x="786624" y="293110"/>
                </a:lnTo>
                <a:lnTo>
                  <a:pt x="812168" y="293110"/>
                </a:lnTo>
                <a:lnTo>
                  <a:pt x="812168" y="105640"/>
                </a:lnTo>
                <a:lnTo>
                  <a:pt x="795716" y="105640"/>
                </a:lnTo>
                <a:lnTo>
                  <a:pt x="795716" y="71437"/>
                </a:lnTo>
                <a:close/>
              </a:path>
              <a:path w="1751329" h="365125">
                <a:moveTo>
                  <a:pt x="786624" y="71437"/>
                </a:moveTo>
                <a:lnTo>
                  <a:pt x="779697" y="71437"/>
                </a:lnTo>
                <a:lnTo>
                  <a:pt x="682282" y="225569"/>
                </a:lnTo>
                <a:lnTo>
                  <a:pt x="682282" y="247649"/>
                </a:lnTo>
                <a:lnTo>
                  <a:pt x="786624" y="247649"/>
                </a:lnTo>
                <a:lnTo>
                  <a:pt x="786624" y="223837"/>
                </a:lnTo>
                <a:lnTo>
                  <a:pt x="711290" y="223837"/>
                </a:lnTo>
                <a:lnTo>
                  <a:pt x="711290" y="222105"/>
                </a:lnTo>
                <a:lnTo>
                  <a:pt x="784892" y="105640"/>
                </a:lnTo>
                <a:lnTo>
                  <a:pt x="786624" y="105640"/>
                </a:lnTo>
                <a:lnTo>
                  <a:pt x="786624" y="71437"/>
                </a:lnTo>
                <a:close/>
              </a:path>
              <a:path w="1751329" h="365125">
                <a:moveTo>
                  <a:pt x="842475" y="223837"/>
                </a:moveTo>
                <a:lnTo>
                  <a:pt x="812168" y="223837"/>
                </a:lnTo>
                <a:lnTo>
                  <a:pt x="812168" y="247649"/>
                </a:lnTo>
                <a:lnTo>
                  <a:pt x="842475" y="247649"/>
                </a:lnTo>
                <a:lnTo>
                  <a:pt x="842475" y="223837"/>
                </a:lnTo>
                <a:close/>
              </a:path>
              <a:path w="1751329" h="365125">
                <a:moveTo>
                  <a:pt x="812168" y="71437"/>
                </a:moveTo>
                <a:lnTo>
                  <a:pt x="795716" y="71437"/>
                </a:lnTo>
                <a:lnTo>
                  <a:pt x="795716" y="105640"/>
                </a:lnTo>
                <a:lnTo>
                  <a:pt x="812168" y="105640"/>
                </a:lnTo>
                <a:lnTo>
                  <a:pt x="812168" y="71437"/>
                </a:lnTo>
                <a:close/>
              </a:path>
              <a:path w="1751329" h="365125">
                <a:moveTo>
                  <a:pt x="944084" y="184005"/>
                </a:moveTo>
                <a:lnTo>
                  <a:pt x="891263" y="236826"/>
                </a:lnTo>
                <a:lnTo>
                  <a:pt x="907716" y="253278"/>
                </a:lnTo>
                <a:lnTo>
                  <a:pt x="960536" y="200457"/>
                </a:lnTo>
                <a:lnTo>
                  <a:pt x="944084" y="184005"/>
                </a:lnTo>
                <a:close/>
              </a:path>
              <a:path w="1751329" h="365125">
                <a:moveTo>
                  <a:pt x="976989" y="184005"/>
                </a:moveTo>
                <a:lnTo>
                  <a:pt x="960536" y="200457"/>
                </a:lnTo>
                <a:lnTo>
                  <a:pt x="1013357" y="253278"/>
                </a:lnTo>
                <a:lnTo>
                  <a:pt x="1029809" y="236826"/>
                </a:lnTo>
                <a:lnTo>
                  <a:pt x="976989" y="184005"/>
                </a:lnTo>
                <a:close/>
              </a:path>
              <a:path w="1751329" h="365125">
                <a:moveTo>
                  <a:pt x="960536" y="167553"/>
                </a:moveTo>
                <a:lnTo>
                  <a:pt x="944084" y="184005"/>
                </a:lnTo>
                <a:lnTo>
                  <a:pt x="960536" y="200457"/>
                </a:lnTo>
                <a:lnTo>
                  <a:pt x="976989" y="184005"/>
                </a:lnTo>
                <a:lnTo>
                  <a:pt x="960536" y="167553"/>
                </a:lnTo>
                <a:close/>
              </a:path>
              <a:path w="1751329" h="365125">
                <a:moveTo>
                  <a:pt x="907716" y="114732"/>
                </a:moveTo>
                <a:lnTo>
                  <a:pt x="891263" y="131185"/>
                </a:lnTo>
                <a:lnTo>
                  <a:pt x="944084" y="184005"/>
                </a:lnTo>
                <a:lnTo>
                  <a:pt x="960536" y="167553"/>
                </a:lnTo>
                <a:lnTo>
                  <a:pt x="907716" y="114732"/>
                </a:lnTo>
                <a:close/>
              </a:path>
              <a:path w="1751329" h="365125">
                <a:moveTo>
                  <a:pt x="1013357" y="114732"/>
                </a:moveTo>
                <a:lnTo>
                  <a:pt x="960536" y="167553"/>
                </a:lnTo>
                <a:lnTo>
                  <a:pt x="976989" y="184005"/>
                </a:lnTo>
                <a:lnTo>
                  <a:pt x="1029809" y="131185"/>
                </a:lnTo>
                <a:lnTo>
                  <a:pt x="1013357" y="114732"/>
                </a:lnTo>
                <a:close/>
              </a:path>
              <a:path w="1751329" h="365125">
                <a:moveTo>
                  <a:pt x="1192194" y="71437"/>
                </a:moveTo>
                <a:lnTo>
                  <a:pt x="1183102" y="71437"/>
                </a:lnTo>
                <a:lnTo>
                  <a:pt x="1183102" y="293110"/>
                </a:lnTo>
                <a:lnTo>
                  <a:pt x="1208646" y="293110"/>
                </a:lnTo>
                <a:lnTo>
                  <a:pt x="1208646" y="105640"/>
                </a:lnTo>
                <a:lnTo>
                  <a:pt x="1192194" y="105640"/>
                </a:lnTo>
                <a:lnTo>
                  <a:pt x="1192194" y="71437"/>
                </a:lnTo>
                <a:close/>
              </a:path>
              <a:path w="1751329" h="365125">
                <a:moveTo>
                  <a:pt x="1183102" y="71437"/>
                </a:moveTo>
                <a:lnTo>
                  <a:pt x="1176175" y="71437"/>
                </a:lnTo>
                <a:lnTo>
                  <a:pt x="1078760" y="225569"/>
                </a:lnTo>
                <a:lnTo>
                  <a:pt x="1078760" y="247649"/>
                </a:lnTo>
                <a:lnTo>
                  <a:pt x="1183102" y="247649"/>
                </a:lnTo>
                <a:lnTo>
                  <a:pt x="1183102" y="223837"/>
                </a:lnTo>
                <a:lnTo>
                  <a:pt x="1107768" y="223837"/>
                </a:lnTo>
                <a:lnTo>
                  <a:pt x="1107768" y="222105"/>
                </a:lnTo>
                <a:lnTo>
                  <a:pt x="1181370" y="105640"/>
                </a:lnTo>
                <a:lnTo>
                  <a:pt x="1183102" y="105640"/>
                </a:lnTo>
                <a:lnTo>
                  <a:pt x="1183102" y="71437"/>
                </a:lnTo>
                <a:close/>
              </a:path>
              <a:path w="1751329" h="365125">
                <a:moveTo>
                  <a:pt x="1238953" y="223837"/>
                </a:moveTo>
                <a:lnTo>
                  <a:pt x="1208646" y="223837"/>
                </a:lnTo>
                <a:lnTo>
                  <a:pt x="1208646" y="247649"/>
                </a:lnTo>
                <a:lnTo>
                  <a:pt x="1238953" y="247649"/>
                </a:lnTo>
                <a:lnTo>
                  <a:pt x="1238953" y="223837"/>
                </a:lnTo>
                <a:close/>
              </a:path>
              <a:path w="1751329" h="365125">
                <a:moveTo>
                  <a:pt x="1208646" y="71437"/>
                </a:moveTo>
                <a:lnTo>
                  <a:pt x="1192194" y="71437"/>
                </a:lnTo>
                <a:lnTo>
                  <a:pt x="1192194" y="105640"/>
                </a:lnTo>
                <a:lnTo>
                  <a:pt x="1208646" y="105640"/>
                </a:lnTo>
                <a:lnTo>
                  <a:pt x="1208646" y="71437"/>
                </a:lnTo>
                <a:close/>
              </a:path>
              <a:path w="1751329" h="365125">
                <a:moveTo>
                  <a:pt x="1444038" y="71437"/>
                </a:moveTo>
                <a:lnTo>
                  <a:pt x="1369137" y="71437"/>
                </a:lnTo>
                <a:lnTo>
                  <a:pt x="1369137" y="293110"/>
                </a:lnTo>
                <a:lnTo>
                  <a:pt x="1395980" y="293110"/>
                </a:lnTo>
                <a:lnTo>
                  <a:pt x="1395980" y="206519"/>
                </a:lnTo>
                <a:lnTo>
                  <a:pt x="1383858" y="206519"/>
                </a:lnTo>
                <a:lnTo>
                  <a:pt x="1383858" y="182273"/>
                </a:lnTo>
                <a:lnTo>
                  <a:pt x="1395980" y="182273"/>
                </a:lnTo>
                <a:lnTo>
                  <a:pt x="1395980" y="95249"/>
                </a:lnTo>
                <a:lnTo>
                  <a:pt x="1505133" y="95249"/>
                </a:lnTo>
                <a:lnTo>
                  <a:pt x="1467688" y="73656"/>
                </a:lnTo>
                <a:lnTo>
                  <a:pt x="1456445" y="71992"/>
                </a:lnTo>
                <a:lnTo>
                  <a:pt x="1444038" y="71437"/>
                </a:lnTo>
                <a:close/>
              </a:path>
              <a:path w="1751329" h="365125">
                <a:moveTo>
                  <a:pt x="1477955" y="201701"/>
                </a:moveTo>
                <a:lnTo>
                  <a:pt x="1467932" y="204381"/>
                </a:lnTo>
                <a:lnTo>
                  <a:pt x="1456777" y="205984"/>
                </a:lnTo>
                <a:lnTo>
                  <a:pt x="1450044" y="206277"/>
                </a:lnTo>
                <a:lnTo>
                  <a:pt x="1496859" y="293110"/>
                </a:lnTo>
                <a:lnTo>
                  <a:pt x="1528031" y="293110"/>
                </a:lnTo>
                <a:lnTo>
                  <a:pt x="1477955" y="201701"/>
                </a:lnTo>
                <a:close/>
              </a:path>
              <a:path w="1751329" h="365125">
                <a:moveTo>
                  <a:pt x="1395980" y="182273"/>
                </a:moveTo>
                <a:lnTo>
                  <a:pt x="1383858" y="182273"/>
                </a:lnTo>
                <a:lnTo>
                  <a:pt x="1383858" y="206519"/>
                </a:lnTo>
                <a:lnTo>
                  <a:pt x="1395980" y="206519"/>
                </a:lnTo>
                <a:lnTo>
                  <a:pt x="1395980" y="182273"/>
                </a:lnTo>
                <a:close/>
              </a:path>
              <a:path w="1751329" h="365125">
                <a:moveTo>
                  <a:pt x="1505133" y="95249"/>
                </a:moveTo>
                <a:lnTo>
                  <a:pt x="1443172" y="95249"/>
                </a:lnTo>
                <a:lnTo>
                  <a:pt x="1451716" y="95595"/>
                </a:lnTo>
                <a:lnTo>
                  <a:pt x="1459381" y="96630"/>
                </a:lnTo>
                <a:lnTo>
                  <a:pt x="1491302" y="122778"/>
                </a:lnTo>
                <a:lnTo>
                  <a:pt x="1492962" y="130535"/>
                </a:lnTo>
                <a:lnTo>
                  <a:pt x="1492962" y="148286"/>
                </a:lnTo>
                <a:lnTo>
                  <a:pt x="1491302" y="155935"/>
                </a:lnTo>
                <a:lnTo>
                  <a:pt x="1487983" y="162357"/>
                </a:lnTo>
                <a:lnTo>
                  <a:pt x="1484736" y="168707"/>
                </a:lnTo>
                <a:lnTo>
                  <a:pt x="1443605" y="182273"/>
                </a:lnTo>
                <a:lnTo>
                  <a:pt x="1395980" y="182273"/>
                </a:lnTo>
                <a:lnTo>
                  <a:pt x="1395980" y="206519"/>
                </a:lnTo>
                <a:lnTo>
                  <a:pt x="1444471" y="206519"/>
                </a:lnTo>
                <a:lnTo>
                  <a:pt x="1450044" y="206277"/>
                </a:lnTo>
                <a:lnTo>
                  <a:pt x="1443172" y="193530"/>
                </a:lnTo>
                <a:lnTo>
                  <a:pt x="1494051" y="193530"/>
                </a:lnTo>
                <a:lnTo>
                  <a:pt x="1517370" y="157893"/>
                </a:lnTo>
                <a:lnTo>
                  <a:pt x="1519372" y="139411"/>
                </a:lnTo>
                <a:lnTo>
                  <a:pt x="1518872" y="129879"/>
                </a:lnTo>
                <a:lnTo>
                  <a:pt x="1517370" y="120875"/>
                </a:lnTo>
                <a:lnTo>
                  <a:pt x="1514867" y="112399"/>
                </a:lnTo>
                <a:lnTo>
                  <a:pt x="1511318" y="104378"/>
                </a:lnTo>
                <a:lnTo>
                  <a:pt x="1506817" y="97178"/>
                </a:lnTo>
                <a:lnTo>
                  <a:pt x="1505133" y="95249"/>
                </a:lnTo>
                <a:close/>
              </a:path>
              <a:path w="1751329" h="365125">
                <a:moveTo>
                  <a:pt x="1473479" y="193530"/>
                </a:moveTo>
                <a:lnTo>
                  <a:pt x="1443172" y="193530"/>
                </a:lnTo>
                <a:lnTo>
                  <a:pt x="1450044" y="206277"/>
                </a:lnTo>
                <a:lnTo>
                  <a:pt x="1456777" y="205984"/>
                </a:lnTo>
                <a:lnTo>
                  <a:pt x="1467932" y="204381"/>
                </a:lnTo>
                <a:lnTo>
                  <a:pt x="1477955" y="201701"/>
                </a:lnTo>
                <a:lnTo>
                  <a:pt x="1473479" y="193530"/>
                </a:lnTo>
                <a:close/>
              </a:path>
              <a:path w="1751329" h="365125">
                <a:moveTo>
                  <a:pt x="1494051" y="193530"/>
                </a:moveTo>
                <a:lnTo>
                  <a:pt x="1473479" y="193530"/>
                </a:lnTo>
                <a:lnTo>
                  <a:pt x="1477955" y="201701"/>
                </a:lnTo>
                <a:lnTo>
                  <a:pt x="1486792" y="197968"/>
                </a:lnTo>
                <a:lnTo>
                  <a:pt x="1494051" y="193530"/>
                </a:lnTo>
                <a:close/>
              </a:path>
              <a:path w="1751329" h="365125">
                <a:moveTo>
                  <a:pt x="1653291" y="68406"/>
                </a:moveTo>
                <a:lnTo>
                  <a:pt x="1614284" y="76200"/>
                </a:lnTo>
                <a:lnTo>
                  <a:pt x="1583125" y="99038"/>
                </a:lnTo>
                <a:lnTo>
                  <a:pt x="1562566" y="135027"/>
                </a:lnTo>
                <a:lnTo>
                  <a:pt x="1555443" y="182273"/>
                </a:lnTo>
                <a:lnTo>
                  <a:pt x="1556234" y="199213"/>
                </a:lnTo>
                <a:lnTo>
                  <a:pt x="1568107" y="242887"/>
                </a:lnTo>
                <a:lnTo>
                  <a:pt x="1592400" y="274628"/>
                </a:lnTo>
                <a:lnTo>
                  <a:pt x="1626502" y="292677"/>
                </a:lnTo>
                <a:lnTo>
                  <a:pt x="1653291" y="296140"/>
                </a:lnTo>
                <a:lnTo>
                  <a:pt x="1667077" y="295275"/>
                </a:lnTo>
                <a:lnTo>
                  <a:pt x="1703730" y="282286"/>
                </a:lnTo>
                <a:lnTo>
                  <a:pt x="1717842" y="271029"/>
                </a:lnTo>
                <a:lnTo>
                  <a:pt x="1653291" y="271029"/>
                </a:lnTo>
                <a:lnTo>
                  <a:pt x="1643461" y="270393"/>
                </a:lnTo>
                <a:lnTo>
                  <a:pt x="1602229" y="248272"/>
                </a:lnTo>
                <a:lnTo>
                  <a:pt x="1583801" y="208819"/>
                </a:lnTo>
                <a:lnTo>
                  <a:pt x="1581420" y="182273"/>
                </a:lnTo>
                <a:lnTo>
                  <a:pt x="1582015" y="168439"/>
                </a:lnTo>
                <a:lnTo>
                  <a:pt x="1596174" y="124372"/>
                </a:lnTo>
                <a:lnTo>
                  <a:pt x="1625223" y="99241"/>
                </a:lnTo>
                <a:lnTo>
                  <a:pt x="1653291" y="93518"/>
                </a:lnTo>
                <a:lnTo>
                  <a:pt x="1717842" y="93518"/>
                </a:lnTo>
                <a:lnTo>
                  <a:pt x="1714182" y="89919"/>
                </a:lnTo>
                <a:lnTo>
                  <a:pt x="1703730" y="82261"/>
                </a:lnTo>
                <a:lnTo>
                  <a:pt x="1692297" y="76200"/>
                </a:lnTo>
                <a:lnTo>
                  <a:pt x="1680080" y="71870"/>
                </a:lnTo>
                <a:lnTo>
                  <a:pt x="1667077" y="69272"/>
                </a:lnTo>
                <a:lnTo>
                  <a:pt x="1653291" y="68406"/>
                </a:lnTo>
                <a:close/>
              </a:path>
              <a:path w="1751329" h="365125">
                <a:moveTo>
                  <a:pt x="1717842" y="93518"/>
                </a:moveTo>
                <a:lnTo>
                  <a:pt x="1653291" y="93518"/>
                </a:lnTo>
                <a:lnTo>
                  <a:pt x="1663113" y="94154"/>
                </a:lnTo>
                <a:lnTo>
                  <a:pt x="1672449" y="96061"/>
                </a:lnTo>
                <a:lnTo>
                  <a:pt x="1710339" y="124372"/>
                </a:lnTo>
                <a:lnTo>
                  <a:pt x="1724559" y="168439"/>
                </a:lnTo>
                <a:lnTo>
                  <a:pt x="1725161" y="182273"/>
                </a:lnTo>
                <a:lnTo>
                  <a:pt x="1724559" y="196108"/>
                </a:lnTo>
                <a:lnTo>
                  <a:pt x="1710339" y="240174"/>
                </a:lnTo>
                <a:lnTo>
                  <a:pt x="1681297" y="265306"/>
                </a:lnTo>
                <a:lnTo>
                  <a:pt x="1653291" y="271029"/>
                </a:lnTo>
                <a:lnTo>
                  <a:pt x="1717842" y="271029"/>
                </a:lnTo>
                <a:lnTo>
                  <a:pt x="1744015" y="229520"/>
                </a:lnTo>
                <a:lnTo>
                  <a:pt x="1751138" y="182273"/>
                </a:lnTo>
                <a:lnTo>
                  <a:pt x="1750347" y="165334"/>
                </a:lnTo>
                <a:lnTo>
                  <a:pt x="1738474" y="121660"/>
                </a:lnTo>
                <a:lnTo>
                  <a:pt x="1723456" y="99038"/>
                </a:lnTo>
                <a:lnTo>
                  <a:pt x="1717842" y="93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0" name="object 10"/>
          <p:cNvSpPr/>
          <p:nvPr/>
        </p:nvSpPr>
        <p:spPr>
          <a:xfrm>
            <a:off x="6671527" y="2777207"/>
            <a:ext cx="1674206" cy="2159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5528402" y="2789528"/>
            <a:ext cx="935085" cy="1888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2" name="object 12"/>
          <p:cNvSpPr/>
          <p:nvPr/>
        </p:nvSpPr>
        <p:spPr>
          <a:xfrm>
            <a:off x="3842757" y="3252807"/>
            <a:ext cx="1491312" cy="2069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3" name="object 13"/>
          <p:cNvSpPr/>
          <p:nvPr/>
        </p:nvSpPr>
        <p:spPr>
          <a:xfrm>
            <a:off x="2308615" y="3206909"/>
            <a:ext cx="1239229" cy="259773"/>
          </a:xfrm>
          <a:custGeom>
            <a:avLst/>
            <a:gdLst/>
            <a:ahLst/>
            <a:cxnLst/>
            <a:rect l="l" t="t" r="r" b="b"/>
            <a:pathLst>
              <a:path w="1741804" h="365125">
                <a:moveTo>
                  <a:pt x="26843" y="71437"/>
                </a:moveTo>
                <a:lnTo>
                  <a:pt x="0" y="71437"/>
                </a:lnTo>
                <a:lnTo>
                  <a:pt x="0" y="293110"/>
                </a:lnTo>
                <a:lnTo>
                  <a:pt x="26843" y="293110"/>
                </a:lnTo>
                <a:lnTo>
                  <a:pt x="26843" y="193963"/>
                </a:lnTo>
                <a:lnTo>
                  <a:pt x="171882" y="193963"/>
                </a:lnTo>
                <a:lnTo>
                  <a:pt x="171882" y="170151"/>
                </a:lnTo>
                <a:lnTo>
                  <a:pt x="26843" y="170151"/>
                </a:lnTo>
                <a:lnTo>
                  <a:pt x="26843" y="71437"/>
                </a:lnTo>
                <a:close/>
              </a:path>
              <a:path w="1741804" h="365125">
                <a:moveTo>
                  <a:pt x="171882" y="193963"/>
                </a:moveTo>
                <a:lnTo>
                  <a:pt x="145039" y="193963"/>
                </a:lnTo>
                <a:lnTo>
                  <a:pt x="145039" y="293110"/>
                </a:lnTo>
                <a:lnTo>
                  <a:pt x="171882" y="293110"/>
                </a:lnTo>
                <a:lnTo>
                  <a:pt x="171882" y="193963"/>
                </a:lnTo>
                <a:close/>
              </a:path>
              <a:path w="1741804" h="365125">
                <a:moveTo>
                  <a:pt x="171882" y="71437"/>
                </a:moveTo>
                <a:lnTo>
                  <a:pt x="145039" y="71437"/>
                </a:lnTo>
                <a:lnTo>
                  <a:pt x="145039" y="170151"/>
                </a:lnTo>
                <a:lnTo>
                  <a:pt x="171882" y="170151"/>
                </a:lnTo>
                <a:lnTo>
                  <a:pt x="171882" y="71437"/>
                </a:lnTo>
                <a:close/>
              </a:path>
              <a:path w="1741804" h="365125">
                <a:moveTo>
                  <a:pt x="243807" y="235960"/>
                </a:moveTo>
                <a:lnTo>
                  <a:pt x="216098" y="235960"/>
                </a:lnTo>
                <a:lnTo>
                  <a:pt x="217282" y="244774"/>
                </a:lnTo>
                <a:lnTo>
                  <a:pt x="239045" y="280121"/>
                </a:lnTo>
                <a:lnTo>
                  <a:pt x="284254" y="296526"/>
                </a:lnTo>
                <a:lnTo>
                  <a:pt x="295762" y="297006"/>
                </a:lnTo>
                <a:lnTo>
                  <a:pt x="308053" y="296472"/>
                </a:lnTo>
                <a:lnTo>
                  <a:pt x="347608" y="283808"/>
                </a:lnTo>
                <a:lnTo>
                  <a:pt x="360755" y="272761"/>
                </a:lnTo>
                <a:lnTo>
                  <a:pt x="286958" y="272761"/>
                </a:lnTo>
                <a:lnTo>
                  <a:pt x="278732" y="271462"/>
                </a:lnTo>
                <a:lnTo>
                  <a:pt x="244529" y="244330"/>
                </a:lnTo>
                <a:lnTo>
                  <a:pt x="243807" y="235960"/>
                </a:lnTo>
                <a:close/>
              </a:path>
              <a:path w="1741804" h="365125">
                <a:moveTo>
                  <a:pt x="297926" y="68406"/>
                </a:moveTo>
                <a:lnTo>
                  <a:pt x="259502" y="76199"/>
                </a:lnTo>
                <a:lnTo>
                  <a:pt x="227822" y="105072"/>
                </a:lnTo>
                <a:lnTo>
                  <a:pt x="222159" y="130319"/>
                </a:lnTo>
                <a:lnTo>
                  <a:pt x="223106" y="140987"/>
                </a:lnTo>
                <a:lnTo>
                  <a:pt x="245566" y="173107"/>
                </a:lnTo>
                <a:lnTo>
                  <a:pt x="313513" y="197860"/>
                </a:lnTo>
                <a:lnTo>
                  <a:pt x="320765" y="200385"/>
                </a:lnTo>
                <a:lnTo>
                  <a:pt x="334186" y="206158"/>
                </a:lnTo>
                <a:lnTo>
                  <a:pt x="339598" y="209910"/>
                </a:lnTo>
                <a:lnTo>
                  <a:pt x="347824" y="219147"/>
                </a:lnTo>
                <a:lnTo>
                  <a:pt x="349881" y="225136"/>
                </a:lnTo>
                <a:lnTo>
                  <a:pt x="349881" y="240578"/>
                </a:lnTo>
                <a:lnTo>
                  <a:pt x="317051" y="269960"/>
                </a:lnTo>
                <a:lnTo>
                  <a:pt x="295762" y="272761"/>
                </a:lnTo>
                <a:lnTo>
                  <a:pt x="360755" y="272761"/>
                </a:lnTo>
                <a:lnTo>
                  <a:pt x="375858" y="232929"/>
                </a:lnTo>
                <a:lnTo>
                  <a:pt x="375459" y="225440"/>
                </a:lnTo>
                <a:lnTo>
                  <a:pt x="353236" y="189092"/>
                </a:lnTo>
                <a:lnTo>
                  <a:pt x="346742" y="184474"/>
                </a:lnTo>
                <a:lnTo>
                  <a:pt x="339923" y="180830"/>
                </a:lnTo>
                <a:lnTo>
                  <a:pt x="325708" y="175490"/>
                </a:lnTo>
                <a:lnTo>
                  <a:pt x="319285" y="173398"/>
                </a:lnTo>
                <a:lnTo>
                  <a:pt x="286886" y="164739"/>
                </a:lnTo>
                <a:lnTo>
                  <a:pt x="282376" y="163332"/>
                </a:lnTo>
                <a:lnTo>
                  <a:pt x="249544" y="140024"/>
                </a:lnTo>
                <a:lnTo>
                  <a:pt x="248137" y="134937"/>
                </a:lnTo>
                <a:lnTo>
                  <a:pt x="248137" y="121948"/>
                </a:lnTo>
                <a:lnTo>
                  <a:pt x="277050" y="94898"/>
                </a:lnTo>
                <a:lnTo>
                  <a:pt x="297060" y="92219"/>
                </a:lnTo>
                <a:lnTo>
                  <a:pt x="358488" y="92219"/>
                </a:lnTo>
                <a:lnTo>
                  <a:pt x="357133" y="90622"/>
                </a:lnTo>
                <a:lnTo>
                  <a:pt x="318167" y="70328"/>
                </a:lnTo>
                <a:lnTo>
                  <a:pt x="308344" y="68887"/>
                </a:lnTo>
                <a:lnTo>
                  <a:pt x="297926" y="68406"/>
                </a:lnTo>
                <a:close/>
              </a:path>
              <a:path w="1741804" h="365125">
                <a:moveTo>
                  <a:pt x="358488" y="92219"/>
                </a:moveTo>
                <a:lnTo>
                  <a:pt x="297060" y="92219"/>
                </a:lnTo>
                <a:lnTo>
                  <a:pt x="306734" y="92787"/>
                </a:lnTo>
                <a:lnTo>
                  <a:pt x="315623" y="94492"/>
                </a:lnTo>
                <a:lnTo>
                  <a:pt x="345132" y="119089"/>
                </a:lnTo>
                <a:lnTo>
                  <a:pt x="346850" y="126855"/>
                </a:lnTo>
                <a:lnTo>
                  <a:pt x="372827" y="126855"/>
                </a:lnTo>
                <a:lnTo>
                  <a:pt x="371975" y="118690"/>
                </a:lnTo>
                <a:lnTo>
                  <a:pt x="369959" y="110971"/>
                </a:lnTo>
                <a:lnTo>
                  <a:pt x="366780" y="103699"/>
                </a:lnTo>
                <a:lnTo>
                  <a:pt x="362437" y="96873"/>
                </a:lnTo>
                <a:lnTo>
                  <a:pt x="358488" y="92219"/>
                </a:lnTo>
                <a:close/>
              </a:path>
              <a:path w="1741804" h="365125">
                <a:moveTo>
                  <a:pt x="539488" y="0"/>
                </a:moveTo>
                <a:lnTo>
                  <a:pt x="517840" y="0"/>
                </a:lnTo>
                <a:lnTo>
                  <a:pt x="517840" y="364547"/>
                </a:lnTo>
                <a:lnTo>
                  <a:pt x="539488" y="364547"/>
                </a:lnTo>
                <a:lnTo>
                  <a:pt x="539488" y="0"/>
                </a:lnTo>
                <a:close/>
              </a:path>
              <a:path w="1741804" h="365125">
                <a:moveTo>
                  <a:pt x="795499" y="71437"/>
                </a:moveTo>
                <a:lnTo>
                  <a:pt x="786407" y="71437"/>
                </a:lnTo>
                <a:lnTo>
                  <a:pt x="786407" y="293110"/>
                </a:lnTo>
                <a:lnTo>
                  <a:pt x="811952" y="293110"/>
                </a:lnTo>
                <a:lnTo>
                  <a:pt x="811952" y="105640"/>
                </a:lnTo>
                <a:lnTo>
                  <a:pt x="795499" y="105640"/>
                </a:lnTo>
                <a:lnTo>
                  <a:pt x="795499" y="71437"/>
                </a:lnTo>
                <a:close/>
              </a:path>
              <a:path w="1741804" h="365125">
                <a:moveTo>
                  <a:pt x="786407" y="71437"/>
                </a:moveTo>
                <a:lnTo>
                  <a:pt x="779480" y="71437"/>
                </a:lnTo>
                <a:lnTo>
                  <a:pt x="682065" y="225569"/>
                </a:lnTo>
                <a:lnTo>
                  <a:pt x="682065" y="247649"/>
                </a:lnTo>
                <a:lnTo>
                  <a:pt x="786407" y="247649"/>
                </a:lnTo>
                <a:lnTo>
                  <a:pt x="786407" y="223837"/>
                </a:lnTo>
                <a:lnTo>
                  <a:pt x="711073" y="223837"/>
                </a:lnTo>
                <a:lnTo>
                  <a:pt x="711073" y="222105"/>
                </a:lnTo>
                <a:lnTo>
                  <a:pt x="784675" y="105640"/>
                </a:lnTo>
                <a:lnTo>
                  <a:pt x="786407" y="105640"/>
                </a:lnTo>
                <a:lnTo>
                  <a:pt x="786407" y="71437"/>
                </a:lnTo>
                <a:close/>
              </a:path>
              <a:path w="1741804" h="365125">
                <a:moveTo>
                  <a:pt x="842258" y="223837"/>
                </a:moveTo>
                <a:lnTo>
                  <a:pt x="811952" y="223837"/>
                </a:lnTo>
                <a:lnTo>
                  <a:pt x="811952" y="247649"/>
                </a:lnTo>
                <a:lnTo>
                  <a:pt x="842258" y="247649"/>
                </a:lnTo>
                <a:lnTo>
                  <a:pt x="842258" y="223837"/>
                </a:lnTo>
                <a:close/>
              </a:path>
              <a:path w="1741804" h="365125">
                <a:moveTo>
                  <a:pt x="811952" y="71437"/>
                </a:moveTo>
                <a:lnTo>
                  <a:pt x="795499" y="71437"/>
                </a:lnTo>
                <a:lnTo>
                  <a:pt x="795499" y="105640"/>
                </a:lnTo>
                <a:lnTo>
                  <a:pt x="811952" y="105640"/>
                </a:lnTo>
                <a:lnTo>
                  <a:pt x="811952" y="71437"/>
                </a:lnTo>
                <a:close/>
              </a:path>
              <a:path w="1741804" h="365125">
                <a:moveTo>
                  <a:pt x="943867" y="184005"/>
                </a:moveTo>
                <a:lnTo>
                  <a:pt x="891047" y="236826"/>
                </a:lnTo>
                <a:lnTo>
                  <a:pt x="907499" y="253278"/>
                </a:lnTo>
                <a:lnTo>
                  <a:pt x="960320" y="200457"/>
                </a:lnTo>
                <a:lnTo>
                  <a:pt x="943867" y="184005"/>
                </a:lnTo>
                <a:close/>
              </a:path>
              <a:path w="1741804" h="365125">
                <a:moveTo>
                  <a:pt x="976772" y="184005"/>
                </a:moveTo>
                <a:lnTo>
                  <a:pt x="960320" y="200457"/>
                </a:lnTo>
                <a:lnTo>
                  <a:pt x="1013140" y="253278"/>
                </a:lnTo>
                <a:lnTo>
                  <a:pt x="1029593" y="236826"/>
                </a:lnTo>
                <a:lnTo>
                  <a:pt x="976772" y="184005"/>
                </a:lnTo>
                <a:close/>
              </a:path>
              <a:path w="1741804" h="365125">
                <a:moveTo>
                  <a:pt x="960320" y="167553"/>
                </a:moveTo>
                <a:lnTo>
                  <a:pt x="943867" y="184005"/>
                </a:lnTo>
                <a:lnTo>
                  <a:pt x="960320" y="200457"/>
                </a:lnTo>
                <a:lnTo>
                  <a:pt x="976772" y="184005"/>
                </a:lnTo>
                <a:lnTo>
                  <a:pt x="960320" y="167553"/>
                </a:lnTo>
                <a:close/>
              </a:path>
              <a:path w="1741804" h="365125">
                <a:moveTo>
                  <a:pt x="907499" y="114732"/>
                </a:moveTo>
                <a:lnTo>
                  <a:pt x="891047" y="131185"/>
                </a:lnTo>
                <a:lnTo>
                  <a:pt x="943867" y="184005"/>
                </a:lnTo>
                <a:lnTo>
                  <a:pt x="960320" y="167553"/>
                </a:lnTo>
                <a:lnTo>
                  <a:pt x="907499" y="114732"/>
                </a:lnTo>
                <a:close/>
              </a:path>
              <a:path w="1741804" h="365125">
                <a:moveTo>
                  <a:pt x="1013140" y="114732"/>
                </a:moveTo>
                <a:lnTo>
                  <a:pt x="960320" y="167553"/>
                </a:lnTo>
                <a:lnTo>
                  <a:pt x="976772" y="184005"/>
                </a:lnTo>
                <a:lnTo>
                  <a:pt x="1029593" y="131185"/>
                </a:lnTo>
                <a:lnTo>
                  <a:pt x="1013140" y="114732"/>
                </a:lnTo>
                <a:close/>
              </a:path>
              <a:path w="1741804" h="365125">
                <a:moveTo>
                  <a:pt x="1191977" y="71437"/>
                </a:moveTo>
                <a:lnTo>
                  <a:pt x="1182885" y="71437"/>
                </a:lnTo>
                <a:lnTo>
                  <a:pt x="1182885" y="293110"/>
                </a:lnTo>
                <a:lnTo>
                  <a:pt x="1208430" y="293110"/>
                </a:lnTo>
                <a:lnTo>
                  <a:pt x="1208430" y="105640"/>
                </a:lnTo>
                <a:lnTo>
                  <a:pt x="1191977" y="105640"/>
                </a:lnTo>
                <a:lnTo>
                  <a:pt x="1191977" y="71437"/>
                </a:lnTo>
                <a:close/>
              </a:path>
              <a:path w="1741804" h="365125">
                <a:moveTo>
                  <a:pt x="1182885" y="71437"/>
                </a:moveTo>
                <a:lnTo>
                  <a:pt x="1175958" y="71437"/>
                </a:lnTo>
                <a:lnTo>
                  <a:pt x="1078543" y="225569"/>
                </a:lnTo>
                <a:lnTo>
                  <a:pt x="1078543" y="247649"/>
                </a:lnTo>
                <a:lnTo>
                  <a:pt x="1182885" y="247649"/>
                </a:lnTo>
                <a:lnTo>
                  <a:pt x="1182885" y="223837"/>
                </a:lnTo>
                <a:lnTo>
                  <a:pt x="1107551" y="223837"/>
                </a:lnTo>
                <a:lnTo>
                  <a:pt x="1107551" y="222105"/>
                </a:lnTo>
                <a:lnTo>
                  <a:pt x="1181154" y="105640"/>
                </a:lnTo>
                <a:lnTo>
                  <a:pt x="1182885" y="105640"/>
                </a:lnTo>
                <a:lnTo>
                  <a:pt x="1182885" y="71437"/>
                </a:lnTo>
                <a:close/>
              </a:path>
              <a:path w="1741804" h="365125">
                <a:moveTo>
                  <a:pt x="1238737" y="223837"/>
                </a:moveTo>
                <a:lnTo>
                  <a:pt x="1208430" y="223837"/>
                </a:lnTo>
                <a:lnTo>
                  <a:pt x="1208430" y="247649"/>
                </a:lnTo>
                <a:lnTo>
                  <a:pt x="1238737" y="247649"/>
                </a:lnTo>
                <a:lnTo>
                  <a:pt x="1238737" y="223837"/>
                </a:lnTo>
                <a:close/>
              </a:path>
              <a:path w="1741804" h="365125">
                <a:moveTo>
                  <a:pt x="1208430" y="71437"/>
                </a:moveTo>
                <a:lnTo>
                  <a:pt x="1191977" y="71437"/>
                </a:lnTo>
                <a:lnTo>
                  <a:pt x="1191977" y="105640"/>
                </a:lnTo>
                <a:lnTo>
                  <a:pt x="1208430" y="105640"/>
                </a:lnTo>
                <a:lnTo>
                  <a:pt x="1208430" y="71437"/>
                </a:lnTo>
                <a:close/>
              </a:path>
              <a:path w="1741804" h="365125">
                <a:moveTo>
                  <a:pt x="1387105" y="235960"/>
                </a:moveTo>
                <a:lnTo>
                  <a:pt x="1359396" y="235960"/>
                </a:lnTo>
                <a:lnTo>
                  <a:pt x="1360580" y="244774"/>
                </a:lnTo>
                <a:lnTo>
                  <a:pt x="1382342" y="280121"/>
                </a:lnTo>
                <a:lnTo>
                  <a:pt x="1427552" y="296526"/>
                </a:lnTo>
                <a:lnTo>
                  <a:pt x="1439059" y="297006"/>
                </a:lnTo>
                <a:lnTo>
                  <a:pt x="1451351" y="296472"/>
                </a:lnTo>
                <a:lnTo>
                  <a:pt x="1490906" y="283808"/>
                </a:lnTo>
                <a:lnTo>
                  <a:pt x="1504052" y="272761"/>
                </a:lnTo>
                <a:lnTo>
                  <a:pt x="1430256" y="272761"/>
                </a:lnTo>
                <a:lnTo>
                  <a:pt x="1422030" y="271462"/>
                </a:lnTo>
                <a:lnTo>
                  <a:pt x="1387826" y="244330"/>
                </a:lnTo>
                <a:lnTo>
                  <a:pt x="1387105" y="235960"/>
                </a:lnTo>
                <a:close/>
              </a:path>
              <a:path w="1741804" h="365125">
                <a:moveTo>
                  <a:pt x="1441224" y="68406"/>
                </a:moveTo>
                <a:lnTo>
                  <a:pt x="1402799" y="76199"/>
                </a:lnTo>
                <a:lnTo>
                  <a:pt x="1371119" y="105072"/>
                </a:lnTo>
                <a:lnTo>
                  <a:pt x="1365457" y="130319"/>
                </a:lnTo>
                <a:lnTo>
                  <a:pt x="1366404" y="140987"/>
                </a:lnTo>
                <a:lnTo>
                  <a:pt x="1388864" y="173107"/>
                </a:lnTo>
                <a:lnTo>
                  <a:pt x="1456810" y="197860"/>
                </a:lnTo>
                <a:lnTo>
                  <a:pt x="1464062" y="200385"/>
                </a:lnTo>
                <a:lnTo>
                  <a:pt x="1477484" y="206158"/>
                </a:lnTo>
                <a:lnTo>
                  <a:pt x="1482896" y="209910"/>
                </a:lnTo>
                <a:lnTo>
                  <a:pt x="1491122" y="219147"/>
                </a:lnTo>
                <a:lnTo>
                  <a:pt x="1493179" y="225136"/>
                </a:lnTo>
                <a:lnTo>
                  <a:pt x="1493179" y="240578"/>
                </a:lnTo>
                <a:lnTo>
                  <a:pt x="1460348" y="269960"/>
                </a:lnTo>
                <a:lnTo>
                  <a:pt x="1439059" y="272761"/>
                </a:lnTo>
                <a:lnTo>
                  <a:pt x="1504052" y="272761"/>
                </a:lnTo>
                <a:lnTo>
                  <a:pt x="1519156" y="232929"/>
                </a:lnTo>
                <a:lnTo>
                  <a:pt x="1518757" y="225440"/>
                </a:lnTo>
                <a:lnTo>
                  <a:pt x="1496534" y="189092"/>
                </a:lnTo>
                <a:lnTo>
                  <a:pt x="1490040" y="184474"/>
                </a:lnTo>
                <a:lnTo>
                  <a:pt x="1483221" y="180830"/>
                </a:lnTo>
                <a:lnTo>
                  <a:pt x="1469005" y="175490"/>
                </a:lnTo>
                <a:lnTo>
                  <a:pt x="1462583" y="173398"/>
                </a:lnTo>
                <a:lnTo>
                  <a:pt x="1430184" y="164739"/>
                </a:lnTo>
                <a:lnTo>
                  <a:pt x="1425674" y="163332"/>
                </a:lnTo>
                <a:lnTo>
                  <a:pt x="1392841" y="140024"/>
                </a:lnTo>
                <a:lnTo>
                  <a:pt x="1391434" y="134937"/>
                </a:lnTo>
                <a:lnTo>
                  <a:pt x="1391434" y="121948"/>
                </a:lnTo>
                <a:lnTo>
                  <a:pt x="1420347" y="94898"/>
                </a:lnTo>
                <a:lnTo>
                  <a:pt x="1440358" y="92219"/>
                </a:lnTo>
                <a:lnTo>
                  <a:pt x="1501785" y="92219"/>
                </a:lnTo>
                <a:lnTo>
                  <a:pt x="1500431" y="90622"/>
                </a:lnTo>
                <a:lnTo>
                  <a:pt x="1461465" y="70328"/>
                </a:lnTo>
                <a:lnTo>
                  <a:pt x="1451642" y="68887"/>
                </a:lnTo>
                <a:lnTo>
                  <a:pt x="1441224" y="68406"/>
                </a:lnTo>
                <a:close/>
              </a:path>
              <a:path w="1741804" h="365125">
                <a:moveTo>
                  <a:pt x="1501785" y="92219"/>
                </a:moveTo>
                <a:lnTo>
                  <a:pt x="1440358" y="92219"/>
                </a:lnTo>
                <a:lnTo>
                  <a:pt x="1450032" y="92787"/>
                </a:lnTo>
                <a:lnTo>
                  <a:pt x="1458921" y="94492"/>
                </a:lnTo>
                <a:lnTo>
                  <a:pt x="1488430" y="119089"/>
                </a:lnTo>
                <a:lnTo>
                  <a:pt x="1490148" y="126855"/>
                </a:lnTo>
                <a:lnTo>
                  <a:pt x="1516125" y="126855"/>
                </a:lnTo>
                <a:lnTo>
                  <a:pt x="1515273" y="118690"/>
                </a:lnTo>
                <a:lnTo>
                  <a:pt x="1513257" y="110971"/>
                </a:lnTo>
                <a:lnTo>
                  <a:pt x="1510077" y="103699"/>
                </a:lnTo>
                <a:lnTo>
                  <a:pt x="1505734" y="96873"/>
                </a:lnTo>
                <a:lnTo>
                  <a:pt x="1501785" y="92219"/>
                </a:lnTo>
                <a:close/>
              </a:path>
              <a:path w="1741804" h="365125">
                <a:moveTo>
                  <a:pt x="1652479" y="68406"/>
                </a:moveTo>
                <a:lnTo>
                  <a:pt x="1613472" y="76200"/>
                </a:lnTo>
                <a:lnTo>
                  <a:pt x="1582313" y="99038"/>
                </a:lnTo>
                <a:lnTo>
                  <a:pt x="1561754" y="135027"/>
                </a:lnTo>
                <a:lnTo>
                  <a:pt x="1554631" y="182273"/>
                </a:lnTo>
                <a:lnTo>
                  <a:pt x="1555423" y="199213"/>
                </a:lnTo>
                <a:lnTo>
                  <a:pt x="1567295" y="242887"/>
                </a:lnTo>
                <a:lnTo>
                  <a:pt x="1591588" y="274628"/>
                </a:lnTo>
                <a:lnTo>
                  <a:pt x="1625690" y="292677"/>
                </a:lnTo>
                <a:lnTo>
                  <a:pt x="1652479" y="296140"/>
                </a:lnTo>
                <a:lnTo>
                  <a:pt x="1660739" y="295836"/>
                </a:lnTo>
                <a:lnTo>
                  <a:pt x="1698074" y="285289"/>
                </a:lnTo>
                <a:lnTo>
                  <a:pt x="1717476" y="271029"/>
                </a:lnTo>
                <a:lnTo>
                  <a:pt x="1652479" y="271029"/>
                </a:lnTo>
                <a:lnTo>
                  <a:pt x="1642649" y="270393"/>
                </a:lnTo>
                <a:lnTo>
                  <a:pt x="1601417" y="248272"/>
                </a:lnTo>
                <a:lnTo>
                  <a:pt x="1582990" y="208819"/>
                </a:lnTo>
                <a:lnTo>
                  <a:pt x="1580608" y="182273"/>
                </a:lnTo>
                <a:lnTo>
                  <a:pt x="1581204" y="168439"/>
                </a:lnTo>
                <a:lnTo>
                  <a:pt x="1595363" y="124372"/>
                </a:lnTo>
                <a:lnTo>
                  <a:pt x="1624411" y="99241"/>
                </a:lnTo>
                <a:lnTo>
                  <a:pt x="1652479" y="93518"/>
                </a:lnTo>
                <a:lnTo>
                  <a:pt x="1717424" y="93518"/>
                </a:lnTo>
                <a:lnTo>
                  <a:pt x="1716421" y="92476"/>
                </a:lnTo>
                <a:lnTo>
                  <a:pt x="1676487" y="71146"/>
                </a:lnTo>
                <a:lnTo>
                  <a:pt x="1660739" y="68711"/>
                </a:lnTo>
                <a:lnTo>
                  <a:pt x="1652479" y="68406"/>
                </a:lnTo>
                <a:close/>
              </a:path>
              <a:path w="1741804" h="365125">
                <a:moveTo>
                  <a:pt x="1741667" y="223837"/>
                </a:moveTo>
                <a:lnTo>
                  <a:pt x="1714824" y="223837"/>
                </a:lnTo>
                <a:lnTo>
                  <a:pt x="1713237" y="231486"/>
                </a:lnTo>
                <a:lnTo>
                  <a:pt x="1710459" y="238269"/>
                </a:lnTo>
                <a:lnTo>
                  <a:pt x="1680477" y="265978"/>
                </a:lnTo>
                <a:lnTo>
                  <a:pt x="1659839" y="271029"/>
                </a:lnTo>
                <a:lnTo>
                  <a:pt x="1717476" y="271029"/>
                </a:lnTo>
                <a:lnTo>
                  <a:pt x="1739841" y="232110"/>
                </a:lnTo>
                <a:lnTo>
                  <a:pt x="1741667" y="223837"/>
                </a:lnTo>
                <a:close/>
              </a:path>
              <a:path w="1741804" h="365125">
                <a:moveTo>
                  <a:pt x="1717424" y="93518"/>
                </a:moveTo>
                <a:lnTo>
                  <a:pt x="1659839" y="93518"/>
                </a:lnTo>
                <a:lnTo>
                  <a:pt x="1666910" y="94528"/>
                </a:lnTo>
                <a:lnTo>
                  <a:pt x="1680477" y="98569"/>
                </a:lnTo>
                <a:lnTo>
                  <a:pt x="1686646" y="101599"/>
                </a:lnTo>
                <a:lnTo>
                  <a:pt x="1692202" y="105640"/>
                </a:lnTo>
                <a:lnTo>
                  <a:pt x="1697839" y="109618"/>
                </a:lnTo>
                <a:lnTo>
                  <a:pt x="1702593" y="114516"/>
                </a:lnTo>
                <a:lnTo>
                  <a:pt x="1706490" y="120361"/>
                </a:lnTo>
                <a:lnTo>
                  <a:pt x="1710459" y="126206"/>
                </a:lnTo>
                <a:lnTo>
                  <a:pt x="1713237" y="132989"/>
                </a:lnTo>
                <a:lnTo>
                  <a:pt x="1714824" y="140710"/>
                </a:lnTo>
                <a:lnTo>
                  <a:pt x="1741667" y="140710"/>
                </a:lnTo>
                <a:lnTo>
                  <a:pt x="1726379" y="103841"/>
                </a:lnTo>
                <a:lnTo>
                  <a:pt x="1721643" y="97901"/>
                </a:lnTo>
                <a:lnTo>
                  <a:pt x="1717424" y="93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4" name="object 14"/>
          <p:cNvSpPr/>
          <p:nvPr/>
        </p:nvSpPr>
        <p:spPr>
          <a:xfrm>
            <a:off x="6665421" y="3238021"/>
            <a:ext cx="1677382" cy="2159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5" name="object 15"/>
          <p:cNvSpPr/>
          <p:nvPr/>
        </p:nvSpPr>
        <p:spPr>
          <a:xfrm>
            <a:off x="5527873" y="3250342"/>
            <a:ext cx="936537" cy="188843"/>
          </a:xfrm>
          <a:custGeom>
            <a:avLst/>
            <a:gdLst/>
            <a:ahLst/>
            <a:cxnLst/>
            <a:rect l="l" t="t" r="r" b="b"/>
            <a:pathLst>
              <a:path w="1316354" h="265429">
                <a:moveTo>
                  <a:pt x="77065" y="7360"/>
                </a:moveTo>
                <a:lnTo>
                  <a:pt x="35502" y="20890"/>
                </a:lnTo>
                <a:lnTo>
                  <a:pt x="9092" y="59855"/>
                </a:lnTo>
                <a:lnTo>
                  <a:pt x="568" y="103915"/>
                </a:lnTo>
                <a:lnTo>
                  <a:pt x="0" y="121227"/>
                </a:lnTo>
                <a:lnTo>
                  <a:pt x="568" y="138640"/>
                </a:lnTo>
                <a:lnTo>
                  <a:pt x="9092" y="182923"/>
                </a:lnTo>
                <a:lnTo>
                  <a:pt x="35394" y="221780"/>
                </a:lnTo>
                <a:lnTo>
                  <a:pt x="77065" y="235094"/>
                </a:lnTo>
                <a:lnTo>
                  <a:pt x="88843" y="234262"/>
                </a:lnTo>
                <a:lnTo>
                  <a:pt x="126835" y="214319"/>
                </a:lnTo>
                <a:lnTo>
                  <a:pt x="129235" y="211281"/>
                </a:lnTo>
                <a:lnTo>
                  <a:pt x="77065" y="211281"/>
                </a:lnTo>
                <a:lnTo>
                  <a:pt x="69293" y="210625"/>
                </a:lnTo>
                <a:lnTo>
                  <a:pt x="35400" y="179615"/>
                </a:lnTo>
                <a:lnTo>
                  <a:pt x="26356" y="135081"/>
                </a:lnTo>
                <a:lnTo>
                  <a:pt x="25977" y="121227"/>
                </a:lnTo>
                <a:lnTo>
                  <a:pt x="26822" y="100858"/>
                </a:lnTo>
                <a:lnTo>
                  <a:pt x="39507" y="54444"/>
                </a:lnTo>
                <a:lnTo>
                  <a:pt x="77065" y="30739"/>
                </a:lnTo>
                <a:lnTo>
                  <a:pt x="128552" y="30739"/>
                </a:lnTo>
                <a:lnTo>
                  <a:pt x="126666" y="28358"/>
                </a:lnTo>
                <a:lnTo>
                  <a:pt x="118521" y="20890"/>
                </a:lnTo>
                <a:lnTo>
                  <a:pt x="109476" y="14970"/>
                </a:lnTo>
                <a:lnTo>
                  <a:pt x="99552" y="10742"/>
                </a:lnTo>
                <a:lnTo>
                  <a:pt x="88748" y="8205"/>
                </a:lnTo>
                <a:lnTo>
                  <a:pt x="77065" y="7360"/>
                </a:lnTo>
                <a:close/>
              </a:path>
              <a:path w="1316354" h="265429">
                <a:moveTo>
                  <a:pt x="128552" y="30739"/>
                </a:moveTo>
                <a:lnTo>
                  <a:pt x="77065" y="30739"/>
                </a:lnTo>
                <a:lnTo>
                  <a:pt x="84784" y="31402"/>
                </a:lnTo>
                <a:lnTo>
                  <a:pt x="91921" y="33391"/>
                </a:lnTo>
                <a:lnTo>
                  <a:pt x="118616" y="62676"/>
                </a:lnTo>
                <a:lnTo>
                  <a:pt x="127768" y="107365"/>
                </a:lnTo>
                <a:lnTo>
                  <a:pt x="128154" y="121227"/>
                </a:lnTo>
                <a:lnTo>
                  <a:pt x="127315" y="141630"/>
                </a:lnTo>
                <a:lnTo>
                  <a:pt x="114732" y="187902"/>
                </a:lnTo>
                <a:lnTo>
                  <a:pt x="77065" y="211281"/>
                </a:lnTo>
                <a:lnTo>
                  <a:pt x="129235" y="211281"/>
                </a:lnTo>
                <a:lnTo>
                  <a:pt x="149017" y="169488"/>
                </a:lnTo>
                <a:lnTo>
                  <a:pt x="154131" y="121227"/>
                </a:lnTo>
                <a:lnTo>
                  <a:pt x="153556" y="103915"/>
                </a:lnTo>
                <a:lnTo>
                  <a:pt x="144931" y="59855"/>
                </a:lnTo>
                <a:lnTo>
                  <a:pt x="133782" y="37342"/>
                </a:lnTo>
                <a:lnTo>
                  <a:pt x="128552" y="30739"/>
                </a:lnTo>
                <a:close/>
              </a:path>
              <a:path w="1316354" h="265429">
                <a:moveTo>
                  <a:pt x="303501" y="10390"/>
                </a:moveTo>
                <a:lnTo>
                  <a:pt x="294409" y="10390"/>
                </a:lnTo>
                <a:lnTo>
                  <a:pt x="294409" y="232063"/>
                </a:lnTo>
                <a:lnTo>
                  <a:pt x="319953" y="232063"/>
                </a:lnTo>
                <a:lnTo>
                  <a:pt x="319953" y="44594"/>
                </a:lnTo>
                <a:lnTo>
                  <a:pt x="303501" y="44594"/>
                </a:lnTo>
                <a:lnTo>
                  <a:pt x="303501" y="10390"/>
                </a:lnTo>
                <a:close/>
              </a:path>
              <a:path w="1316354" h="265429">
                <a:moveTo>
                  <a:pt x="294409" y="10390"/>
                </a:moveTo>
                <a:lnTo>
                  <a:pt x="287481" y="10390"/>
                </a:lnTo>
                <a:lnTo>
                  <a:pt x="190067" y="164522"/>
                </a:lnTo>
                <a:lnTo>
                  <a:pt x="190067" y="186603"/>
                </a:lnTo>
                <a:lnTo>
                  <a:pt x="294409" y="186603"/>
                </a:lnTo>
                <a:lnTo>
                  <a:pt x="294409" y="162790"/>
                </a:lnTo>
                <a:lnTo>
                  <a:pt x="219074" y="162790"/>
                </a:lnTo>
                <a:lnTo>
                  <a:pt x="219074" y="161059"/>
                </a:lnTo>
                <a:lnTo>
                  <a:pt x="292677" y="44594"/>
                </a:lnTo>
                <a:lnTo>
                  <a:pt x="294409" y="44594"/>
                </a:lnTo>
                <a:lnTo>
                  <a:pt x="294409" y="10390"/>
                </a:lnTo>
                <a:close/>
              </a:path>
              <a:path w="1316354" h="265429">
                <a:moveTo>
                  <a:pt x="350260" y="162790"/>
                </a:moveTo>
                <a:lnTo>
                  <a:pt x="319953" y="162790"/>
                </a:lnTo>
                <a:lnTo>
                  <a:pt x="319953" y="186603"/>
                </a:lnTo>
                <a:lnTo>
                  <a:pt x="350260" y="186603"/>
                </a:lnTo>
                <a:lnTo>
                  <a:pt x="350260" y="162790"/>
                </a:lnTo>
                <a:close/>
              </a:path>
              <a:path w="1316354" h="265429">
                <a:moveTo>
                  <a:pt x="319953" y="10390"/>
                </a:moveTo>
                <a:lnTo>
                  <a:pt x="303501" y="10390"/>
                </a:lnTo>
                <a:lnTo>
                  <a:pt x="303501" y="44594"/>
                </a:lnTo>
                <a:lnTo>
                  <a:pt x="319953" y="44594"/>
                </a:lnTo>
                <a:lnTo>
                  <a:pt x="319953" y="10390"/>
                </a:lnTo>
                <a:close/>
              </a:path>
              <a:path w="1316354" h="265429">
                <a:moveTo>
                  <a:pt x="469620" y="0"/>
                </a:moveTo>
                <a:lnTo>
                  <a:pt x="446240" y="0"/>
                </a:lnTo>
                <a:lnTo>
                  <a:pt x="374803" y="265401"/>
                </a:lnTo>
                <a:lnTo>
                  <a:pt x="398182" y="265401"/>
                </a:lnTo>
                <a:lnTo>
                  <a:pt x="469620" y="0"/>
                </a:lnTo>
                <a:close/>
              </a:path>
              <a:path w="1316354" h="265429">
                <a:moveTo>
                  <a:pt x="571770" y="7360"/>
                </a:moveTo>
                <a:lnTo>
                  <a:pt x="530206" y="20890"/>
                </a:lnTo>
                <a:lnTo>
                  <a:pt x="503796" y="59855"/>
                </a:lnTo>
                <a:lnTo>
                  <a:pt x="495272" y="103915"/>
                </a:lnTo>
                <a:lnTo>
                  <a:pt x="494704" y="121227"/>
                </a:lnTo>
                <a:lnTo>
                  <a:pt x="495272" y="138640"/>
                </a:lnTo>
                <a:lnTo>
                  <a:pt x="503796" y="182923"/>
                </a:lnTo>
                <a:lnTo>
                  <a:pt x="530098" y="221780"/>
                </a:lnTo>
                <a:lnTo>
                  <a:pt x="571770" y="235094"/>
                </a:lnTo>
                <a:lnTo>
                  <a:pt x="583548" y="234262"/>
                </a:lnTo>
                <a:lnTo>
                  <a:pt x="621540" y="214319"/>
                </a:lnTo>
                <a:lnTo>
                  <a:pt x="623940" y="211281"/>
                </a:lnTo>
                <a:lnTo>
                  <a:pt x="571770" y="211281"/>
                </a:lnTo>
                <a:lnTo>
                  <a:pt x="563997" y="210625"/>
                </a:lnTo>
                <a:lnTo>
                  <a:pt x="530105" y="179615"/>
                </a:lnTo>
                <a:lnTo>
                  <a:pt x="521060" y="135081"/>
                </a:lnTo>
                <a:lnTo>
                  <a:pt x="520681" y="121227"/>
                </a:lnTo>
                <a:lnTo>
                  <a:pt x="521527" y="100858"/>
                </a:lnTo>
                <a:lnTo>
                  <a:pt x="534211" y="54444"/>
                </a:lnTo>
                <a:lnTo>
                  <a:pt x="571770" y="30739"/>
                </a:lnTo>
                <a:lnTo>
                  <a:pt x="623257" y="30739"/>
                </a:lnTo>
                <a:lnTo>
                  <a:pt x="621370" y="28358"/>
                </a:lnTo>
                <a:lnTo>
                  <a:pt x="613226" y="20890"/>
                </a:lnTo>
                <a:lnTo>
                  <a:pt x="604181" y="14970"/>
                </a:lnTo>
                <a:lnTo>
                  <a:pt x="594257" y="10742"/>
                </a:lnTo>
                <a:lnTo>
                  <a:pt x="583453" y="8205"/>
                </a:lnTo>
                <a:lnTo>
                  <a:pt x="571770" y="7360"/>
                </a:lnTo>
                <a:close/>
              </a:path>
              <a:path w="1316354" h="265429">
                <a:moveTo>
                  <a:pt x="623257" y="30739"/>
                </a:moveTo>
                <a:lnTo>
                  <a:pt x="571770" y="30739"/>
                </a:lnTo>
                <a:lnTo>
                  <a:pt x="579489" y="31402"/>
                </a:lnTo>
                <a:lnTo>
                  <a:pt x="586626" y="33391"/>
                </a:lnTo>
                <a:lnTo>
                  <a:pt x="613320" y="62676"/>
                </a:lnTo>
                <a:lnTo>
                  <a:pt x="622473" y="107365"/>
                </a:lnTo>
                <a:lnTo>
                  <a:pt x="622859" y="121227"/>
                </a:lnTo>
                <a:lnTo>
                  <a:pt x="622020" y="141630"/>
                </a:lnTo>
                <a:lnTo>
                  <a:pt x="609437" y="187902"/>
                </a:lnTo>
                <a:lnTo>
                  <a:pt x="571770" y="211281"/>
                </a:lnTo>
                <a:lnTo>
                  <a:pt x="623940" y="211281"/>
                </a:lnTo>
                <a:lnTo>
                  <a:pt x="643722" y="169488"/>
                </a:lnTo>
                <a:lnTo>
                  <a:pt x="648836" y="121227"/>
                </a:lnTo>
                <a:lnTo>
                  <a:pt x="648261" y="103915"/>
                </a:lnTo>
                <a:lnTo>
                  <a:pt x="639636" y="59855"/>
                </a:lnTo>
                <a:lnTo>
                  <a:pt x="628487" y="37342"/>
                </a:lnTo>
                <a:lnTo>
                  <a:pt x="623257" y="30739"/>
                </a:lnTo>
                <a:close/>
              </a:path>
              <a:path w="1316354" h="265429">
                <a:moveTo>
                  <a:pt x="767033" y="7360"/>
                </a:moveTo>
                <a:lnTo>
                  <a:pt x="726227" y="20010"/>
                </a:lnTo>
                <a:lnTo>
                  <a:pt x="698788" y="56689"/>
                </a:lnTo>
                <a:lnTo>
                  <a:pt x="687883" y="102123"/>
                </a:lnTo>
                <a:lnTo>
                  <a:pt x="686542" y="131219"/>
                </a:lnTo>
                <a:lnTo>
                  <a:pt x="686929" y="144606"/>
                </a:lnTo>
                <a:lnTo>
                  <a:pt x="697009" y="190574"/>
                </a:lnTo>
                <a:lnTo>
                  <a:pt x="723250" y="223215"/>
                </a:lnTo>
                <a:lnTo>
                  <a:pt x="763569" y="235094"/>
                </a:lnTo>
                <a:lnTo>
                  <a:pt x="774406" y="234566"/>
                </a:lnTo>
                <a:lnTo>
                  <a:pt x="810402" y="219886"/>
                </a:lnTo>
                <a:lnTo>
                  <a:pt x="819231" y="211281"/>
                </a:lnTo>
                <a:lnTo>
                  <a:pt x="763569" y="211281"/>
                </a:lnTo>
                <a:lnTo>
                  <a:pt x="756824" y="210842"/>
                </a:lnTo>
                <a:lnTo>
                  <a:pt x="721681" y="185737"/>
                </a:lnTo>
                <a:lnTo>
                  <a:pt x="715511" y="161059"/>
                </a:lnTo>
                <a:lnTo>
                  <a:pt x="715613" y="153908"/>
                </a:lnTo>
                <a:lnTo>
                  <a:pt x="716774" y="148106"/>
                </a:lnTo>
                <a:lnTo>
                  <a:pt x="719299" y="142117"/>
                </a:lnTo>
                <a:lnTo>
                  <a:pt x="721825" y="136055"/>
                </a:lnTo>
                <a:lnTo>
                  <a:pt x="741918" y="116464"/>
                </a:lnTo>
                <a:lnTo>
                  <a:pt x="711614" y="116464"/>
                </a:lnTo>
                <a:lnTo>
                  <a:pt x="719996" y="65910"/>
                </a:lnTo>
                <a:lnTo>
                  <a:pt x="754835" y="32573"/>
                </a:lnTo>
                <a:lnTo>
                  <a:pt x="767033" y="31172"/>
                </a:lnTo>
                <a:lnTo>
                  <a:pt x="820624" y="31172"/>
                </a:lnTo>
                <a:lnTo>
                  <a:pt x="819028" y="29156"/>
                </a:lnTo>
                <a:lnTo>
                  <a:pt x="784621" y="9227"/>
                </a:lnTo>
                <a:lnTo>
                  <a:pt x="776084" y="7827"/>
                </a:lnTo>
                <a:lnTo>
                  <a:pt x="767033" y="7360"/>
                </a:lnTo>
                <a:close/>
              </a:path>
              <a:path w="1316354" h="265429">
                <a:moveTo>
                  <a:pt x="819589" y="110836"/>
                </a:moveTo>
                <a:lnTo>
                  <a:pt x="773527" y="110836"/>
                </a:lnTo>
                <a:lnTo>
                  <a:pt x="781609" y="113073"/>
                </a:lnTo>
                <a:lnTo>
                  <a:pt x="788796" y="117619"/>
                </a:lnTo>
                <a:lnTo>
                  <a:pt x="811241" y="153908"/>
                </a:lnTo>
                <a:lnTo>
                  <a:pt x="811602" y="161059"/>
                </a:lnTo>
                <a:lnTo>
                  <a:pt x="811218" y="167553"/>
                </a:lnTo>
                <a:lnTo>
                  <a:pt x="780815" y="209008"/>
                </a:lnTo>
                <a:lnTo>
                  <a:pt x="772661" y="211281"/>
                </a:lnTo>
                <a:lnTo>
                  <a:pt x="819231" y="211281"/>
                </a:lnTo>
                <a:lnTo>
                  <a:pt x="837029" y="170692"/>
                </a:lnTo>
                <a:lnTo>
                  <a:pt x="837604" y="160626"/>
                </a:lnTo>
                <a:lnTo>
                  <a:pt x="837009" y="150214"/>
                </a:lnTo>
                <a:lnTo>
                  <a:pt x="835223" y="140412"/>
                </a:lnTo>
                <a:lnTo>
                  <a:pt x="832246" y="131219"/>
                </a:lnTo>
                <a:lnTo>
                  <a:pt x="828079" y="122634"/>
                </a:lnTo>
                <a:lnTo>
                  <a:pt x="822924" y="114753"/>
                </a:lnTo>
                <a:lnTo>
                  <a:pt x="819589" y="110836"/>
                </a:lnTo>
                <a:close/>
              </a:path>
              <a:path w="1316354" h="265429">
                <a:moveTo>
                  <a:pt x="767898" y="87023"/>
                </a:moveTo>
                <a:lnTo>
                  <a:pt x="760322" y="87023"/>
                </a:lnTo>
                <a:lnTo>
                  <a:pt x="753142" y="88214"/>
                </a:lnTo>
                <a:lnTo>
                  <a:pt x="717387" y="110331"/>
                </a:lnTo>
                <a:lnTo>
                  <a:pt x="713346" y="116464"/>
                </a:lnTo>
                <a:lnTo>
                  <a:pt x="741918" y="116464"/>
                </a:lnTo>
                <a:lnTo>
                  <a:pt x="745277" y="114949"/>
                </a:lnTo>
                <a:lnTo>
                  <a:pt x="751194" y="112207"/>
                </a:lnTo>
                <a:lnTo>
                  <a:pt x="757580" y="110836"/>
                </a:lnTo>
                <a:lnTo>
                  <a:pt x="819589" y="110836"/>
                </a:lnTo>
                <a:lnTo>
                  <a:pt x="816985" y="107778"/>
                </a:lnTo>
                <a:lnTo>
                  <a:pt x="777221" y="87619"/>
                </a:lnTo>
                <a:lnTo>
                  <a:pt x="767898" y="87023"/>
                </a:lnTo>
                <a:close/>
              </a:path>
              <a:path w="1316354" h="265429">
                <a:moveTo>
                  <a:pt x="820624" y="31172"/>
                </a:moveTo>
                <a:lnTo>
                  <a:pt x="767033" y="31172"/>
                </a:lnTo>
                <a:lnTo>
                  <a:pt x="775367" y="31788"/>
                </a:lnTo>
                <a:lnTo>
                  <a:pt x="782835" y="33635"/>
                </a:lnTo>
                <a:lnTo>
                  <a:pt x="809462" y="65809"/>
                </a:lnTo>
                <a:lnTo>
                  <a:pt x="835872" y="65809"/>
                </a:lnTo>
                <a:lnTo>
                  <a:pt x="834114" y="57454"/>
                </a:lnTo>
                <a:lnTo>
                  <a:pt x="831543" y="49600"/>
                </a:lnTo>
                <a:lnTo>
                  <a:pt x="828160" y="42246"/>
                </a:lnTo>
                <a:lnTo>
                  <a:pt x="823966" y="35394"/>
                </a:lnTo>
                <a:lnTo>
                  <a:pt x="820624" y="31172"/>
                </a:lnTo>
                <a:close/>
              </a:path>
              <a:path w="1316354" h="265429">
                <a:moveTo>
                  <a:pt x="958967" y="0"/>
                </a:moveTo>
                <a:lnTo>
                  <a:pt x="935587" y="0"/>
                </a:lnTo>
                <a:lnTo>
                  <a:pt x="864150" y="265401"/>
                </a:lnTo>
                <a:lnTo>
                  <a:pt x="887529" y="265401"/>
                </a:lnTo>
                <a:lnTo>
                  <a:pt x="958967" y="0"/>
                </a:lnTo>
                <a:close/>
              </a:path>
              <a:path w="1316354" h="265429">
                <a:moveTo>
                  <a:pt x="1111145" y="30739"/>
                </a:moveTo>
                <a:lnTo>
                  <a:pt x="1065230" y="30739"/>
                </a:lnTo>
                <a:lnTo>
                  <a:pt x="1072446" y="32291"/>
                </a:lnTo>
                <a:lnTo>
                  <a:pt x="1085290" y="38496"/>
                </a:lnTo>
                <a:lnTo>
                  <a:pt x="1090341" y="42898"/>
                </a:lnTo>
                <a:lnTo>
                  <a:pt x="1094022" y="48599"/>
                </a:lnTo>
                <a:lnTo>
                  <a:pt x="1097774" y="54299"/>
                </a:lnTo>
                <a:lnTo>
                  <a:pt x="1099650" y="61046"/>
                </a:lnTo>
                <a:lnTo>
                  <a:pt x="1099650" y="75622"/>
                </a:lnTo>
                <a:lnTo>
                  <a:pt x="1098279" y="82117"/>
                </a:lnTo>
                <a:lnTo>
                  <a:pt x="1095537" y="88322"/>
                </a:lnTo>
                <a:lnTo>
                  <a:pt x="1092867" y="94456"/>
                </a:lnTo>
                <a:lnTo>
                  <a:pt x="1068139" y="125678"/>
                </a:lnTo>
                <a:lnTo>
                  <a:pt x="988814" y="212580"/>
                </a:lnTo>
                <a:lnTo>
                  <a:pt x="988814" y="232063"/>
                </a:lnTo>
                <a:lnTo>
                  <a:pt x="1128658" y="232063"/>
                </a:lnTo>
                <a:lnTo>
                  <a:pt x="1128658" y="208251"/>
                </a:lnTo>
                <a:lnTo>
                  <a:pt x="1025615" y="208251"/>
                </a:lnTo>
                <a:lnTo>
                  <a:pt x="1025615" y="206519"/>
                </a:lnTo>
                <a:lnTo>
                  <a:pt x="1075404" y="153265"/>
                </a:lnTo>
                <a:lnTo>
                  <a:pt x="1105170" y="118629"/>
                </a:lnTo>
                <a:lnTo>
                  <a:pt x="1123282" y="84967"/>
                </a:lnTo>
                <a:lnTo>
                  <a:pt x="1124761" y="76993"/>
                </a:lnTo>
                <a:lnTo>
                  <a:pt x="1124761" y="68839"/>
                </a:lnTo>
                <a:lnTo>
                  <a:pt x="1111529" y="31152"/>
                </a:lnTo>
                <a:lnTo>
                  <a:pt x="1111145" y="30739"/>
                </a:lnTo>
                <a:close/>
              </a:path>
              <a:path w="1316354" h="265429">
                <a:moveTo>
                  <a:pt x="1058086" y="7360"/>
                </a:moveTo>
                <a:lnTo>
                  <a:pt x="1015792" y="20105"/>
                </a:lnTo>
                <a:lnTo>
                  <a:pt x="991925" y="54444"/>
                </a:lnTo>
                <a:lnTo>
                  <a:pt x="989679" y="72736"/>
                </a:lnTo>
                <a:lnTo>
                  <a:pt x="1015224" y="72736"/>
                </a:lnTo>
                <a:lnTo>
                  <a:pt x="1015224" y="64293"/>
                </a:lnTo>
                <a:lnTo>
                  <a:pt x="1016919" y="56933"/>
                </a:lnTo>
                <a:lnTo>
                  <a:pt x="1048706" y="30739"/>
                </a:lnTo>
                <a:lnTo>
                  <a:pt x="1111145" y="30739"/>
                </a:lnTo>
                <a:lnTo>
                  <a:pt x="1106036" y="25246"/>
                </a:lnTo>
                <a:lnTo>
                  <a:pt x="1067550" y="7874"/>
                </a:lnTo>
                <a:lnTo>
                  <a:pt x="1058086" y="7360"/>
                </a:lnTo>
                <a:close/>
              </a:path>
              <a:path w="1316354" h="265429">
                <a:moveTo>
                  <a:pt x="1199771" y="176645"/>
                </a:moveTo>
                <a:lnTo>
                  <a:pt x="1173793" y="176645"/>
                </a:lnTo>
                <a:lnTo>
                  <a:pt x="1174747" y="184858"/>
                </a:lnTo>
                <a:lnTo>
                  <a:pt x="1194575" y="218533"/>
                </a:lnTo>
                <a:lnTo>
                  <a:pt x="1233345" y="234620"/>
                </a:lnTo>
                <a:lnTo>
                  <a:pt x="1242633" y="235094"/>
                </a:lnTo>
                <a:lnTo>
                  <a:pt x="1252902" y="234499"/>
                </a:lnTo>
                <a:lnTo>
                  <a:pt x="1295075" y="214204"/>
                </a:lnTo>
                <a:lnTo>
                  <a:pt x="1297606" y="211281"/>
                </a:lnTo>
                <a:lnTo>
                  <a:pt x="1242633" y="211281"/>
                </a:lnTo>
                <a:lnTo>
                  <a:pt x="1234434" y="210672"/>
                </a:lnTo>
                <a:lnTo>
                  <a:pt x="1201191" y="183843"/>
                </a:lnTo>
                <a:lnTo>
                  <a:pt x="1199771" y="176645"/>
                </a:lnTo>
                <a:close/>
              </a:path>
              <a:path w="1316354" h="265429">
                <a:moveTo>
                  <a:pt x="1298276" y="111197"/>
                </a:moveTo>
                <a:lnTo>
                  <a:pt x="1234118" y="111197"/>
                </a:lnTo>
                <a:lnTo>
                  <a:pt x="1240901" y="111269"/>
                </a:lnTo>
                <a:lnTo>
                  <a:pt x="1247795" y="111729"/>
                </a:lnTo>
                <a:lnTo>
                  <a:pt x="1283439" y="136055"/>
                </a:lnTo>
                <a:lnTo>
                  <a:pt x="1289825" y="161925"/>
                </a:lnTo>
                <a:lnTo>
                  <a:pt x="1289440" y="168831"/>
                </a:lnTo>
                <a:lnTo>
                  <a:pt x="1259807" y="209153"/>
                </a:lnTo>
                <a:lnTo>
                  <a:pt x="1251725" y="211281"/>
                </a:lnTo>
                <a:lnTo>
                  <a:pt x="1297606" y="211281"/>
                </a:lnTo>
                <a:lnTo>
                  <a:pt x="1315207" y="171815"/>
                </a:lnTo>
                <a:lnTo>
                  <a:pt x="1315802" y="161492"/>
                </a:lnTo>
                <a:lnTo>
                  <a:pt x="1315227" y="151019"/>
                </a:lnTo>
                <a:lnTo>
                  <a:pt x="1313502" y="141143"/>
                </a:lnTo>
                <a:lnTo>
                  <a:pt x="1310627" y="131861"/>
                </a:lnTo>
                <a:lnTo>
                  <a:pt x="1306602" y="123175"/>
                </a:lnTo>
                <a:lnTo>
                  <a:pt x="1301623" y="115233"/>
                </a:lnTo>
                <a:lnTo>
                  <a:pt x="1298276" y="111197"/>
                </a:lnTo>
                <a:close/>
              </a:path>
              <a:path w="1316354" h="265429">
                <a:moveTo>
                  <a:pt x="1305845" y="10390"/>
                </a:moveTo>
                <a:lnTo>
                  <a:pt x="1190679" y="10390"/>
                </a:lnTo>
                <a:lnTo>
                  <a:pt x="1177257" y="119495"/>
                </a:lnTo>
                <a:lnTo>
                  <a:pt x="1202368" y="122526"/>
                </a:lnTo>
                <a:lnTo>
                  <a:pt x="1206987" y="119206"/>
                </a:lnTo>
                <a:lnTo>
                  <a:pt x="1212867" y="116500"/>
                </a:lnTo>
                <a:lnTo>
                  <a:pt x="1220011" y="114408"/>
                </a:lnTo>
                <a:lnTo>
                  <a:pt x="1227155" y="112243"/>
                </a:lnTo>
                <a:lnTo>
                  <a:pt x="1234118" y="111197"/>
                </a:lnTo>
                <a:lnTo>
                  <a:pt x="1298276" y="111197"/>
                </a:lnTo>
                <a:lnTo>
                  <a:pt x="1295778" y="108184"/>
                </a:lnTo>
                <a:lnTo>
                  <a:pt x="1289068" y="102028"/>
                </a:lnTo>
                <a:lnTo>
                  <a:pt x="1285542" y="99579"/>
                </a:lnTo>
                <a:lnTo>
                  <a:pt x="1205399" y="99579"/>
                </a:lnTo>
                <a:lnTo>
                  <a:pt x="1213192" y="34203"/>
                </a:lnTo>
                <a:lnTo>
                  <a:pt x="1305845" y="34203"/>
                </a:lnTo>
                <a:lnTo>
                  <a:pt x="1305845" y="10390"/>
                </a:lnTo>
                <a:close/>
              </a:path>
              <a:path w="1316354" h="265429">
                <a:moveTo>
                  <a:pt x="1245231" y="87023"/>
                </a:moveTo>
                <a:lnTo>
                  <a:pt x="1237799" y="87023"/>
                </a:lnTo>
                <a:lnTo>
                  <a:pt x="1230655" y="88214"/>
                </a:lnTo>
                <a:lnTo>
                  <a:pt x="1216945" y="92976"/>
                </a:lnTo>
                <a:lnTo>
                  <a:pt x="1211244" y="95971"/>
                </a:lnTo>
                <a:lnTo>
                  <a:pt x="1206698" y="99579"/>
                </a:lnTo>
                <a:lnTo>
                  <a:pt x="1285542" y="99579"/>
                </a:lnTo>
                <a:lnTo>
                  <a:pt x="1245231" y="870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115830" y="2104972"/>
          <a:ext cx="7879471" cy="30911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8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1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851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9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9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5115640" y="5421344"/>
            <a:ext cx="1879399" cy="524063"/>
            <a:chOff x="6807200" y="7620000"/>
            <a:chExt cx="2641600" cy="736600"/>
          </a:xfrm>
        </p:grpSpPr>
        <p:sp>
          <p:nvSpPr>
            <p:cNvPr id="18" name="object 18"/>
            <p:cNvSpPr/>
            <p:nvPr/>
          </p:nvSpPr>
          <p:spPr>
            <a:xfrm>
              <a:off x="6807200" y="7620000"/>
              <a:ext cx="2641600" cy="736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9" name="object 19"/>
            <p:cNvSpPr/>
            <p:nvPr/>
          </p:nvSpPr>
          <p:spPr>
            <a:xfrm>
              <a:off x="6858000" y="76200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0" name="object 20"/>
            <p:cNvSpPr/>
            <p:nvPr/>
          </p:nvSpPr>
          <p:spPr>
            <a:xfrm>
              <a:off x="7783187" y="77851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21" name="object 21"/>
          <p:cNvSpPr/>
          <p:nvPr/>
        </p:nvSpPr>
        <p:spPr>
          <a:xfrm>
            <a:off x="3810963" y="999637"/>
            <a:ext cx="4475207" cy="3503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2" name="object 22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3" name="object 23"/>
          <p:cNvSpPr/>
          <p:nvPr/>
        </p:nvSpPr>
        <p:spPr>
          <a:xfrm>
            <a:off x="9233936" y="575812"/>
            <a:ext cx="1533762" cy="2139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4" name="object 24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5" name="object 25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6" name="object 26"/>
          <p:cNvSpPr/>
          <p:nvPr/>
        </p:nvSpPr>
        <p:spPr>
          <a:xfrm>
            <a:off x="9859316" y="1499905"/>
            <a:ext cx="496957" cy="515028"/>
          </a:xfrm>
          <a:custGeom>
            <a:avLst/>
            <a:gdLst/>
            <a:ahLst/>
            <a:cxnLst/>
            <a:rect l="l" t="t" r="r" b="b"/>
            <a:pathLst>
              <a:path w="698500" h="723900">
                <a:moveTo>
                  <a:pt x="349250" y="0"/>
                </a:moveTo>
                <a:lnTo>
                  <a:pt x="301858" y="3304"/>
                </a:lnTo>
                <a:lnTo>
                  <a:pt x="256405" y="12929"/>
                </a:lnTo>
                <a:lnTo>
                  <a:pt x="213306" y="28443"/>
                </a:lnTo>
                <a:lnTo>
                  <a:pt x="172976" y="49416"/>
                </a:lnTo>
                <a:lnTo>
                  <a:pt x="135833" y="75416"/>
                </a:lnTo>
                <a:lnTo>
                  <a:pt x="102292" y="106012"/>
                </a:lnTo>
                <a:lnTo>
                  <a:pt x="72770" y="140773"/>
                </a:lnTo>
                <a:lnTo>
                  <a:pt x="47682" y="179266"/>
                </a:lnTo>
                <a:lnTo>
                  <a:pt x="27445" y="221062"/>
                </a:lnTo>
                <a:lnTo>
                  <a:pt x="12475" y="265729"/>
                </a:lnTo>
                <a:lnTo>
                  <a:pt x="3188" y="312835"/>
                </a:lnTo>
                <a:lnTo>
                  <a:pt x="0" y="361950"/>
                </a:lnTo>
                <a:lnTo>
                  <a:pt x="3188" y="411064"/>
                </a:lnTo>
                <a:lnTo>
                  <a:pt x="12475" y="458170"/>
                </a:lnTo>
                <a:lnTo>
                  <a:pt x="27445" y="502837"/>
                </a:lnTo>
                <a:lnTo>
                  <a:pt x="47682" y="544633"/>
                </a:lnTo>
                <a:lnTo>
                  <a:pt x="72770" y="583126"/>
                </a:lnTo>
                <a:lnTo>
                  <a:pt x="102292" y="617887"/>
                </a:lnTo>
                <a:lnTo>
                  <a:pt x="135833" y="648483"/>
                </a:lnTo>
                <a:lnTo>
                  <a:pt x="172976" y="674483"/>
                </a:lnTo>
                <a:lnTo>
                  <a:pt x="213306" y="695456"/>
                </a:lnTo>
                <a:lnTo>
                  <a:pt x="256405" y="710970"/>
                </a:lnTo>
                <a:lnTo>
                  <a:pt x="301858" y="720595"/>
                </a:lnTo>
                <a:lnTo>
                  <a:pt x="349250" y="723900"/>
                </a:lnTo>
                <a:lnTo>
                  <a:pt x="396641" y="720595"/>
                </a:lnTo>
                <a:lnTo>
                  <a:pt x="442094" y="710970"/>
                </a:lnTo>
                <a:lnTo>
                  <a:pt x="485193" y="695456"/>
                </a:lnTo>
                <a:lnTo>
                  <a:pt x="525523" y="674483"/>
                </a:lnTo>
                <a:lnTo>
                  <a:pt x="562666" y="648483"/>
                </a:lnTo>
                <a:lnTo>
                  <a:pt x="596207" y="617887"/>
                </a:lnTo>
                <a:lnTo>
                  <a:pt x="625729" y="583126"/>
                </a:lnTo>
                <a:lnTo>
                  <a:pt x="650817" y="544633"/>
                </a:lnTo>
                <a:lnTo>
                  <a:pt x="671054" y="502837"/>
                </a:lnTo>
                <a:lnTo>
                  <a:pt x="686024" y="458170"/>
                </a:lnTo>
                <a:lnTo>
                  <a:pt x="695311" y="411064"/>
                </a:lnTo>
                <a:lnTo>
                  <a:pt x="698500" y="361950"/>
                </a:lnTo>
                <a:lnTo>
                  <a:pt x="695311" y="312835"/>
                </a:lnTo>
                <a:lnTo>
                  <a:pt x="686024" y="265729"/>
                </a:lnTo>
                <a:lnTo>
                  <a:pt x="671054" y="221062"/>
                </a:lnTo>
                <a:lnTo>
                  <a:pt x="650817" y="179266"/>
                </a:lnTo>
                <a:lnTo>
                  <a:pt x="625729" y="140773"/>
                </a:lnTo>
                <a:lnTo>
                  <a:pt x="596207" y="106012"/>
                </a:lnTo>
                <a:lnTo>
                  <a:pt x="562666" y="75416"/>
                </a:lnTo>
                <a:lnTo>
                  <a:pt x="525523" y="49416"/>
                </a:lnTo>
                <a:lnTo>
                  <a:pt x="485193" y="28443"/>
                </a:lnTo>
                <a:lnTo>
                  <a:pt x="442094" y="12929"/>
                </a:lnTo>
                <a:lnTo>
                  <a:pt x="396641" y="3304"/>
                </a:lnTo>
                <a:lnTo>
                  <a:pt x="3492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7" name="object 27"/>
          <p:cNvSpPr/>
          <p:nvPr/>
        </p:nvSpPr>
        <p:spPr>
          <a:xfrm>
            <a:off x="9199720" y="1481834"/>
            <a:ext cx="542134" cy="5421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8" name="object 28"/>
          <p:cNvSpPr/>
          <p:nvPr/>
        </p:nvSpPr>
        <p:spPr>
          <a:xfrm>
            <a:off x="9814138" y="1463763"/>
            <a:ext cx="587312" cy="5873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1672" y="5493629"/>
            <a:ext cx="1879399" cy="524063"/>
            <a:chOff x="3962400" y="7721600"/>
            <a:chExt cx="2641600" cy="736600"/>
          </a:xfrm>
        </p:grpSpPr>
        <p:sp>
          <p:nvSpPr>
            <p:cNvPr id="3" name="object 3"/>
            <p:cNvSpPr/>
            <p:nvPr/>
          </p:nvSpPr>
          <p:spPr>
            <a:xfrm>
              <a:off x="3962400" y="77216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4766107" y="7879195"/>
              <a:ext cx="1036955" cy="304800"/>
            </a:xfrm>
            <a:custGeom>
              <a:avLst/>
              <a:gdLst/>
              <a:ahLst/>
              <a:cxnLst/>
              <a:rect l="l" t="t" r="r" b="b"/>
              <a:pathLst>
                <a:path w="1036954" h="304800">
                  <a:moveTo>
                    <a:pt x="129309" y="0"/>
                  </a:moveTo>
                  <a:lnTo>
                    <a:pt x="89341" y="5926"/>
                  </a:lnTo>
                  <a:lnTo>
                    <a:pt x="55129" y="23379"/>
                  </a:lnTo>
                  <a:lnTo>
                    <a:pt x="28051" y="51251"/>
                  </a:lnTo>
                  <a:lnTo>
                    <a:pt x="9380" y="88755"/>
                  </a:lnTo>
                  <a:lnTo>
                    <a:pt x="586" y="134730"/>
                  </a:lnTo>
                  <a:lnTo>
                    <a:pt x="0" y="151822"/>
                  </a:lnTo>
                  <a:lnTo>
                    <a:pt x="1028" y="174408"/>
                  </a:lnTo>
                  <a:lnTo>
                    <a:pt x="9254" y="214817"/>
                  </a:lnTo>
                  <a:lnTo>
                    <a:pt x="36296" y="262803"/>
                  </a:lnTo>
                  <a:lnTo>
                    <a:pt x="78094" y="293254"/>
                  </a:lnTo>
                  <a:lnTo>
                    <a:pt x="131618" y="303645"/>
                  </a:lnTo>
                  <a:lnTo>
                    <a:pt x="148719" y="302725"/>
                  </a:lnTo>
                  <a:lnTo>
                    <a:pt x="193963" y="288925"/>
                  </a:lnTo>
                  <a:lnTo>
                    <a:pt x="219048" y="270163"/>
                  </a:lnTo>
                  <a:lnTo>
                    <a:pt x="131618" y="270163"/>
                  </a:lnTo>
                  <a:lnTo>
                    <a:pt x="118250" y="269315"/>
                  </a:lnTo>
                  <a:lnTo>
                    <a:pt x="82261" y="256597"/>
                  </a:lnTo>
                  <a:lnTo>
                    <a:pt x="54471" y="229023"/>
                  </a:lnTo>
                  <a:lnTo>
                    <a:pt x="37847" y="187216"/>
                  </a:lnTo>
                  <a:lnTo>
                    <a:pt x="34636" y="151822"/>
                  </a:lnTo>
                  <a:lnTo>
                    <a:pt x="35430" y="133377"/>
                  </a:lnTo>
                  <a:lnTo>
                    <a:pt x="47336" y="87023"/>
                  </a:lnTo>
                  <a:lnTo>
                    <a:pt x="71338" y="54633"/>
                  </a:lnTo>
                  <a:lnTo>
                    <a:pt x="116473" y="34329"/>
                  </a:lnTo>
                  <a:lnTo>
                    <a:pt x="129309" y="33481"/>
                  </a:lnTo>
                  <a:lnTo>
                    <a:pt x="216761" y="33481"/>
                  </a:lnTo>
                  <a:lnTo>
                    <a:pt x="209117" y="26843"/>
                  </a:lnTo>
                  <a:lnTo>
                    <a:pt x="172893" y="7071"/>
                  </a:lnTo>
                  <a:lnTo>
                    <a:pt x="140800" y="441"/>
                  </a:lnTo>
                  <a:lnTo>
                    <a:pt x="129309" y="0"/>
                  </a:lnTo>
                  <a:close/>
                </a:path>
                <a:path w="1036954" h="304800">
                  <a:moveTo>
                    <a:pt x="252268" y="181263"/>
                  </a:moveTo>
                  <a:lnTo>
                    <a:pt x="217631" y="181263"/>
                  </a:lnTo>
                  <a:lnTo>
                    <a:pt x="228600" y="183572"/>
                  </a:lnTo>
                  <a:lnTo>
                    <a:pt x="217511" y="183572"/>
                  </a:lnTo>
                  <a:lnTo>
                    <a:pt x="206663" y="228455"/>
                  </a:lnTo>
                  <a:lnTo>
                    <a:pt x="176356" y="259339"/>
                  </a:lnTo>
                  <a:lnTo>
                    <a:pt x="131618" y="270163"/>
                  </a:lnTo>
                  <a:lnTo>
                    <a:pt x="219048" y="270163"/>
                  </a:lnTo>
                  <a:lnTo>
                    <a:pt x="243500" y="232983"/>
                  </a:lnTo>
                  <a:lnTo>
                    <a:pt x="252268" y="183572"/>
                  </a:lnTo>
                  <a:lnTo>
                    <a:pt x="228600" y="183572"/>
                  </a:lnTo>
                  <a:lnTo>
                    <a:pt x="217631" y="181263"/>
                  </a:lnTo>
                  <a:lnTo>
                    <a:pt x="252268" y="181263"/>
                  </a:lnTo>
                  <a:close/>
                </a:path>
                <a:path w="1036954" h="304800">
                  <a:moveTo>
                    <a:pt x="252268" y="151822"/>
                  </a:moveTo>
                  <a:lnTo>
                    <a:pt x="139700" y="151822"/>
                  </a:lnTo>
                  <a:lnTo>
                    <a:pt x="139700" y="183572"/>
                  </a:lnTo>
                  <a:lnTo>
                    <a:pt x="217511" y="183572"/>
                  </a:lnTo>
                  <a:lnTo>
                    <a:pt x="217631" y="181263"/>
                  </a:lnTo>
                  <a:lnTo>
                    <a:pt x="252268" y="181263"/>
                  </a:lnTo>
                  <a:lnTo>
                    <a:pt x="252268" y="151822"/>
                  </a:lnTo>
                  <a:close/>
                </a:path>
                <a:path w="1036954" h="304800">
                  <a:moveTo>
                    <a:pt x="216761" y="33481"/>
                  </a:moveTo>
                  <a:lnTo>
                    <a:pt x="129309" y="33481"/>
                  </a:lnTo>
                  <a:lnTo>
                    <a:pt x="137156" y="33752"/>
                  </a:lnTo>
                  <a:lnTo>
                    <a:pt x="144678" y="34564"/>
                  </a:lnTo>
                  <a:lnTo>
                    <a:pt x="182706" y="50367"/>
                  </a:lnTo>
                  <a:lnTo>
                    <a:pt x="208070" y="82586"/>
                  </a:lnTo>
                  <a:lnTo>
                    <a:pt x="213590" y="96404"/>
                  </a:lnTo>
                  <a:lnTo>
                    <a:pt x="250536" y="96404"/>
                  </a:lnTo>
                  <a:lnTo>
                    <a:pt x="235815" y="57294"/>
                  </a:lnTo>
                  <a:lnTo>
                    <a:pt x="223801" y="40805"/>
                  </a:lnTo>
                  <a:lnTo>
                    <a:pt x="216761" y="33481"/>
                  </a:lnTo>
                  <a:close/>
                </a:path>
                <a:path w="1036954" h="304800">
                  <a:moveTo>
                    <a:pt x="398426" y="75045"/>
                  </a:moveTo>
                  <a:lnTo>
                    <a:pt x="357620" y="83325"/>
                  </a:lnTo>
                  <a:lnTo>
                    <a:pt x="325978" y="107228"/>
                  </a:lnTo>
                  <a:lnTo>
                    <a:pt x="305539" y="143957"/>
                  </a:lnTo>
                  <a:lnTo>
                    <a:pt x="298558" y="190500"/>
                  </a:lnTo>
                  <a:lnTo>
                    <a:pt x="299333" y="207006"/>
                  </a:lnTo>
                  <a:lnTo>
                    <a:pt x="310969" y="250247"/>
                  </a:lnTo>
                  <a:lnTo>
                    <a:pt x="335729" y="282232"/>
                  </a:lnTo>
                  <a:lnTo>
                    <a:pt x="372052" y="300686"/>
                  </a:lnTo>
                  <a:lnTo>
                    <a:pt x="401890" y="304222"/>
                  </a:lnTo>
                  <a:lnTo>
                    <a:pt x="412867" y="303789"/>
                  </a:lnTo>
                  <a:lnTo>
                    <a:pt x="451102" y="293416"/>
                  </a:lnTo>
                  <a:lnTo>
                    <a:pt x="476233" y="273627"/>
                  </a:lnTo>
                  <a:lnTo>
                    <a:pt x="401890" y="273627"/>
                  </a:lnTo>
                  <a:lnTo>
                    <a:pt x="391887" y="273068"/>
                  </a:lnTo>
                  <a:lnTo>
                    <a:pt x="351775" y="253530"/>
                  </a:lnTo>
                  <a:lnTo>
                    <a:pt x="334782" y="218894"/>
                  </a:lnTo>
                  <a:lnTo>
                    <a:pt x="332824" y="200313"/>
                  </a:lnTo>
                  <a:lnTo>
                    <a:pt x="322803" y="200313"/>
                  </a:lnTo>
                  <a:lnTo>
                    <a:pt x="322803" y="170872"/>
                  </a:lnTo>
                  <a:lnTo>
                    <a:pt x="332903" y="170872"/>
                  </a:lnTo>
                  <a:lnTo>
                    <a:pt x="333113" y="167048"/>
                  </a:lnTo>
                  <a:lnTo>
                    <a:pt x="350188" y="127216"/>
                  </a:lnTo>
                  <a:lnTo>
                    <a:pt x="388594" y="106272"/>
                  </a:lnTo>
                  <a:lnTo>
                    <a:pt x="398426" y="105640"/>
                  </a:lnTo>
                  <a:lnTo>
                    <a:pt x="469108" y="105640"/>
                  </a:lnTo>
                  <a:lnTo>
                    <a:pt x="463369" y="99579"/>
                  </a:lnTo>
                  <a:lnTo>
                    <a:pt x="424160" y="78292"/>
                  </a:lnTo>
                  <a:lnTo>
                    <a:pt x="407058" y="75406"/>
                  </a:lnTo>
                  <a:lnTo>
                    <a:pt x="398426" y="75045"/>
                  </a:lnTo>
                  <a:close/>
                </a:path>
                <a:path w="1036954" h="304800">
                  <a:moveTo>
                    <a:pt x="457308" y="238990"/>
                  </a:moveTo>
                  <a:lnTo>
                    <a:pt x="418919" y="272376"/>
                  </a:lnTo>
                  <a:lnTo>
                    <a:pt x="410837" y="273627"/>
                  </a:lnTo>
                  <a:lnTo>
                    <a:pt x="476233" y="273627"/>
                  </a:lnTo>
                  <a:lnTo>
                    <a:pt x="478441" y="271065"/>
                  </a:lnTo>
                  <a:lnTo>
                    <a:pt x="483249" y="263957"/>
                  </a:lnTo>
                  <a:lnTo>
                    <a:pt x="487173" y="256345"/>
                  </a:lnTo>
                  <a:lnTo>
                    <a:pt x="490212" y="248227"/>
                  </a:lnTo>
                  <a:lnTo>
                    <a:pt x="457308" y="238990"/>
                  </a:lnTo>
                  <a:close/>
                </a:path>
                <a:path w="1036954" h="304800">
                  <a:moveTo>
                    <a:pt x="332903" y="170872"/>
                  </a:moveTo>
                  <a:lnTo>
                    <a:pt x="322803" y="170872"/>
                  </a:lnTo>
                  <a:lnTo>
                    <a:pt x="322803" y="200313"/>
                  </a:lnTo>
                  <a:lnTo>
                    <a:pt x="332824" y="200313"/>
                  </a:lnTo>
                  <a:lnTo>
                    <a:pt x="332617" y="195695"/>
                  </a:lnTo>
                  <a:lnTo>
                    <a:pt x="332732" y="173975"/>
                  </a:lnTo>
                  <a:lnTo>
                    <a:pt x="332903" y="170872"/>
                  </a:lnTo>
                  <a:close/>
                </a:path>
                <a:path w="1036954" h="304800">
                  <a:moveTo>
                    <a:pt x="469108" y="105640"/>
                  </a:moveTo>
                  <a:lnTo>
                    <a:pt x="398426" y="105640"/>
                  </a:lnTo>
                  <a:lnTo>
                    <a:pt x="407356" y="106173"/>
                  </a:lnTo>
                  <a:lnTo>
                    <a:pt x="415672" y="107769"/>
                  </a:lnTo>
                  <a:lnTo>
                    <a:pt x="447484" y="130463"/>
                  </a:lnTo>
                  <a:lnTo>
                    <a:pt x="459040" y="170872"/>
                  </a:lnTo>
                  <a:lnTo>
                    <a:pt x="332903" y="170872"/>
                  </a:lnTo>
                  <a:lnTo>
                    <a:pt x="332732" y="173975"/>
                  </a:lnTo>
                  <a:lnTo>
                    <a:pt x="332617" y="195695"/>
                  </a:lnTo>
                  <a:lnTo>
                    <a:pt x="332824" y="200313"/>
                  </a:lnTo>
                  <a:lnTo>
                    <a:pt x="493676" y="200313"/>
                  </a:lnTo>
                  <a:lnTo>
                    <a:pt x="493676" y="185881"/>
                  </a:lnTo>
                  <a:lnTo>
                    <a:pt x="493150" y="170872"/>
                  </a:lnTo>
                  <a:lnTo>
                    <a:pt x="480985" y="123554"/>
                  </a:lnTo>
                  <a:lnTo>
                    <a:pt x="469945" y="106524"/>
                  </a:lnTo>
                  <a:lnTo>
                    <a:pt x="469108" y="105640"/>
                  </a:lnTo>
                  <a:close/>
                </a:path>
                <a:path w="1036954" h="304800">
                  <a:moveTo>
                    <a:pt x="578391" y="77931"/>
                  </a:moveTo>
                  <a:lnTo>
                    <a:pt x="545486" y="77931"/>
                  </a:lnTo>
                  <a:lnTo>
                    <a:pt x="545486" y="299604"/>
                  </a:lnTo>
                  <a:lnTo>
                    <a:pt x="579545" y="299604"/>
                  </a:lnTo>
                  <a:lnTo>
                    <a:pt x="579545" y="159327"/>
                  </a:lnTo>
                  <a:lnTo>
                    <a:pt x="579996" y="152030"/>
                  </a:lnTo>
                  <a:lnTo>
                    <a:pt x="600724" y="117799"/>
                  </a:lnTo>
                  <a:lnTo>
                    <a:pt x="612745" y="111413"/>
                  </a:lnTo>
                  <a:lnTo>
                    <a:pt x="578391" y="111413"/>
                  </a:lnTo>
                  <a:lnTo>
                    <a:pt x="578391" y="77931"/>
                  </a:lnTo>
                  <a:close/>
                </a:path>
                <a:path w="1036954" h="304800">
                  <a:moveTo>
                    <a:pt x="640929" y="74468"/>
                  </a:moveTo>
                  <a:lnTo>
                    <a:pt x="638427" y="74468"/>
                  </a:lnTo>
                  <a:lnTo>
                    <a:pt x="628722" y="75108"/>
                  </a:lnTo>
                  <a:lnTo>
                    <a:pt x="589215" y="96512"/>
                  </a:lnTo>
                  <a:lnTo>
                    <a:pt x="580700" y="111413"/>
                  </a:lnTo>
                  <a:lnTo>
                    <a:pt x="612745" y="111413"/>
                  </a:lnTo>
                  <a:lnTo>
                    <a:pt x="613244" y="111188"/>
                  </a:lnTo>
                  <a:lnTo>
                    <a:pt x="620243" y="109068"/>
                  </a:lnTo>
                  <a:lnTo>
                    <a:pt x="627675" y="107796"/>
                  </a:lnTo>
                  <a:lnTo>
                    <a:pt x="635541" y="107372"/>
                  </a:lnTo>
                  <a:lnTo>
                    <a:pt x="656323" y="107372"/>
                  </a:lnTo>
                  <a:lnTo>
                    <a:pt x="656323" y="75045"/>
                  </a:lnTo>
                  <a:lnTo>
                    <a:pt x="654398" y="74853"/>
                  </a:lnTo>
                  <a:lnTo>
                    <a:pt x="651560" y="74708"/>
                  </a:lnTo>
                  <a:lnTo>
                    <a:pt x="644056" y="74516"/>
                  </a:lnTo>
                  <a:lnTo>
                    <a:pt x="640929" y="74468"/>
                  </a:lnTo>
                  <a:close/>
                </a:path>
                <a:path w="1036954" h="304800">
                  <a:moveTo>
                    <a:pt x="656323" y="107372"/>
                  </a:moveTo>
                  <a:lnTo>
                    <a:pt x="640063" y="107372"/>
                  </a:lnTo>
                  <a:lnTo>
                    <a:pt x="644344" y="107709"/>
                  </a:lnTo>
                  <a:lnTo>
                    <a:pt x="648385" y="108382"/>
                  </a:lnTo>
                  <a:lnTo>
                    <a:pt x="652522" y="108960"/>
                  </a:lnTo>
                  <a:lnTo>
                    <a:pt x="655168" y="109393"/>
                  </a:lnTo>
                  <a:lnTo>
                    <a:pt x="656323" y="109681"/>
                  </a:lnTo>
                  <a:lnTo>
                    <a:pt x="656323" y="107372"/>
                  </a:lnTo>
                  <a:close/>
                </a:path>
                <a:path w="1036954" h="304800">
                  <a:moveTo>
                    <a:pt x="850897" y="105063"/>
                  </a:moveTo>
                  <a:lnTo>
                    <a:pt x="782709" y="105063"/>
                  </a:lnTo>
                  <a:lnTo>
                    <a:pt x="793722" y="105803"/>
                  </a:lnTo>
                  <a:lnTo>
                    <a:pt x="803238" y="108022"/>
                  </a:lnTo>
                  <a:lnTo>
                    <a:pt x="828738" y="140006"/>
                  </a:lnTo>
                  <a:lnTo>
                    <a:pt x="829468" y="150090"/>
                  </a:lnTo>
                  <a:lnTo>
                    <a:pt x="829468" y="156729"/>
                  </a:lnTo>
                  <a:lnTo>
                    <a:pt x="827496" y="160578"/>
                  </a:lnTo>
                  <a:lnTo>
                    <a:pt x="823551" y="162790"/>
                  </a:lnTo>
                  <a:lnTo>
                    <a:pt x="819703" y="165003"/>
                  </a:lnTo>
                  <a:lnTo>
                    <a:pt x="813545" y="166591"/>
                  </a:lnTo>
                  <a:lnTo>
                    <a:pt x="798323" y="168284"/>
                  </a:lnTo>
                  <a:lnTo>
                    <a:pt x="772318" y="171450"/>
                  </a:lnTo>
                  <a:lnTo>
                    <a:pt x="734164" y="178810"/>
                  </a:lnTo>
                  <a:lnTo>
                    <a:pt x="697877" y="200133"/>
                  </a:lnTo>
                  <a:lnTo>
                    <a:pt x="686409" y="238413"/>
                  </a:lnTo>
                  <a:lnTo>
                    <a:pt x="686936" y="247108"/>
                  </a:lnTo>
                  <a:lnTo>
                    <a:pt x="708277" y="287012"/>
                  </a:lnTo>
                  <a:lnTo>
                    <a:pt x="751636" y="304303"/>
                  </a:lnTo>
                  <a:lnTo>
                    <a:pt x="761927" y="304800"/>
                  </a:lnTo>
                  <a:lnTo>
                    <a:pt x="771227" y="304439"/>
                  </a:lnTo>
                  <a:lnTo>
                    <a:pt x="811816" y="288988"/>
                  </a:lnTo>
                  <a:lnTo>
                    <a:pt x="825520" y="274204"/>
                  </a:lnTo>
                  <a:lnTo>
                    <a:pt x="767123" y="274204"/>
                  </a:lnTo>
                  <a:lnTo>
                    <a:pt x="757295" y="273627"/>
                  </a:lnTo>
                  <a:lnTo>
                    <a:pt x="723647" y="254000"/>
                  </a:lnTo>
                  <a:lnTo>
                    <a:pt x="720364" y="229754"/>
                  </a:lnTo>
                  <a:lnTo>
                    <a:pt x="722673" y="222923"/>
                  </a:lnTo>
                  <a:lnTo>
                    <a:pt x="757742" y="203163"/>
                  </a:lnTo>
                  <a:lnTo>
                    <a:pt x="784874" y="199159"/>
                  </a:lnTo>
                  <a:lnTo>
                    <a:pt x="790839" y="198389"/>
                  </a:lnTo>
                  <a:lnTo>
                    <a:pt x="828025" y="189922"/>
                  </a:lnTo>
                  <a:lnTo>
                    <a:pt x="829468" y="188190"/>
                  </a:lnTo>
                  <a:lnTo>
                    <a:pt x="863527" y="188190"/>
                  </a:lnTo>
                  <a:lnTo>
                    <a:pt x="863527" y="153554"/>
                  </a:lnTo>
                  <a:lnTo>
                    <a:pt x="862986" y="141016"/>
                  </a:lnTo>
                  <a:lnTo>
                    <a:pt x="861363" y="129814"/>
                  </a:lnTo>
                  <a:lnTo>
                    <a:pt x="858657" y="119946"/>
                  </a:lnTo>
                  <a:lnTo>
                    <a:pt x="854868" y="111413"/>
                  </a:lnTo>
                  <a:lnTo>
                    <a:pt x="850897" y="105063"/>
                  </a:lnTo>
                  <a:close/>
                </a:path>
                <a:path w="1036954" h="304800">
                  <a:moveTo>
                    <a:pt x="863527" y="269586"/>
                  </a:moveTo>
                  <a:lnTo>
                    <a:pt x="829468" y="269586"/>
                  </a:lnTo>
                  <a:lnTo>
                    <a:pt x="829468" y="299604"/>
                  </a:lnTo>
                  <a:lnTo>
                    <a:pt x="863527" y="299604"/>
                  </a:lnTo>
                  <a:lnTo>
                    <a:pt x="863527" y="269586"/>
                  </a:lnTo>
                  <a:close/>
                </a:path>
                <a:path w="1036954" h="304800">
                  <a:moveTo>
                    <a:pt x="863527" y="188190"/>
                  </a:moveTo>
                  <a:lnTo>
                    <a:pt x="829468" y="188190"/>
                  </a:lnTo>
                  <a:lnTo>
                    <a:pt x="829463" y="219435"/>
                  </a:lnTo>
                  <a:lnTo>
                    <a:pt x="829017" y="226209"/>
                  </a:lnTo>
                  <a:lnTo>
                    <a:pt x="807748" y="262009"/>
                  </a:lnTo>
                  <a:lnTo>
                    <a:pt x="767123" y="274204"/>
                  </a:lnTo>
                  <a:lnTo>
                    <a:pt x="825520" y="274204"/>
                  </a:lnTo>
                  <a:lnTo>
                    <a:pt x="827736" y="269586"/>
                  </a:lnTo>
                  <a:lnTo>
                    <a:pt x="863527" y="269586"/>
                  </a:lnTo>
                  <a:lnTo>
                    <a:pt x="863527" y="188190"/>
                  </a:lnTo>
                  <a:close/>
                </a:path>
                <a:path w="1036954" h="304800">
                  <a:moveTo>
                    <a:pt x="788674" y="75045"/>
                  </a:moveTo>
                  <a:lnTo>
                    <a:pt x="781555" y="75045"/>
                  </a:lnTo>
                  <a:lnTo>
                    <a:pt x="773148" y="75334"/>
                  </a:lnTo>
                  <a:lnTo>
                    <a:pt x="730971" y="85869"/>
                  </a:lnTo>
                  <a:lnTo>
                    <a:pt x="697345" y="117456"/>
                  </a:lnTo>
                  <a:lnTo>
                    <a:pt x="692655" y="127000"/>
                  </a:lnTo>
                  <a:lnTo>
                    <a:pt x="724982" y="138545"/>
                  </a:lnTo>
                  <a:lnTo>
                    <a:pt x="728310" y="132574"/>
                  </a:lnTo>
                  <a:lnTo>
                    <a:pt x="732667" y="126783"/>
                  </a:lnTo>
                  <a:lnTo>
                    <a:pt x="771173" y="105731"/>
                  </a:lnTo>
                  <a:lnTo>
                    <a:pt x="782709" y="105063"/>
                  </a:lnTo>
                  <a:lnTo>
                    <a:pt x="850897" y="105063"/>
                  </a:lnTo>
                  <a:lnTo>
                    <a:pt x="850259" y="104044"/>
                  </a:lnTo>
                  <a:lnTo>
                    <a:pt x="813025" y="79203"/>
                  </a:lnTo>
                  <a:lnTo>
                    <a:pt x="796852" y="75911"/>
                  </a:lnTo>
                  <a:lnTo>
                    <a:pt x="788674" y="75045"/>
                  </a:lnTo>
                  <a:close/>
                </a:path>
                <a:path w="1036954" h="304800">
                  <a:moveTo>
                    <a:pt x="958597" y="77931"/>
                  </a:moveTo>
                  <a:lnTo>
                    <a:pt x="925692" y="77931"/>
                  </a:lnTo>
                  <a:lnTo>
                    <a:pt x="925692" y="299604"/>
                  </a:lnTo>
                  <a:lnTo>
                    <a:pt x="959752" y="299604"/>
                  </a:lnTo>
                  <a:lnTo>
                    <a:pt x="959752" y="159327"/>
                  </a:lnTo>
                  <a:lnTo>
                    <a:pt x="960203" y="152030"/>
                  </a:lnTo>
                  <a:lnTo>
                    <a:pt x="980930" y="117799"/>
                  </a:lnTo>
                  <a:lnTo>
                    <a:pt x="992951" y="111413"/>
                  </a:lnTo>
                  <a:lnTo>
                    <a:pt x="958597" y="111413"/>
                  </a:lnTo>
                  <a:lnTo>
                    <a:pt x="958597" y="77931"/>
                  </a:lnTo>
                  <a:close/>
                </a:path>
                <a:path w="1036954" h="304800">
                  <a:moveTo>
                    <a:pt x="1021135" y="74468"/>
                  </a:moveTo>
                  <a:lnTo>
                    <a:pt x="1018633" y="74468"/>
                  </a:lnTo>
                  <a:lnTo>
                    <a:pt x="1008928" y="75108"/>
                  </a:lnTo>
                  <a:lnTo>
                    <a:pt x="969421" y="96512"/>
                  </a:lnTo>
                  <a:lnTo>
                    <a:pt x="960906" y="111413"/>
                  </a:lnTo>
                  <a:lnTo>
                    <a:pt x="992951" y="111413"/>
                  </a:lnTo>
                  <a:lnTo>
                    <a:pt x="993450" y="111188"/>
                  </a:lnTo>
                  <a:lnTo>
                    <a:pt x="1000449" y="109068"/>
                  </a:lnTo>
                  <a:lnTo>
                    <a:pt x="1007882" y="107796"/>
                  </a:lnTo>
                  <a:lnTo>
                    <a:pt x="1015747" y="107372"/>
                  </a:lnTo>
                  <a:lnTo>
                    <a:pt x="1036529" y="107372"/>
                  </a:lnTo>
                  <a:lnTo>
                    <a:pt x="1036529" y="75045"/>
                  </a:lnTo>
                  <a:lnTo>
                    <a:pt x="1034605" y="74853"/>
                  </a:lnTo>
                  <a:lnTo>
                    <a:pt x="1031766" y="74708"/>
                  </a:lnTo>
                  <a:lnTo>
                    <a:pt x="1024262" y="74516"/>
                  </a:lnTo>
                  <a:lnTo>
                    <a:pt x="1021135" y="74468"/>
                  </a:lnTo>
                  <a:close/>
                </a:path>
                <a:path w="1036954" h="304800">
                  <a:moveTo>
                    <a:pt x="1036529" y="107372"/>
                  </a:moveTo>
                  <a:lnTo>
                    <a:pt x="1020269" y="107372"/>
                  </a:lnTo>
                  <a:lnTo>
                    <a:pt x="1024550" y="107709"/>
                  </a:lnTo>
                  <a:lnTo>
                    <a:pt x="1028591" y="108382"/>
                  </a:lnTo>
                  <a:lnTo>
                    <a:pt x="1032728" y="108960"/>
                  </a:lnTo>
                  <a:lnTo>
                    <a:pt x="1035374" y="109393"/>
                  </a:lnTo>
                  <a:lnTo>
                    <a:pt x="1036529" y="109681"/>
                  </a:lnTo>
                  <a:lnTo>
                    <a:pt x="1036529" y="107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5" name="object 5"/>
          <p:cNvSpPr/>
          <p:nvPr/>
        </p:nvSpPr>
        <p:spPr>
          <a:xfrm>
            <a:off x="3127814" y="5493628"/>
            <a:ext cx="1807115" cy="451779"/>
          </a:xfrm>
          <a:custGeom>
            <a:avLst/>
            <a:gdLst/>
            <a:ahLst/>
            <a:cxnLst/>
            <a:rect l="l" t="t" r="r" b="b"/>
            <a:pathLst>
              <a:path w="2540000" h="635000">
                <a:moveTo>
                  <a:pt x="2413000" y="0"/>
                </a:moveTo>
                <a:lnTo>
                  <a:pt x="127000" y="0"/>
                </a:lnTo>
                <a:lnTo>
                  <a:pt x="77565" y="9980"/>
                </a:lnTo>
                <a:lnTo>
                  <a:pt x="37197" y="37197"/>
                </a:lnTo>
                <a:lnTo>
                  <a:pt x="9980" y="77565"/>
                </a:lnTo>
                <a:lnTo>
                  <a:pt x="0" y="127000"/>
                </a:lnTo>
                <a:lnTo>
                  <a:pt x="0" y="508000"/>
                </a:lnTo>
                <a:lnTo>
                  <a:pt x="9980" y="557434"/>
                </a:lnTo>
                <a:lnTo>
                  <a:pt x="37197" y="597802"/>
                </a:lnTo>
                <a:lnTo>
                  <a:pt x="77565" y="625019"/>
                </a:lnTo>
                <a:lnTo>
                  <a:pt x="127000" y="635000"/>
                </a:lnTo>
                <a:lnTo>
                  <a:pt x="2413000" y="635000"/>
                </a:lnTo>
                <a:lnTo>
                  <a:pt x="2462434" y="625019"/>
                </a:lnTo>
                <a:lnTo>
                  <a:pt x="2502802" y="597802"/>
                </a:lnTo>
                <a:lnTo>
                  <a:pt x="2530019" y="557434"/>
                </a:lnTo>
                <a:lnTo>
                  <a:pt x="2540000" y="508000"/>
                </a:lnTo>
                <a:lnTo>
                  <a:pt x="2540000" y="127000"/>
                </a:lnTo>
                <a:lnTo>
                  <a:pt x="2530019" y="77565"/>
                </a:lnTo>
                <a:lnTo>
                  <a:pt x="2502802" y="37197"/>
                </a:lnTo>
                <a:lnTo>
                  <a:pt x="2462434" y="9980"/>
                </a:lnTo>
                <a:lnTo>
                  <a:pt x="2413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6" name="object 6"/>
          <p:cNvGrpSpPr/>
          <p:nvPr/>
        </p:nvGrpSpPr>
        <p:grpSpPr>
          <a:xfrm>
            <a:off x="7139609" y="5493629"/>
            <a:ext cx="1879399" cy="524063"/>
            <a:chOff x="9652000" y="7721600"/>
            <a:chExt cx="2641600" cy="736600"/>
          </a:xfrm>
        </p:grpSpPr>
        <p:sp>
          <p:nvSpPr>
            <p:cNvPr id="7" name="object 7"/>
            <p:cNvSpPr/>
            <p:nvPr/>
          </p:nvSpPr>
          <p:spPr>
            <a:xfrm>
              <a:off x="9652000" y="77216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8" name="object 8"/>
            <p:cNvSpPr/>
            <p:nvPr/>
          </p:nvSpPr>
          <p:spPr>
            <a:xfrm>
              <a:off x="9702800" y="7721600"/>
              <a:ext cx="2540000" cy="635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9" name="object 9"/>
          <p:cNvSpPr/>
          <p:nvPr/>
        </p:nvSpPr>
        <p:spPr>
          <a:xfrm>
            <a:off x="4114787" y="999637"/>
            <a:ext cx="3899575" cy="430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0" name="object 10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9233936" y="575812"/>
            <a:ext cx="1533762" cy="2139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2" name="object 12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3" name="object 13"/>
          <p:cNvSpPr/>
          <p:nvPr/>
        </p:nvSpPr>
        <p:spPr>
          <a:xfrm>
            <a:off x="2115830" y="2105289"/>
            <a:ext cx="7879020" cy="30453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115830" y="2105289"/>
          <a:ext cx="7879020" cy="3044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9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2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8324295" y="2750100"/>
            <a:ext cx="1484882" cy="2159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6" name="object 16"/>
          <p:cNvSpPr/>
          <p:nvPr/>
        </p:nvSpPr>
        <p:spPr>
          <a:xfrm>
            <a:off x="8306224" y="3165736"/>
            <a:ext cx="1488270" cy="2159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7" name="object 17"/>
          <p:cNvSpPr/>
          <p:nvPr/>
        </p:nvSpPr>
        <p:spPr>
          <a:xfrm>
            <a:off x="8306225" y="3572337"/>
            <a:ext cx="1454386" cy="21593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8" name="object 18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9777996" y="1481834"/>
            <a:ext cx="542134" cy="5421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1672" y="5493629"/>
            <a:ext cx="1879399" cy="524063"/>
            <a:chOff x="3962400" y="7721600"/>
            <a:chExt cx="2641600" cy="736600"/>
          </a:xfrm>
        </p:grpSpPr>
        <p:sp>
          <p:nvSpPr>
            <p:cNvPr id="3" name="object 3"/>
            <p:cNvSpPr/>
            <p:nvPr/>
          </p:nvSpPr>
          <p:spPr>
            <a:xfrm>
              <a:off x="3962400" y="77216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4013200" y="77216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" name="object 5"/>
            <p:cNvSpPr/>
            <p:nvPr/>
          </p:nvSpPr>
          <p:spPr>
            <a:xfrm>
              <a:off x="4766107" y="7879195"/>
              <a:ext cx="1036955" cy="304800"/>
            </a:xfrm>
            <a:custGeom>
              <a:avLst/>
              <a:gdLst/>
              <a:ahLst/>
              <a:cxnLst/>
              <a:rect l="l" t="t" r="r" b="b"/>
              <a:pathLst>
                <a:path w="1036954" h="304800">
                  <a:moveTo>
                    <a:pt x="129309" y="0"/>
                  </a:moveTo>
                  <a:lnTo>
                    <a:pt x="89341" y="5926"/>
                  </a:lnTo>
                  <a:lnTo>
                    <a:pt x="55129" y="23379"/>
                  </a:lnTo>
                  <a:lnTo>
                    <a:pt x="28051" y="51251"/>
                  </a:lnTo>
                  <a:lnTo>
                    <a:pt x="9380" y="88755"/>
                  </a:lnTo>
                  <a:lnTo>
                    <a:pt x="586" y="134730"/>
                  </a:lnTo>
                  <a:lnTo>
                    <a:pt x="0" y="151822"/>
                  </a:lnTo>
                  <a:lnTo>
                    <a:pt x="1028" y="174408"/>
                  </a:lnTo>
                  <a:lnTo>
                    <a:pt x="9254" y="214817"/>
                  </a:lnTo>
                  <a:lnTo>
                    <a:pt x="36296" y="262803"/>
                  </a:lnTo>
                  <a:lnTo>
                    <a:pt x="78094" y="293254"/>
                  </a:lnTo>
                  <a:lnTo>
                    <a:pt x="131618" y="303645"/>
                  </a:lnTo>
                  <a:lnTo>
                    <a:pt x="148719" y="302725"/>
                  </a:lnTo>
                  <a:lnTo>
                    <a:pt x="193963" y="288925"/>
                  </a:lnTo>
                  <a:lnTo>
                    <a:pt x="219048" y="270163"/>
                  </a:lnTo>
                  <a:lnTo>
                    <a:pt x="131618" y="270163"/>
                  </a:lnTo>
                  <a:lnTo>
                    <a:pt x="118250" y="269315"/>
                  </a:lnTo>
                  <a:lnTo>
                    <a:pt x="82261" y="256597"/>
                  </a:lnTo>
                  <a:lnTo>
                    <a:pt x="54471" y="229023"/>
                  </a:lnTo>
                  <a:lnTo>
                    <a:pt x="37847" y="187216"/>
                  </a:lnTo>
                  <a:lnTo>
                    <a:pt x="34636" y="151822"/>
                  </a:lnTo>
                  <a:lnTo>
                    <a:pt x="35430" y="133377"/>
                  </a:lnTo>
                  <a:lnTo>
                    <a:pt x="47336" y="87023"/>
                  </a:lnTo>
                  <a:lnTo>
                    <a:pt x="71338" y="54633"/>
                  </a:lnTo>
                  <a:lnTo>
                    <a:pt x="116473" y="34329"/>
                  </a:lnTo>
                  <a:lnTo>
                    <a:pt x="129309" y="33481"/>
                  </a:lnTo>
                  <a:lnTo>
                    <a:pt x="216761" y="33481"/>
                  </a:lnTo>
                  <a:lnTo>
                    <a:pt x="209117" y="26843"/>
                  </a:lnTo>
                  <a:lnTo>
                    <a:pt x="172893" y="7071"/>
                  </a:lnTo>
                  <a:lnTo>
                    <a:pt x="140800" y="441"/>
                  </a:lnTo>
                  <a:lnTo>
                    <a:pt x="129309" y="0"/>
                  </a:lnTo>
                  <a:close/>
                </a:path>
                <a:path w="1036954" h="304800">
                  <a:moveTo>
                    <a:pt x="252268" y="181263"/>
                  </a:moveTo>
                  <a:lnTo>
                    <a:pt x="217631" y="181263"/>
                  </a:lnTo>
                  <a:lnTo>
                    <a:pt x="228600" y="183572"/>
                  </a:lnTo>
                  <a:lnTo>
                    <a:pt x="217511" y="183572"/>
                  </a:lnTo>
                  <a:lnTo>
                    <a:pt x="206663" y="228455"/>
                  </a:lnTo>
                  <a:lnTo>
                    <a:pt x="176356" y="259339"/>
                  </a:lnTo>
                  <a:lnTo>
                    <a:pt x="131618" y="270163"/>
                  </a:lnTo>
                  <a:lnTo>
                    <a:pt x="219048" y="270163"/>
                  </a:lnTo>
                  <a:lnTo>
                    <a:pt x="243500" y="232983"/>
                  </a:lnTo>
                  <a:lnTo>
                    <a:pt x="252268" y="183572"/>
                  </a:lnTo>
                  <a:lnTo>
                    <a:pt x="228600" y="183572"/>
                  </a:lnTo>
                  <a:lnTo>
                    <a:pt x="217631" y="181263"/>
                  </a:lnTo>
                  <a:lnTo>
                    <a:pt x="252268" y="181263"/>
                  </a:lnTo>
                  <a:close/>
                </a:path>
                <a:path w="1036954" h="304800">
                  <a:moveTo>
                    <a:pt x="252268" y="151822"/>
                  </a:moveTo>
                  <a:lnTo>
                    <a:pt x="139700" y="151822"/>
                  </a:lnTo>
                  <a:lnTo>
                    <a:pt x="139700" y="183572"/>
                  </a:lnTo>
                  <a:lnTo>
                    <a:pt x="217511" y="183572"/>
                  </a:lnTo>
                  <a:lnTo>
                    <a:pt x="217631" y="181263"/>
                  </a:lnTo>
                  <a:lnTo>
                    <a:pt x="252268" y="181263"/>
                  </a:lnTo>
                  <a:lnTo>
                    <a:pt x="252268" y="151822"/>
                  </a:lnTo>
                  <a:close/>
                </a:path>
                <a:path w="1036954" h="304800">
                  <a:moveTo>
                    <a:pt x="216761" y="33481"/>
                  </a:moveTo>
                  <a:lnTo>
                    <a:pt x="129309" y="33481"/>
                  </a:lnTo>
                  <a:lnTo>
                    <a:pt x="137156" y="33752"/>
                  </a:lnTo>
                  <a:lnTo>
                    <a:pt x="144678" y="34564"/>
                  </a:lnTo>
                  <a:lnTo>
                    <a:pt x="182706" y="50367"/>
                  </a:lnTo>
                  <a:lnTo>
                    <a:pt x="208070" y="82586"/>
                  </a:lnTo>
                  <a:lnTo>
                    <a:pt x="213590" y="96404"/>
                  </a:lnTo>
                  <a:lnTo>
                    <a:pt x="250536" y="96404"/>
                  </a:lnTo>
                  <a:lnTo>
                    <a:pt x="235815" y="57294"/>
                  </a:lnTo>
                  <a:lnTo>
                    <a:pt x="223801" y="40805"/>
                  </a:lnTo>
                  <a:lnTo>
                    <a:pt x="216761" y="33481"/>
                  </a:lnTo>
                  <a:close/>
                </a:path>
                <a:path w="1036954" h="304800">
                  <a:moveTo>
                    <a:pt x="398426" y="75045"/>
                  </a:moveTo>
                  <a:lnTo>
                    <a:pt x="357620" y="83325"/>
                  </a:lnTo>
                  <a:lnTo>
                    <a:pt x="325978" y="107228"/>
                  </a:lnTo>
                  <a:lnTo>
                    <a:pt x="305539" y="143957"/>
                  </a:lnTo>
                  <a:lnTo>
                    <a:pt x="298558" y="190500"/>
                  </a:lnTo>
                  <a:lnTo>
                    <a:pt x="299333" y="207006"/>
                  </a:lnTo>
                  <a:lnTo>
                    <a:pt x="310969" y="250247"/>
                  </a:lnTo>
                  <a:lnTo>
                    <a:pt x="335729" y="282232"/>
                  </a:lnTo>
                  <a:lnTo>
                    <a:pt x="372052" y="300686"/>
                  </a:lnTo>
                  <a:lnTo>
                    <a:pt x="401890" y="304222"/>
                  </a:lnTo>
                  <a:lnTo>
                    <a:pt x="412867" y="303789"/>
                  </a:lnTo>
                  <a:lnTo>
                    <a:pt x="451102" y="293416"/>
                  </a:lnTo>
                  <a:lnTo>
                    <a:pt x="476233" y="273627"/>
                  </a:lnTo>
                  <a:lnTo>
                    <a:pt x="401890" y="273627"/>
                  </a:lnTo>
                  <a:lnTo>
                    <a:pt x="391887" y="273068"/>
                  </a:lnTo>
                  <a:lnTo>
                    <a:pt x="351775" y="253530"/>
                  </a:lnTo>
                  <a:lnTo>
                    <a:pt x="334782" y="218894"/>
                  </a:lnTo>
                  <a:lnTo>
                    <a:pt x="332824" y="200313"/>
                  </a:lnTo>
                  <a:lnTo>
                    <a:pt x="322803" y="200313"/>
                  </a:lnTo>
                  <a:lnTo>
                    <a:pt x="322803" y="170872"/>
                  </a:lnTo>
                  <a:lnTo>
                    <a:pt x="332903" y="170872"/>
                  </a:lnTo>
                  <a:lnTo>
                    <a:pt x="333113" y="167048"/>
                  </a:lnTo>
                  <a:lnTo>
                    <a:pt x="350188" y="127216"/>
                  </a:lnTo>
                  <a:lnTo>
                    <a:pt x="388594" y="106272"/>
                  </a:lnTo>
                  <a:lnTo>
                    <a:pt x="398426" y="105640"/>
                  </a:lnTo>
                  <a:lnTo>
                    <a:pt x="469108" y="105640"/>
                  </a:lnTo>
                  <a:lnTo>
                    <a:pt x="463369" y="99579"/>
                  </a:lnTo>
                  <a:lnTo>
                    <a:pt x="424160" y="78292"/>
                  </a:lnTo>
                  <a:lnTo>
                    <a:pt x="407058" y="75406"/>
                  </a:lnTo>
                  <a:lnTo>
                    <a:pt x="398426" y="75045"/>
                  </a:lnTo>
                  <a:close/>
                </a:path>
                <a:path w="1036954" h="304800">
                  <a:moveTo>
                    <a:pt x="457308" y="238990"/>
                  </a:moveTo>
                  <a:lnTo>
                    <a:pt x="418919" y="272376"/>
                  </a:lnTo>
                  <a:lnTo>
                    <a:pt x="410837" y="273627"/>
                  </a:lnTo>
                  <a:lnTo>
                    <a:pt x="476233" y="273627"/>
                  </a:lnTo>
                  <a:lnTo>
                    <a:pt x="478441" y="271065"/>
                  </a:lnTo>
                  <a:lnTo>
                    <a:pt x="483249" y="263957"/>
                  </a:lnTo>
                  <a:lnTo>
                    <a:pt x="487173" y="256345"/>
                  </a:lnTo>
                  <a:lnTo>
                    <a:pt x="490212" y="248227"/>
                  </a:lnTo>
                  <a:lnTo>
                    <a:pt x="457308" y="238990"/>
                  </a:lnTo>
                  <a:close/>
                </a:path>
                <a:path w="1036954" h="304800">
                  <a:moveTo>
                    <a:pt x="332903" y="170872"/>
                  </a:moveTo>
                  <a:lnTo>
                    <a:pt x="322803" y="170872"/>
                  </a:lnTo>
                  <a:lnTo>
                    <a:pt x="322803" y="200313"/>
                  </a:lnTo>
                  <a:lnTo>
                    <a:pt x="332824" y="200313"/>
                  </a:lnTo>
                  <a:lnTo>
                    <a:pt x="332617" y="195695"/>
                  </a:lnTo>
                  <a:lnTo>
                    <a:pt x="332732" y="173975"/>
                  </a:lnTo>
                  <a:lnTo>
                    <a:pt x="332903" y="170872"/>
                  </a:lnTo>
                  <a:close/>
                </a:path>
                <a:path w="1036954" h="304800">
                  <a:moveTo>
                    <a:pt x="469108" y="105640"/>
                  </a:moveTo>
                  <a:lnTo>
                    <a:pt x="398426" y="105640"/>
                  </a:lnTo>
                  <a:lnTo>
                    <a:pt x="407356" y="106173"/>
                  </a:lnTo>
                  <a:lnTo>
                    <a:pt x="415672" y="107769"/>
                  </a:lnTo>
                  <a:lnTo>
                    <a:pt x="447484" y="130463"/>
                  </a:lnTo>
                  <a:lnTo>
                    <a:pt x="459040" y="170872"/>
                  </a:lnTo>
                  <a:lnTo>
                    <a:pt x="332903" y="170872"/>
                  </a:lnTo>
                  <a:lnTo>
                    <a:pt x="332732" y="173975"/>
                  </a:lnTo>
                  <a:lnTo>
                    <a:pt x="332617" y="195695"/>
                  </a:lnTo>
                  <a:lnTo>
                    <a:pt x="332824" y="200313"/>
                  </a:lnTo>
                  <a:lnTo>
                    <a:pt x="493676" y="200313"/>
                  </a:lnTo>
                  <a:lnTo>
                    <a:pt x="493676" y="185881"/>
                  </a:lnTo>
                  <a:lnTo>
                    <a:pt x="493150" y="170872"/>
                  </a:lnTo>
                  <a:lnTo>
                    <a:pt x="480985" y="123554"/>
                  </a:lnTo>
                  <a:lnTo>
                    <a:pt x="469945" y="106524"/>
                  </a:lnTo>
                  <a:lnTo>
                    <a:pt x="469108" y="105640"/>
                  </a:lnTo>
                  <a:close/>
                </a:path>
                <a:path w="1036954" h="304800">
                  <a:moveTo>
                    <a:pt x="578391" y="77931"/>
                  </a:moveTo>
                  <a:lnTo>
                    <a:pt x="545486" y="77931"/>
                  </a:lnTo>
                  <a:lnTo>
                    <a:pt x="545486" y="299604"/>
                  </a:lnTo>
                  <a:lnTo>
                    <a:pt x="579545" y="299604"/>
                  </a:lnTo>
                  <a:lnTo>
                    <a:pt x="579545" y="159327"/>
                  </a:lnTo>
                  <a:lnTo>
                    <a:pt x="579996" y="152030"/>
                  </a:lnTo>
                  <a:lnTo>
                    <a:pt x="600724" y="117799"/>
                  </a:lnTo>
                  <a:lnTo>
                    <a:pt x="612745" y="111413"/>
                  </a:lnTo>
                  <a:lnTo>
                    <a:pt x="578391" y="111413"/>
                  </a:lnTo>
                  <a:lnTo>
                    <a:pt x="578391" y="77931"/>
                  </a:lnTo>
                  <a:close/>
                </a:path>
                <a:path w="1036954" h="304800">
                  <a:moveTo>
                    <a:pt x="640929" y="74468"/>
                  </a:moveTo>
                  <a:lnTo>
                    <a:pt x="638427" y="74468"/>
                  </a:lnTo>
                  <a:lnTo>
                    <a:pt x="628722" y="75108"/>
                  </a:lnTo>
                  <a:lnTo>
                    <a:pt x="589215" y="96512"/>
                  </a:lnTo>
                  <a:lnTo>
                    <a:pt x="580700" y="111413"/>
                  </a:lnTo>
                  <a:lnTo>
                    <a:pt x="612745" y="111413"/>
                  </a:lnTo>
                  <a:lnTo>
                    <a:pt x="613244" y="111188"/>
                  </a:lnTo>
                  <a:lnTo>
                    <a:pt x="620243" y="109068"/>
                  </a:lnTo>
                  <a:lnTo>
                    <a:pt x="627675" y="107796"/>
                  </a:lnTo>
                  <a:lnTo>
                    <a:pt x="635541" y="107372"/>
                  </a:lnTo>
                  <a:lnTo>
                    <a:pt x="656323" y="107372"/>
                  </a:lnTo>
                  <a:lnTo>
                    <a:pt x="656323" y="75045"/>
                  </a:lnTo>
                  <a:lnTo>
                    <a:pt x="654398" y="74853"/>
                  </a:lnTo>
                  <a:lnTo>
                    <a:pt x="651560" y="74708"/>
                  </a:lnTo>
                  <a:lnTo>
                    <a:pt x="644056" y="74516"/>
                  </a:lnTo>
                  <a:lnTo>
                    <a:pt x="640929" y="74468"/>
                  </a:lnTo>
                  <a:close/>
                </a:path>
                <a:path w="1036954" h="304800">
                  <a:moveTo>
                    <a:pt x="656323" y="107372"/>
                  </a:moveTo>
                  <a:lnTo>
                    <a:pt x="640063" y="107372"/>
                  </a:lnTo>
                  <a:lnTo>
                    <a:pt x="644344" y="107709"/>
                  </a:lnTo>
                  <a:lnTo>
                    <a:pt x="648385" y="108382"/>
                  </a:lnTo>
                  <a:lnTo>
                    <a:pt x="652522" y="108960"/>
                  </a:lnTo>
                  <a:lnTo>
                    <a:pt x="655168" y="109393"/>
                  </a:lnTo>
                  <a:lnTo>
                    <a:pt x="656323" y="109681"/>
                  </a:lnTo>
                  <a:lnTo>
                    <a:pt x="656323" y="107372"/>
                  </a:lnTo>
                  <a:close/>
                </a:path>
                <a:path w="1036954" h="304800">
                  <a:moveTo>
                    <a:pt x="850897" y="105063"/>
                  </a:moveTo>
                  <a:lnTo>
                    <a:pt x="782709" y="105063"/>
                  </a:lnTo>
                  <a:lnTo>
                    <a:pt x="793722" y="105803"/>
                  </a:lnTo>
                  <a:lnTo>
                    <a:pt x="803238" y="108022"/>
                  </a:lnTo>
                  <a:lnTo>
                    <a:pt x="828738" y="140006"/>
                  </a:lnTo>
                  <a:lnTo>
                    <a:pt x="829468" y="150090"/>
                  </a:lnTo>
                  <a:lnTo>
                    <a:pt x="829468" y="156729"/>
                  </a:lnTo>
                  <a:lnTo>
                    <a:pt x="827496" y="160578"/>
                  </a:lnTo>
                  <a:lnTo>
                    <a:pt x="823551" y="162790"/>
                  </a:lnTo>
                  <a:lnTo>
                    <a:pt x="819703" y="165003"/>
                  </a:lnTo>
                  <a:lnTo>
                    <a:pt x="813545" y="166591"/>
                  </a:lnTo>
                  <a:lnTo>
                    <a:pt x="798323" y="168284"/>
                  </a:lnTo>
                  <a:lnTo>
                    <a:pt x="772318" y="171450"/>
                  </a:lnTo>
                  <a:lnTo>
                    <a:pt x="734164" y="178810"/>
                  </a:lnTo>
                  <a:lnTo>
                    <a:pt x="697877" y="200133"/>
                  </a:lnTo>
                  <a:lnTo>
                    <a:pt x="686409" y="238413"/>
                  </a:lnTo>
                  <a:lnTo>
                    <a:pt x="686936" y="247108"/>
                  </a:lnTo>
                  <a:lnTo>
                    <a:pt x="708277" y="287012"/>
                  </a:lnTo>
                  <a:lnTo>
                    <a:pt x="751636" y="304303"/>
                  </a:lnTo>
                  <a:lnTo>
                    <a:pt x="761927" y="304800"/>
                  </a:lnTo>
                  <a:lnTo>
                    <a:pt x="771227" y="304439"/>
                  </a:lnTo>
                  <a:lnTo>
                    <a:pt x="811816" y="288988"/>
                  </a:lnTo>
                  <a:lnTo>
                    <a:pt x="825520" y="274204"/>
                  </a:lnTo>
                  <a:lnTo>
                    <a:pt x="767123" y="274204"/>
                  </a:lnTo>
                  <a:lnTo>
                    <a:pt x="757295" y="273627"/>
                  </a:lnTo>
                  <a:lnTo>
                    <a:pt x="723647" y="254000"/>
                  </a:lnTo>
                  <a:lnTo>
                    <a:pt x="720364" y="229754"/>
                  </a:lnTo>
                  <a:lnTo>
                    <a:pt x="722673" y="222923"/>
                  </a:lnTo>
                  <a:lnTo>
                    <a:pt x="757742" y="203163"/>
                  </a:lnTo>
                  <a:lnTo>
                    <a:pt x="784874" y="199159"/>
                  </a:lnTo>
                  <a:lnTo>
                    <a:pt x="790839" y="198389"/>
                  </a:lnTo>
                  <a:lnTo>
                    <a:pt x="828025" y="189922"/>
                  </a:lnTo>
                  <a:lnTo>
                    <a:pt x="829468" y="188190"/>
                  </a:lnTo>
                  <a:lnTo>
                    <a:pt x="863527" y="188190"/>
                  </a:lnTo>
                  <a:lnTo>
                    <a:pt x="863527" y="153554"/>
                  </a:lnTo>
                  <a:lnTo>
                    <a:pt x="862986" y="141016"/>
                  </a:lnTo>
                  <a:lnTo>
                    <a:pt x="861363" y="129814"/>
                  </a:lnTo>
                  <a:lnTo>
                    <a:pt x="858657" y="119946"/>
                  </a:lnTo>
                  <a:lnTo>
                    <a:pt x="854868" y="111413"/>
                  </a:lnTo>
                  <a:lnTo>
                    <a:pt x="850897" y="105063"/>
                  </a:lnTo>
                  <a:close/>
                </a:path>
                <a:path w="1036954" h="304800">
                  <a:moveTo>
                    <a:pt x="863527" y="269586"/>
                  </a:moveTo>
                  <a:lnTo>
                    <a:pt x="829468" y="269586"/>
                  </a:lnTo>
                  <a:lnTo>
                    <a:pt x="829468" y="299604"/>
                  </a:lnTo>
                  <a:lnTo>
                    <a:pt x="863527" y="299604"/>
                  </a:lnTo>
                  <a:lnTo>
                    <a:pt x="863527" y="269586"/>
                  </a:lnTo>
                  <a:close/>
                </a:path>
                <a:path w="1036954" h="304800">
                  <a:moveTo>
                    <a:pt x="863527" y="188190"/>
                  </a:moveTo>
                  <a:lnTo>
                    <a:pt x="829468" y="188190"/>
                  </a:lnTo>
                  <a:lnTo>
                    <a:pt x="829463" y="219435"/>
                  </a:lnTo>
                  <a:lnTo>
                    <a:pt x="829017" y="226209"/>
                  </a:lnTo>
                  <a:lnTo>
                    <a:pt x="807748" y="262009"/>
                  </a:lnTo>
                  <a:lnTo>
                    <a:pt x="767123" y="274204"/>
                  </a:lnTo>
                  <a:lnTo>
                    <a:pt x="825520" y="274204"/>
                  </a:lnTo>
                  <a:lnTo>
                    <a:pt x="827736" y="269586"/>
                  </a:lnTo>
                  <a:lnTo>
                    <a:pt x="863527" y="269586"/>
                  </a:lnTo>
                  <a:lnTo>
                    <a:pt x="863527" y="188190"/>
                  </a:lnTo>
                  <a:close/>
                </a:path>
                <a:path w="1036954" h="304800">
                  <a:moveTo>
                    <a:pt x="788674" y="75045"/>
                  </a:moveTo>
                  <a:lnTo>
                    <a:pt x="781555" y="75045"/>
                  </a:lnTo>
                  <a:lnTo>
                    <a:pt x="773148" y="75334"/>
                  </a:lnTo>
                  <a:lnTo>
                    <a:pt x="730971" y="85869"/>
                  </a:lnTo>
                  <a:lnTo>
                    <a:pt x="697345" y="117456"/>
                  </a:lnTo>
                  <a:lnTo>
                    <a:pt x="692655" y="127000"/>
                  </a:lnTo>
                  <a:lnTo>
                    <a:pt x="724982" y="138545"/>
                  </a:lnTo>
                  <a:lnTo>
                    <a:pt x="728310" y="132574"/>
                  </a:lnTo>
                  <a:lnTo>
                    <a:pt x="732667" y="126783"/>
                  </a:lnTo>
                  <a:lnTo>
                    <a:pt x="771173" y="105731"/>
                  </a:lnTo>
                  <a:lnTo>
                    <a:pt x="782709" y="105063"/>
                  </a:lnTo>
                  <a:lnTo>
                    <a:pt x="850897" y="105063"/>
                  </a:lnTo>
                  <a:lnTo>
                    <a:pt x="850259" y="104044"/>
                  </a:lnTo>
                  <a:lnTo>
                    <a:pt x="813025" y="79203"/>
                  </a:lnTo>
                  <a:lnTo>
                    <a:pt x="796852" y="75911"/>
                  </a:lnTo>
                  <a:lnTo>
                    <a:pt x="788674" y="75045"/>
                  </a:lnTo>
                  <a:close/>
                </a:path>
                <a:path w="1036954" h="304800">
                  <a:moveTo>
                    <a:pt x="958597" y="77931"/>
                  </a:moveTo>
                  <a:lnTo>
                    <a:pt x="925692" y="77931"/>
                  </a:lnTo>
                  <a:lnTo>
                    <a:pt x="925692" y="299604"/>
                  </a:lnTo>
                  <a:lnTo>
                    <a:pt x="959752" y="299604"/>
                  </a:lnTo>
                  <a:lnTo>
                    <a:pt x="959752" y="159327"/>
                  </a:lnTo>
                  <a:lnTo>
                    <a:pt x="960203" y="152030"/>
                  </a:lnTo>
                  <a:lnTo>
                    <a:pt x="980930" y="117799"/>
                  </a:lnTo>
                  <a:lnTo>
                    <a:pt x="992951" y="111413"/>
                  </a:lnTo>
                  <a:lnTo>
                    <a:pt x="958597" y="111413"/>
                  </a:lnTo>
                  <a:lnTo>
                    <a:pt x="958597" y="77931"/>
                  </a:lnTo>
                  <a:close/>
                </a:path>
                <a:path w="1036954" h="304800">
                  <a:moveTo>
                    <a:pt x="1021135" y="74468"/>
                  </a:moveTo>
                  <a:lnTo>
                    <a:pt x="1018633" y="74468"/>
                  </a:lnTo>
                  <a:lnTo>
                    <a:pt x="1008928" y="75108"/>
                  </a:lnTo>
                  <a:lnTo>
                    <a:pt x="969421" y="96512"/>
                  </a:lnTo>
                  <a:lnTo>
                    <a:pt x="960906" y="111413"/>
                  </a:lnTo>
                  <a:lnTo>
                    <a:pt x="992951" y="111413"/>
                  </a:lnTo>
                  <a:lnTo>
                    <a:pt x="993450" y="111188"/>
                  </a:lnTo>
                  <a:lnTo>
                    <a:pt x="1000449" y="109068"/>
                  </a:lnTo>
                  <a:lnTo>
                    <a:pt x="1007882" y="107796"/>
                  </a:lnTo>
                  <a:lnTo>
                    <a:pt x="1015747" y="107372"/>
                  </a:lnTo>
                  <a:lnTo>
                    <a:pt x="1036529" y="107372"/>
                  </a:lnTo>
                  <a:lnTo>
                    <a:pt x="1036529" y="75045"/>
                  </a:lnTo>
                  <a:lnTo>
                    <a:pt x="1034605" y="74853"/>
                  </a:lnTo>
                  <a:lnTo>
                    <a:pt x="1031766" y="74708"/>
                  </a:lnTo>
                  <a:lnTo>
                    <a:pt x="1024262" y="74516"/>
                  </a:lnTo>
                  <a:lnTo>
                    <a:pt x="1021135" y="74468"/>
                  </a:lnTo>
                  <a:close/>
                </a:path>
                <a:path w="1036954" h="304800">
                  <a:moveTo>
                    <a:pt x="1036529" y="107372"/>
                  </a:moveTo>
                  <a:lnTo>
                    <a:pt x="1020269" y="107372"/>
                  </a:lnTo>
                  <a:lnTo>
                    <a:pt x="1024550" y="107709"/>
                  </a:lnTo>
                  <a:lnTo>
                    <a:pt x="1028591" y="108382"/>
                  </a:lnTo>
                  <a:lnTo>
                    <a:pt x="1032728" y="108960"/>
                  </a:lnTo>
                  <a:lnTo>
                    <a:pt x="1035374" y="109393"/>
                  </a:lnTo>
                  <a:lnTo>
                    <a:pt x="1036529" y="109681"/>
                  </a:lnTo>
                  <a:lnTo>
                    <a:pt x="1036529" y="107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139609" y="5493629"/>
            <a:ext cx="1879399" cy="524063"/>
            <a:chOff x="9652000" y="7721600"/>
            <a:chExt cx="2641600" cy="736600"/>
          </a:xfrm>
        </p:grpSpPr>
        <p:sp>
          <p:nvSpPr>
            <p:cNvPr id="7" name="object 7"/>
            <p:cNvSpPr/>
            <p:nvPr/>
          </p:nvSpPr>
          <p:spPr>
            <a:xfrm>
              <a:off x="9652000" y="77216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8" name="object 8"/>
            <p:cNvSpPr/>
            <p:nvPr/>
          </p:nvSpPr>
          <p:spPr>
            <a:xfrm>
              <a:off x="9702800" y="7721600"/>
              <a:ext cx="2540000" cy="635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9" name="object 9"/>
          <p:cNvSpPr/>
          <p:nvPr/>
        </p:nvSpPr>
        <p:spPr>
          <a:xfrm>
            <a:off x="4267615" y="1005669"/>
            <a:ext cx="3581885" cy="424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0" name="object 10"/>
          <p:cNvGrpSpPr/>
          <p:nvPr/>
        </p:nvGrpSpPr>
        <p:grpSpPr>
          <a:xfrm>
            <a:off x="272573" y="0"/>
            <a:ext cx="10128877" cy="5150728"/>
            <a:chOff x="0" y="0"/>
            <a:chExt cx="14236700" cy="7239634"/>
          </a:xfrm>
        </p:grpSpPr>
        <p:sp>
          <p:nvSpPr>
            <p:cNvPr id="11" name="object 11"/>
            <p:cNvSpPr/>
            <p:nvPr/>
          </p:nvSpPr>
          <p:spPr>
            <a:xfrm>
              <a:off x="2590800" y="2959100"/>
              <a:ext cx="11074400" cy="42803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2" name="object 12"/>
            <p:cNvSpPr/>
            <p:nvPr/>
          </p:nvSpPr>
          <p:spPr>
            <a:xfrm>
              <a:off x="2590800" y="4279899"/>
              <a:ext cx="11074400" cy="2298700"/>
            </a:xfrm>
            <a:custGeom>
              <a:avLst/>
              <a:gdLst/>
              <a:ahLst/>
              <a:cxnLst/>
              <a:rect l="l" t="t" r="r" b="b"/>
              <a:pathLst>
                <a:path w="11074400" h="2298700">
                  <a:moveTo>
                    <a:pt x="11074400" y="2286000"/>
                  </a:moveTo>
                  <a:lnTo>
                    <a:pt x="0" y="2286000"/>
                  </a:lnTo>
                  <a:lnTo>
                    <a:pt x="0" y="2292350"/>
                  </a:lnTo>
                  <a:lnTo>
                    <a:pt x="0" y="2298700"/>
                  </a:lnTo>
                  <a:lnTo>
                    <a:pt x="11074400" y="2298700"/>
                  </a:lnTo>
                  <a:lnTo>
                    <a:pt x="11074400" y="2292350"/>
                  </a:lnTo>
                  <a:lnTo>
                    <a:pt x="11074400" y="2286000"/>
                  </a:lnTo>
                  <a:close/>
                </a:path>
                <a:path w="11074400" h="2298700">
                  <a:moveTo>
                    <a:pt x="11074400" y="1714500"/>
                  </a:moveTo>
                  <a:lnTo>
                    <a:pt x="0" y="1714500"/>
                  </a:lnTo>
                  <a:lnTo>
                    <a:pt x="0" y="1720850"/>
                  </a:lnTo>
                  <a:lnTo>
                    <a:pt x="0" y="1727200"/>
                  </a:lnTo>
                  <a:lnTo>
                    <a:pt x="11074400" y="1727200"/>
                  </a:lnTo>
                  <a:lnTo>
                    <a:pt x="11074400" y="1720850"/>
                  </a:lnTo>
                  <a:lnTo>
                    <a:pt x="11074400" y="1714500"/>
                  </a:lnTo>
                  <a:close/>
                </a:path>
                <a:path w="11074400" h="2298700">
                  <a:moveTo>
                    <a:pt x="11074400" y="1143000"/>
                  </a:moveTo>
                  <a:lnTo>
                    <a:pt x="0" y="1143000"/>
                  </a:lnTo>
                  <a:lnTo>
                    <a:pt x="0" y="1149350"/>
                  </a:lnTo>
                  <a:lnTo>
                    <a:pt x="0" y="1155700"/>
                  </a:lnTo>
                  <a:lnTo>
                    <a:pt x="11074400" y="1155700"/>
                  </a:lnTo>
                  <a:lnTo>
                    <a:pt x="11074400" y="1149350"/>
                  </a:lnTo>
                  <a:lnTo>
                    <a:pt x="11074400" y="1143000"/>
                  </a:lnTo>
                  <a:close/>
                </a:path>
                <a:path w="11074400" h="2298700">
                  <a:moveTo>
                    <a:pt x="11074400" y="571500"/>
                  </a:moveTo>
                  <a:lnTo>
                    <a:pt x="0" y="571500"/>
                  </a:lnTo>
                  <a:lnTo>
                    <a:pt x="0" y="577850"/>
                  </a:lnTo>
                  <a:lnTo>
                    <a:pt x="0" y="584200"/>
                  </a:lnTo>
                  <a:lnTo>
                    <a:pt x="11074400" y="584200"/>
                  </a:lnTo>
                  <a:lnTo>
                    <a:pt x="11074400" y="577850"/>
                  </a:lnTo>
                  <a:lnTo>
                    <a:pt x="11074400" y="571500"/>
                  </a:lnTo>
                  <a:close/>
                </a:path>
                <a:path w="11074400" h="2298700">
                  <a:moveTo>
                    <a:pt x="11074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11074400" y="12700"/>
                  </a:lnTo>
                  <a:lnTo>
                    <a:pt x="11074400" y="6350"/>
                  </a:lnTo>
                  <a:lnTo>
                    <a:pt x="11074400" y="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3" name="object 13"/>
            <p:cNvSpPr/>
            <p:nvPr/>
          </p:nvSpPr>
          <p:spPr>
            <a:xfrm>
              <a:off x="9755043" y="4436918"/>
              <a:ext cx="1849257" cy="30350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9755043" y="4983018"/>
              <a:ext cx="1849554" cy="30350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0"/>
              <a:ext cx="3505200" cy="31750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6" name="object 16"/>
            <p:cNvSpPr/>
            <p:nvPr/>
          </p:nvSpPr>
          <p:spPr>
            <a:xfrm>
              <a:off x="2908588" y="3196936"/>
              <a:ext cx="1394460" cy="300355"/>
            </a:xfrm>
            <a:custGeom>
              <a:avLst/>
              <a:gdLst/>
              <a:ahLst/>
              <a:cxnLst/>
              <a:rect l="l" t="t" r="r" b="b"/>
              <a:pathLst>
                <a:path w="1394460" h="300354">
                  <a:moveTo>
                    <a:pt x="116609" y="0"/>
                  </a:moveTo>
                  <a:lnTo>
                    <a:pt x="0" y="0"/>
                  </a:lnTo>
                  <a:lnTo>
                    <a:pt x="0" y="295563"/>
                  </a:lnTo>
                  <a:lnTo>
                    <a:pt x="62489" y="295563"/>
                  </a:lnTo>
                  <a:lnTo>
                    <a:pt x="62489" y="199736"/>
                  </a:lnTo>
                  <a:lnTo>
                    <a:pt x="40697" y="199736"/>
                  </a:lnTo>
                  <a:lnTo>
                    <a:pt x="40697" y="149657"/>
                  </a:lnTo>
                  <a:lnTo>
                    <a:pt x="62489" y="149657"/>
                  </a:lnTo>
                  <a:lnTo>
                    <a:pt x="62489" y="51088"/>
                  </a:lnTo>
                  <a:lnTo>
                    <a:pt x="211339" y="51088"/>
                  </a:lnTo>
                  <a:lnTo>
                    <a:pt x="185033" y="19816"/>
                  </a:lnTo>
                  <a:lnTo>
                    <a:pt x="147745" y="3211"/>
                  </a:lnTo>
                  <a:lnTo>
                    <a:pt x="132799" y="802"/>
                  </a:lnTo>
                  <a:lnTo>
                    <a:pt x="116609" y="0"/>
                  </a:lnTo>
                  <a:close/>
                </a:path>
                <a:path w="1394460" h="300354">
                  <a:moveTo>
                    <a:pt x="62489" y="149657"/>
                  </a:moveTo>
                  <a:lnTo>
                    <a:pt x="40697" y="149657"/>
                  </a:lnTo>
                  <a:lnTo>
                    <a:pt x="40697" y="199736"/>
                  </a:lnTo>
                  <a:lnTo>
                    <a:pt x="62489" y="199736"/>
                  </a:lnTo>
                  <a:lnTo>
                    <a:pt x="62489" y="149657"/>
                  </a:lnTo>
                  <a:close/>
                </a:path>
                <a:path w="1394460" h="300354">
                  <a:moveTo>
                    <a:pt x="211339" y="51088"/>
                  </a:moveTo>
                  <a:lnTo>
                    <a:pt x="104630" y="51088"/>
                  </a:lnTo>
                  <a:lnTo>
                    <a:pt x="113325" y="51476"/>
                  </a:lnTo>
                  <a:lnTo>
                    <a:pt x="121227" y="52640"/>
                  </a:lnTo>
                  <a:lnTo>
                    <a:pt x="154844" y="80186"/>
                  </a:lnTo>
                  <a:lnTo>
                    <a:pt x="158172" y="100156"/>
                  </a:lnTo>
                  <a:lnTo>
                    <a:pt x="157802" y="107237"/>
                  </a:lnTo>
                  <a:lnTo>
                    <a:pt x="134648" y="143452"/>
                  </a:lnTo>
                  <a:lnTo>
                    <a:pt x="104919" y="149657"/>
                  </a:lnTo>
                  <a:lnTo>
                    <a:pt x="62489" y="149657"/>
                  </a:lnTo>
                  <a:lnTo>
                    <a:pt x="62489" y="199736"/>
                  </a:lnTo>
                  <a:lnTo>
                    <a:pt x="115021" y="199736"/>
                  </a:lnTo>
                  <a:lnTo>
                    <a:pt x="131419" y="198951"/>
                  </a:lnTo>
                  <a:lnTo>
                    <a:pt x="173037" y="187180"/>
                  </a:lnTo>
                  <a:lnTo>
                    <a:pt x="202776" y="162745"/>
                  </a:lnTo>
                  <a:lnTo>
                    <a:pt x="219363" y="127865"/>
                  </a:lnTo>
                  <a:lnTo>
                    <a:pt x="222538" y="100156"/>
                  </a:lnTo>
                  <a:lnTo>
                    <a:pt x="221753" y="85869"/>
                  </a:lnTo>
                  <a:lnTo>
                    <a:pt x="219399" y="72447"/>
                  </a:lnTo>
                  <a:lnTo>
                    <a:pt x="215476" y="59892"/>
                  </a:lnTo>
                  <a:lnTo>
                    <a:pt x="211339" y="51088"/>
                  </a:lnTo>
                  <a:close/>
                </a:path>
                <a:path w="1394460" h="300354">
                  <a:moveTo>
                    <a:pt x="323453" y="0"/>
                  </a:moveTo>
                  <a:lnTo>
                    <a:pt x="261973" y="0"/>
                  </a:lnTo>
                  <a:lnTo>
                    <a:pt x="261973" y="295563"/>
                  </a:lnTo>
                  <a:lnTo>
                    <a:pt x="323453" y="295563"/>
                  </a:lnTo>
                  <a:lnTo>
                    <a:pt x="323453" y="0"/>
                  </a:lnTo>
                  <a:close/>
                </a:path>
                <a:path w="1394460" h="300354">
                  <a:moveTo>
                    <a:pt x="554790" y="115887"/>
                  </a:moveTo>
                  <a:lnTo>
                    <a:pt x="476851" y="115887"/>
                  </a:lnTo>
                  <a:lnTo>
                    <a:pt x="484933" y="118389"/>
                  </a:lnTo>
                  <a:lnTo>
                    <a:pt x="490609" y="123392"/>
                  </a:lnTo>
                  <a:lnTo>
                    <a:pt x="496382" y="128395"/>
                  </a:lnTo>
                  <a:lnTo>
                    <a:pt x="499268" y="135466"/>
                  </a:lnTo>
                  <a:lnTo>
                    <a:pt x="499268" y="150187"/>
                  </a:lnTo>
                  <a:lnTo>
                    <a:pt x="463044" y="163440"/>
                  </a:lnTo>
                  <a:lnTo>
                    <a:pt x="437446" y="166326"/>
                  </a:lnTo>
                  <a:lnTo>
                    <a:pt x="429490" y="167553"/>
                  </a:lnTo>
                  <a:lnTo>
                    <a:pt x="387566" y="182418"/>
                  </a:lnTo>
                  <a:lnTo>
                    <a:pt x="364006" y="216657"/>
                  </a:lnTo>
                  <a:lnTo>
                    <a:pt x="362310" y="233651"/>
                  </a:lnTo>
                  <a:lnTo>
                    <a:pt x="362906" y="244168"/>
                  </a:lnTo>
                  <a:lnTo>
                    <a:pt x="383286" y="283152"/>
                  </a:lnTo>
                  <a:lnTo>
                    <a:pt x="425594" y="299288"/>
                  </a:lnTo>
                  <a:lnTo>
                    <a:pt x="435913" y="299748"/>
                  </a:lnTo>
                  <a:lnTo>
                    <a:pt x="443895" y="299478"/>
                  </a:lnTo>
                  <a:lnTo>
                    <a:pt x="480459" y="288347"/>
                  </a:lnTo>
                  <a:lnTo>
                    <a:pt x="500711" y="264823"/>
                  </a:lnTo>
                  <a:lnTo>
                    <a:pt x="560748" y="264823"/>
                  </a:lnTo>
                  <a:lnTo>
                    <a:pt x="560748" y="257319"/>
                  </a:lnTo>
                  <a:lnTo>
                    <a:pt x="444091" y="257319"/>
                  </a:lnTo>
                  <a:lnTo>
                    <a:pt x="436297" y="255154"/>
                  </a:lnTo>
                  <a:lnTo>
                    <a:pt x="430140" y="250824"/>
                  </a:lnTo>
                  <a:lnTo>
                    <a:pt x="424078" y="246399"/>
                  </a:lnTo>
                  <a:lnTo>
                    <a:pt x="421048" y="240001"/>
                  </a:lnTo>
                  <a:lnTo>
                    <a:pt x="421048" y="225857"/>
                  </a:lnTo>
                  <a:lnTo>
                    <a:pt x="422539" y="221047"/>
                  </a:lnTo>
                  <a:lnTo>
                    <a:pt x="425522" y="217198"/>
                  </a:lnTo>
                  <a:lnTo>
                    <a:pt x="428504" y="213254"/>
                  </a:lnTo>
                  <a:lnTo>
                    <a:pt x="432689" y="210127"/>
                  </a:lnTo>
                  <a:lnTo>
                    <a:pt x="443465" y="205509"/>
                  </a:lnTo>
                  <a:lnTo>
                    <a:pt x="449767" y="203825"/>
                  </a:lnTo>
                  <a:lnTo>
                    <a:pt x="468240" y="201179"/>
                  </a:lnTo>
                  <a:lnTo>
                    <a:pt x="472377" y="200506"/>
                  </a:lnTo>
                  <a:lnTo>
                    <a:pt x="499701" y="192809"/>
                  </a:lnTo>
                  <a:lnTo>
                    <a:pt x="560748" y="192809"/>
                  </a:lnTo>
                  <a:lnTo>
                    <a:pt x="560748" y="146049"/>
                  </a:lnTo>
                  <a:lnTo>
                    <a:pt x="560270" y="136515"/>
                  </a:lnTo>
                  <a:lnTo>
                    <a:pt x="558836" y="127685"/>
                  </a:lnTo>
                  <a:lnTo>
                    <a:pt x="556445" y="119558"/>
                  </a:lnTo>
                  <a:lnTo>
                    <a:pt x="554790" y="115887"/>
                  </a:lnTo>
                  <a:close/>
                </a:path>
                <a:path w="1394460" h="300354">
                  <a:moveTo>
                    <a:pt x="560748" y="264823"/>
                  </a:moveTo>
                  <a:lnTo>
                    <a:pt x="502443" y="264823"/>
                  </a:lnTo>
                  <a:lnTo>
                    <a:pt x="502443" y="295563"/>
                  </a:lnTo>
                  <a:lnTo>
                    <a:pt x="560748" y="295563"/>
                  </a:lnTo>
                  <a:lnTo>
                    <a:pt x="560748" y="264823"/>
                  </a:lnTo>
                  <a:close/>
                </a:path>
                <a:path w="1394460" h="300354">
                  <a:moveTo>
                    <a:pt x="560748" y="192809"/>
                  </a:moveTo>
                  <a:lnTo>
                    <a:pt x="499701" y="192809"/>
                  </a:lnTo>
                  <a:lnTo>
                    <a:pt x="499701" y="224126"/>
                  </a:lnTo>
                  <a:lnTo>
                    <a:pt x="497729" y="231101"/>
                  </a:lnTo>
                  <a:lnTo>
                    <a:pt x="462563" y="257319"/>
                  </a:lnTo>
                  <a:lnTo>
                    <a:pt x="560748" y="257319"/>
                  </a:lnTo>
                  <a:lnTo>
                    <a:pt x="560748" y="192809"/>
                  </a:lnTo>
                  <a:close/>
                </a:path>
                <a:path w="1394460" h="300354">
                  <a:moveTo>
                    <a:pt x="466652" y="71004"/>
                  </a:moveTo>
                  <a:lnTo>
                    <a:pt x="419893" y="79086"/>
                  </a:lnTo>
                  <a:lnTo>
                    <a:pt x="387133" y="101888"/>
                  </a:lnTo>
                  <a:lnTo>
                    <a:pt x="370103" y="136813"/>
                  </a:lnTo>
                  <a:lnTo>
                    <a:pt x="426965" y="141431"/>
                  </a:lnTo>
                  <a:lnTo>
                    <a:pt x="429082" y="134119"/>
                  </a:lnTo>
                  <a:lnTo>
                    <a:pt x="433411" y="128058"/>
                  </a:lnTo>
                  <a:lnTo>
                    <a:pt x="466364" y="115887"/>
                  </a:lnTo>
                  <a:lnTo>
                    <a:pt x="554790" y="115887"/>
                  </a:lnTo>
                  <a:lnTo>
                    <a:pt x="553099" y="112135"/>
                  </a:lnTo>
                  <a:lnTo>
                    <a:pt x="525363" y="84507"/>
                  </a:lnTo>
                  <a:lnTo>
                    <a:pt x="484728" y="72086"/>
                  </a:lnTo>
                  <a:lnTo>
                    <a:pt x="475789" y="71275"/>
                  </a:lnTo>
                  <a:lnTo>
                    <a:pt x="466652" y="71004"/>
                  </a:lnTo>
                  <a:close/>
                </a:path>
                <a:path w="1394460" h="300354">
                  <a:moveTo>
                    <a:pt x="667038" y="73890"/>
                  </a:moveTo>
                  <a:lnTo>
                    <a:pt x="608445" y="73890"/>
                  </a:lnTo>
                  <a:lnTo>
                    <a:pt x="608445" y="295563"/>
                  </a:lnTo>
                  <a:lnTo>
                    <a:pt x="669925" y="295563"/>
                  </a:lnTo>
                  <a:lnTo>
                    <a:pt x="670021" y="157884"/>
                  </a:lnTo>
                  <a:lnTo>
                    <a:pt x="671801" y="149754"/>
                  </a:lnTo>
                  <a:lnTo>
                    <a:pt x="703647" y="122093"/>
                  </a:lnTo>
                  <a:lnTo>
                    <a:pt x="808101" y="122093"/>
                  </a:lnTo>
                  <a:lnTo>
                    <a:pt x="807442" y="119729"/>
                  </a:lnTo>
                  <a:lnTo>
                    <a:pt x="804569" y="113001"/>
                  </a:lnTo>
                  <a:lnTo>
                    <a:pt x="667038" y="113001"/>
                  </a:lnTo>
                  <a:lnTo>
                    <a:pt x="667038" y="73890"/>
                  </a:lnTo>
                  <a:close/>
                </a:path>
                <a:path w="1394460" h="300354">
                  <a:moveTo>
                    <a:pt x="808101" y="122093"/>
                  </a:moveTo>
                  <a:lnTo>
                    <a:pt x="711921" y="122093"/>
                  </a:lnTo>
                  <a:lnTo>
                    <a:pt x="720661" y="122814"/>
                  </a:lnTo>
                  <a:lnTo>
                    <a:pt x="728409" y="124979"/>
                  </a:lnTo>
                  <a:lnTo>
                    <a:pt x="751320" y="165388"/>
                  </a:lnTo>
                  <a:lnTo>
                    <a:pt x="751320" y="295563"/>
                  </a:lnTo>
                  <a:lnTo>
                    <a:pt x="812800" y="295563"/>
                  </a:lnTo>
                  <a:lnTo>
                    <a:pt x="812800" y="154420"/>
                  </a:lnTo>
                  <a:lnTo>
                    <a:pt x="812204" y="141954"/>
                  </a:lnTo>
                  <a:lnTo>
                    <a:pt x="810418" y="130391"/>
                  </a:lnTo>
                  <a:lnTo>
                    <a:pt x="808101" y="122093"/>
                  </a:lnTo>
                  <a:close/>
                </a:path>
                <a:path w="1394460" h="300354">
                  <a:moveTo>
                    <a:pt x="736311" y="71004"/>
                  </a:moveTo>
                  <a:lnTo>
                    <a:pt x="694314" y="82405"/>
                  </a:lnTo>
                  <a:lnTo>
                    <a:pt x="669636" y="113001"/>
                  </a:lnTo>
                  <a:lnTo>
                    <a:pt x="804569" y="113001"/>
                  </a:lnTo>
                  <a:lnTo>
                    <a:pt x="776576" y="81106"/>
                  </a:lnTo>
                  <a:lnTo>
                    <a:pt x="736311" y="71004"/>
                  </a:lnTo>
                  <a:close/>
                </a:path>
                <a:path w="1394460" h="300354">
                  <a:moveTo>
                    <a:pt x="937454" y="20781"/>
                  </a:moveTo>
                  <a:lnTo>
                    <a:pt x="875975" y="20781"/>
                  </a:lnTo>
                  <a:lnTo>
                    <a:pt x="876074" y="237547"/>
                  </a:lnTo>
                  <a:lnTo>
                    <a:pt x="890145" y="278281"/>
                  </a:lnTo>
                  <a:lnTo>
                    <a:pt x="929012" y="297548"/>
                  </a:lnTo>
                  <a:lnTo>
                    <a:pt x="949866" y="298594"/>
                  </a:lnTo>
                  <a:lnTo>
                    <a:pt x="957851" y="298305"/>
                  </a:lnTo>
                  <a:lnTo>
                    <a:pt x="964634" y="297487"/>
                  </a:lnTo>
                  <a:lnTo>
                    <a:pt x="970215" y="296140"/>
                  </a:lnTo>
                  <a:lnTo>
                    <a:pt x="975795" y="294890"/>
                  </a:lnTo>
                  <a:lnTo>
                    <a:pt x="980124" y="293783"/>
                  </a:lnTo>
                  <a:lnTo>
                    <a:pt x="983203" y="292821"/>
                  </a:lnTo>
                  <a:lnTo>
                    <a:pt x="973961" y="249093"/>
                  </a:lnTo>
                  <a:lnTo>
                    <a:pt x="954099" y="249093"/>
                  </a:lnTo>
                  <a:lnTo>
                    <a:pt x="950443" y="248467"/>
                  </a:lnTo>
                  <a:lnTo>
                    <a:pt x="937454" y="233121"/>
                  </a:lnTo>
                  <a:lnTo>
                    <a:pt x="937454" y="20781"/>
                  </a:lnTo>
                  <a:close/>
                </a:path>
                <a:path w="1394460" h="300354">
                  <a:moveTo>
                    <a:pt x="973534" y="247072"/>
                  </a:moveTo>
                  <a:lnTo>
                    <a:pt x="966895" y="248371"/>
                  </a:lnTo>
                  <a:lnTo>
                    <a:pt x="964009" y="248852"/>
                  </a:lnTo>
                  <a:lnTo>
                    <a:pt x="961123" y="249093"/>
                  </a:lnTo>
                  <a:lnTo>
                    <a:pt x="973961" y="249093"/>
                  </a:lnTo>
                  <a:lnTo>
                    <a:pt x="973534" y="247072"/>
                  </a:lnTo>
                  <a:close/>
                </a:path>
                <a:path w="1394460" h="300354">
                  <a:moveTo>
                    <a:pt x="875975" y="73890"/>
                  </a:moveTo>
                  <a:lnTo>
                    <a:pt x="845668" y="73890"/>
                  </a:lnTo>
                  <a:lnTo>
                    <a:pt x="845668" y="120072"/>
                  </a:lnTo>
                  <a:lnTo>
                    <a:pt x="875975" y="120072"/>
                  </a:lnTo>
                  <a:lnTo>
                    <a:pt x="875975" y="73890"/>
                  </a:lnTo>
                  <a:close/>
                </a:path>
                <a:path w="1394460" h="300354">
                  <a:moveTo>
                    <a:pt x="979162" y="73890"/>
                  </a:moveTo>
                  <a:lnTo>
                    <a:pt x="937454" y="73890"/>
                  </a:lnTo>
                  <a:lnTo>
                    <a:pt x="937454" y="120072"/>
                  </a:lnTo>
                  <a:lnTo>
                    <a:pt x="979162" y="120072"/>
                  </a:lnTo>
                  <a:lnTo>
                    <a:pt x="979162" y="73890"/>
                  </a:lnTo>
                  <a:close/>
                </a:path>
                <a:path w="1394460" h="300354">
                  <a:moveTo>
                    <a:pt x="1115399" y="71004"/>
                  </a:moveTo>
                  <a:lnTo>
                    <a:pt x="1071183" y="79122"/>
                  </a:lnTo>
                  <a:lnTo>
                    <a:pt x="1037142" y="102718"/>
                  </a:lnTo>
                  <a:lnTo>
                    <a:pt x="1015350" y="139140"/>
                  </a:lnTo>
                  <a:lnTo>
                    <a:pt x="1007882" y="185737"/>
                  </a:lnTo>
                  <a:lnTo>
                    <a:pt x="1008711" y="202685"/>
                  </a:lnTo>
                  <a:lnTo>
                    <a:pt x="1021159" y="246495"/>
                  </a:lnTo>
                  <a:lnTo>
                    <a:pt x="1047407" y="278317"/>
                  </a:lnTo>
                  <a:lnTo>
                    <a:pt x="1086030" y="296429"/>
                  </a:lnTo>
                  <a:lnTo>
                    <a:pt x="1117852" y="299893"/>
                  </a:lnTo>
                  <a:lnTo>
                    <a:pt x="1131156" y="299370"/>
                  </a:lnTo>
                  <a:lnTo>
                    <a:pt x="1176247" y="286850"/>
                  </a:lnTo>
                  <a:lnTo>
                    <a:pt x="1206689" y="259880"/>
                  </a:lnTo>
                  <a:lnTo>
                    <a:pt x="1210103" y="253999"/>
                  </a:lnTo>
                  <a:lnTo>
                    <a:pt x="1118862" y="253999"/>
                  </a:lnTo>
                  <a:lnTo>
                    <a:pt x="1111403" y="253594"/>
                  </a:lnTo>
                  <a:lnTo>
                    <a:pt x="1078119" y="234679"/>
                  </a:lnTo>
                  <a:lnTo>
                    <a:pt x="1068640" y="200457"/>
                  </a:lnTo>
                  <a:lnTo>
                    <a:pt x="1032416" y="200457"/>
                  </a:lnTo>
                  <a:lnTo>
                    <a:pt x="1032416" y="162357"/>
                  </a:lnTo>
                  <a:lnTo>
                    <a:pt x="1068662" y="162357"/>
                  </a:lnTo>
                  <a:lnTo>
                    <a:pt x="1068736" y="155623"/>
                  </a:lnTo>
                  <a:lnTo>
                    <a:pt x="1070804" y="147685"/>
                  </a:lnTo>
                  <a:lnTo>
                    <a:pt x="1074845" y="140565"/>
                  </a:lnTo>
                  <a:lnTo>
                    <a:pt x="1078886" y="133349"/>
                  </a:lnTo>
                  <a:lnTo>
                    <a:pt x="1116409" y="116897"/>
                  </a:lnTo>
                  <a:lnTo>
                    <a:pt x="1203301" y="116897"/>
                  </a:lnTo>
                  <a:lnTo>
                    <a:pt x="1202134" y="114805"/>
                  </a:lnTo>
                  <a:lnTo>
                    <a:pt x="1174064" y="86771"/>
                  </a:lnTo>
                  <a:lnTo>
                    <a:pt x="1136577" y="72772"/>
                  </a:lnTo>
                  <a:lnTo>
                    <a:pt x="1126177" y="71446"/>
                  </a:lnTo>
                  <a:lnTo>
                    <a:pt x="1115399" y="71004"/>
                  </a:lnTo>
                  <a:close/>
                </a:path>
                <a:path w="1394460" h="300354">
                  <a:moveTo>
                    <a:pt x="1161436" y="228311"/>
                  </a:moveTo>
                  <a:lnTo>
                    <a:pt x="1131947" y="253037"/>
                  </a:lnTo>
                  <a:lnTo>
                    <a:pt x="1125693" y="253999"/>
                  </a:lnTo>
                  <a:lnTo>
                    <a:pt x="1210103" y="253999"/>
                  </a:lnTo>
                  <a:lnTo>
                    <a:pt x="1211695" y="251257"/>
                  </a:lnTo>
                  <a:lnTo>
                    <a:pt x="1215565" y="241985"/>
                  </a:lnTo>
                  <a:lnTo>
                    <a:pt x="1218298" y="232063"/>
                  </a:lnTo>
                  <a:lnTo>
                    <a:pt x="1161436" y="228311"/>
                  </a:lnTo>
                  <a:close/>
                </a:path>
                <a:path w="1394460" h="300354">
                  <a:moveTo>
                    <a:pt x="1068662" y="162357"/>
                  </a:moveTo>
                  <a:lnTo>
                    <a:pt x="1032416" y="162357"/>
                  </a:lnTo>
                  <a:lnTo>
                    <a:pt x="1032416" y="200457"/>
                  </a:lnTo>
                  <a:lnTo>
                    <a:pt x="1068640" y="200457"/>
                  </a:lnTo>
                  <a:lnTo>
                    <a:pt x="1068662" y="162357"/>
                  </a:lnTo>
                  <a:close/>
                </a:path>
                <a:path w="1394460" h="300354">
                  <a:moveTo>
                    <a:pt x="1203301" y="116897"/>
                  </a:moveTo>
                  <a:lnTo>
                    <a:pt x="1125357" y="116897"/>
                  </a:lnTo>
                  <a:lnTo>
                    <a:pt x="1133198" y="118870"/>
                  </a:lnTo>
                  <a:lnTo>
                    <a:pt x="1139933" y="122814"/>
                  </a:lnTo>
                  <a:lnTo>
                    <a:pt x="1146764" y="126663"/>
                  </a:lnTo>
                  <a:lnTo>
                    <a:pt x="1152104" y="132003"/>
                  </a:lnTo>
                  <a:lnTo>
                    <a:pt x="1159801" y="145665"/>
                  </a:lnTo>
                  <a:lnTo>
                    <a:pt x="1161725" y="153506"/>
                  </a:lnTo>
                  <a:lnTo>
                    <a:pt x="1161725" y="162357"/>
                  </a:lnTo>
                  <a:lnTo>
                    <a:pt x="1068662" y="162357"/>
                  </a:lnTo>
                  <a:lnTo>
                    <a:pt x="1068640" y="200457"/>
                  </a:lnTo>
                  <a:lnTo>
                    <a:pt x="1219596" y="200457"/>
                  </a:lnTo>
                  <a:lnTo>
                    <a:pt x="1219596" y="183572"/>
                  </a:lnTo>
                  <a:lnTo>
                    <a:pt x="1215132" y="145202"/>
                  </a:lnTo>
                  <a:lnTo>
                    <a:pt x="1207293" y="124059"/>
                  </a:lnTo>
                  <a:lnTo>
                    <a:pt x="1203301" y="116897"/>
                  </a:lnTo>
                  <a:close/>
                </a:path>
                <a:path w="1394460" h="300354">
                  <a:moveTo>
                    <a:pt x="1319320" y="73890"/>
                  </a:moveTo>
                  <a:lnTo>
                    <a:pt x="1259717" y="73890"/>
                  </a:lnTo>
                  <a:lnTo>
                    <a:pt x="1259717" y="295563"/>
                  </a:lnTo>
                  <a:lnTo>
                    <a:pt x="1321196" y="295563"/>
                  </a:lnTo>
                  <a:lnTo>
                    <a:pt x="1321196" y="161107"/>
                  </a:lnTo>
                  <a:lnTo>
                    <a:pt x="1323217" y="153121"/>
                  </a:lnTo>
                  <a:lnTo>
                    <a:pt x="1351118" y="126085"/>
                  </a:lnTo>
                  <a:lnTo>
                    <a:pt x="1359200" y="124113"/>
                  </a:lnTo>
                  <a:lnTo>
                    <a:pt x="1394221" y="124113"/>
                  </a:lnTo>
                  <a:lnTo>
                    <a:pt x="1394221" y="112568"/>
                  </a:lnTo>
                  <a:lnTo>
                    <a:pt x="1319320" y="112568"/>
                  </a:lnTo>
                  <a:lnTo>
                    <a:pt x="1319320" y="73890"/>
                  </a:lnTo>
                  <a:close/>
                </a:path>
                <a:path w="1394460" h="300354">
                  <a:moveTo>
                    <a:pt x="1394221" y="124113"/>
                  </a:moveTo>
                  <a:lnTo>
                    <a:pt x="1372477" y="124113"/>
                  </a:lnTo>
                  <a:lnTo>
                    <a:pt x="1377144" y="124450"/>
                  </a:lnTo>
                  <a:lnTo>
                    <a:pt x="1387342" y="125797"/>
                  </a:lnTo>
                  <a:lnTo>
                    <a:pt x="1391335" y="126567"/>
                  </a:lnTo>
                  <a:lnTo>
                    <a:pt x="1394221" y="127432"/>
                  </a:lnTo>
                  <a:lnTo>
                    <a:pt x="1394221" y="124113"/>
                  </a:lnTo>
                  <a:close/>
                </a:path>
                <a:path w="1394460" h="300354">
                  <a:moveTo>
                    <a:pt x="1377962" y="70715"/>
                  </a:moveTo>
                  <a:lnTo>
                    <a:pt x="1374883" y="70715"/>
                  </a:lnTo>
                  <a:lnTo>
                    <a:pt x="1365845" y="71383"/>
                  </a:lnTo>
                  <a:lnTo>
                    <a:pt x="1329747" y="94456"/>
                  </a:lnTo>
                  <a:lnTo>
                    <a:pt x="1321629" y="112568"/>
                  </a:lnTo>
                  <a:lnTo>
                    <a:pt x="1394221" y="112568"/>
                  </a:lnTo>
                  <a:lnTo>
                    <a:pt x="1394221" y="72880"/>
                  </a:lnTo>
                  <a:lnTo>
                    <a:pt x="1391527" y="72207"/>
                  </a:lnTo>
                  <a:lnTo>
                    <a:pt x="1388401" y="71678"/>
                  </a:lnTo>
                  <a:lnTo>
                    <a:pt x="1381281" y="70908"/>
                  </a:lnTo>
                  <a:lnTo>
                    <a:pt x="1377962" y="707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7" name="object 17"/>
            <p:cNvSpPr/>
            <p:nvPr/>
          </p:nvSpPr>
          <p:spPr>
            <a:xfrm>
              <a:off x="5600988" y="3180051"/>
              <a:ext cx="2026840" cy="39557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8" name="object 18"/>
            <p:cNvSpPr/>
            <p:nvPr/>
          </p:nvSpPr>
          <p:spPr>
            <a:xfrm>
              <a:off x="7996670" y="3192895"/>
              <a:ext cx="1013460" cy="306705"/>
            </a:xfrm>
            <a:custGeom>
              <a:avLst/>
              <a:gdLst/>
              <a:ahLst/>
              <a:cxnLst/>
              <a:rect l="l" t="t" r="r" b="b"/>
              <a:pathLst>
                <a:path w="1013459" h="306704">
                  <a:moveTo>
                    <a:pt x="200688" y="49501"/>
                  </a:moveTo>
                  <a:lnTo>
                    <a:pt x="112712" y="49501"/>
                  </a:lnTo>
                  <a:lnTo>
                    <a:pt x="120457" y="51232"/>
                  </a:lnTo>
                  <a:lnTo>
                    <a:pt x="127288" y="54696"/>
                  </a:lnTo>
                  <a:lnTo>
                    <a:pt x="134119" y="58064"/>
                  </a:lnTo>
                  <a:lnTo>
                    <a:pt x="139507" y="62922"/>
                  </a:lnTo>
                  <a:lnTo>
                    <a:pt x="143452" y="69272"/>
                  </a:lnTo>
                  <a:lnTo>
                    <a:pt x="147396" y="75526"/>
                  </a:lnTo>
                  <a:lnTo>
                    <a:pt x="149369" y="82982"/>
                  </a:lnTo>
                  <a:lnTo>
                    <a:pt x="149369" y="99435"/>
                  </a:lnTo>
                  <a:lnTo>
                    <a:pt x="130607" y="133782"/>
                  </a:lnTo>
                  <a:lnTo>
                    <a:pt x="2886" y="254577"/>
                  </a:lnTo>
                  <a:lnTo>
                    <a:pt x="2886" y="299604"/>
                  </a:lnTo>
                  <a:lnTo>
                    <a:pt x="213590" y="299604"/>
                  </a:lnTo>
                  <a:lnTo>
                    <a:pt x="213590" y="248515"/>
                  </a:lnTo>
                  <a:lnTo>
                    <a:pt x="89477" y="248515"/>
                  </a:lnTo>
                  <a:lnTo>
                    <a:pt x="89477" y="246495"/>
                  </a:lnTo>
                  <a:lnTo>
                    <a:pt x="132628" y="204210"/>
                  </a:lnTo>
                  <a:lnTo>
                    <a:pt x="146997" y="190851"/>
                  </a:lnTo>
                  <a:lnTo>
                    <a:pt x="159651" y="178485"/>
                  </a:lnTo>
                  <a:lnTo>
                    <a:pt x="187550" y="146997"/>
                  </a:lnTo>
                  <a:lnTo>
                    <a:pt x="205960" y="112324"/>
                  </a:lnTo>
                  <a:lnTo>
                    <a:pt x="209694" y="87456"/>
                  </a:lnTo>
                  <a:lnTo>
                    <a:pt x="208873" y="75045"/>
                  </a:lnTo>
                  <a:lnTo>
                    <a:pt x="206411" y="63355"/>
                  </a:lnTo>
                  <a:lnTo>
                    <a:pt x="202307" y="52387"/>
                  </a:lnTo>
                  <a:lnTo>
                    <a:pt x="200688" y="49501"/>
                  </a:lnTo>
                  <a:close/>
                </a:path>
                <a:path w="1013459" h="306704">
                  <a:moveTo>
                    <a:pt x="104486" y="0"/>
                  </a:moveTo>
                  <a:lnTo>
                    <a:pt x="62219" y="6575"/>
                  </a:lnTo>
                  <a:lnTo>
                    <a:pt x="28899" y="25796"/>
                  </a:lnTo>
                  <a:lnTo>
                    <a:pt x="3283" y="68009"/>
                  </a:lnTo>
                  <a:lnTo>
                    <a:pt x="0" y="95105"/>
                  </a:lnTo>
                  <a:lnTo>
                    <a:pt x="59314" y="95105"/>
                  </a:lnTo>
                  <a:lnTo>
                    <a:pt x="59314" y="85676"/>
                  </a:lnTo>
                  <a:lnTo>
                    <a:pt x="61142" y="77546"/>
                  </a:lnTo>
                  <a:lnTo>
                    <a:pt x="68454" y="63884"/>
                  </a:lnTo>
                  <a:lnTo>
                    <a:pt x="73650" y="58641"/>
                  </a:lnTo>
                  <a:lnTo>
                    <a:pt x="87120" y="51329"/>
                  </a:lnTo>
                  <a:lnTo>
                    <a:pt x="95009" y="49501"/>
                  </a:lnTo>
                  <a:lnTo>
                    <a:pt x="200688" y="49501"/>
                  </a:lnTo>
                  <a:lnTo>
                    <a:pt x="196561" y="42140"/>
                  </a:lnTo>
                  <a:lnTo>
                    <a:pt x="159760" y="11256"/>
                  </a:lnTo>
                  <a:lnTo>
                    <a:pt x="119847" y="703"/>
                  </a:lnTo>
                  <a:lnTo>
                    <a:pt x="104486" y="0"/>
                  </a:lnTo>
                  <a:close/>
                </a:path>
                <a:path w="1013459" h="306704">
                  <a:moveTo>
                    <a:pt x="374758" y="0"/>
                  </a:moveTo>
                  <a:lnTo>
                    <a:pt x="324887" y="10066"/>
                  </a:lnTo>
                  <a:lnTo>
                    <a:pt x="287193" y="39723"/>
                  </a:lnTo>
                  <a:lnTo>
                    <a:pt x="263425" y="87709"/>
                  </a:lnTo>
                  <a:lnTo>
                    <a:pt x="256299" y="128840"/>
                  </a:lnTo>
                  <a:lnTo>
                    <a:pt x="255407" y="152111"/>
                  </a:lnTo>
                  <a:lnTo>
                    <a:pt x="256236" y="175481"/>
                  </a:lnTo>
                  <a:lnTo>
                    <a:pt x="263308" y="216973"/>
                  </a:lnTo>
                  <a:lnTo>
                    <a:pt x="287048" y="265509"/>
                  </a:lnTo>
                  <a:lnTo>
                    <a:pt x="324751" y="295735"/>
                  </a:lnTo>
                  <a:lnTo>
                    <a:pt x="374758" y="306098"/>
                  </a:lnTo>
                  <a:lnTo>
                    <a:pt x="392716" y="304962"/>
                  </a:lnTo>
                  <a:lnTo>
                    <a:pt x="438691" y="287914"/>
                  </a:lnTo>
                  <a:lnTo>
                    <a:pt x="469873" y="254288"/>
                  </a:lnTo>
                  <a:lnTo>
                    <a:pt x="374758" y="254288"/>
                  </a:lnTo>
                  <a:lnTo>
                    <a:pt x="366586" y="253585"/>
                  </a:lnTo>
                  <a:lnTo>
                    <a:pt x="334133" y="228744"/>
                  </a:lnTo>
                  <a:lnTo>
                    <a:pt x="320747" y="183356"/>
                  </a:lnTo>
                  <a:lnTo>
                    <a:pt x="319051" y="152111"/>
                  </a:lnTo>
                  <a:lnTo>
                    <a:pt x="320061" y="128497"/>
                  </a:lnTo>
                  <a:lnTo>
                    <a:pt x="327710" y="90685"/>
                  </a:lnTo>
                  <a:lnTo>
                    <a:pt x="352028" y="57546"/>
                  </a:lnTo>
                  <a:lnTo>
                    <a:pt x="374758" y="51232"/>
                  </a:lnTo>
                  <a:lnTo>
                    <a:pt x="470059" y="51232"/>
                  </a:lnTo>
                  <a:lnTo>
                    <a:pt x="462287" y="39831"/>
                  </a:lnTo>
                  <a:lnTo>
                    <a:pt x="424548" y="10066"/>
                  </a:lnTo>
                  <a:lnTo>
                    <a:pt x="392653" y="1118"/>
                  </a:lnTo>
                  <a:lnTo>
                    <a:pt x="374758" y="0"/>
                  </a:lnTo>
                  <a:close/>
                </a:path>
                <a:path w="1013459" h="306704">
                  <a:moveTo>
                    <a:pt x="470059" y="51232"/>
                  </a:moveTo>
                  <a:lnTo>
                    <a:pt x="374758" y="51232"/>
                  </a:lnTo>
                  <a:lnTo>
                    <a:pt x="382921" y="51936"/>
                  </a:lnTo>
                  <a:lnTo>
                    <a:pt x="390525" y="54047"/>
                  </a:lnTo>
                  <a:lnTo>
                    <a:pt x="419641" y="85625"/>
                  </a:lnTo>
                  <a:lnTo>
                    <a:pt x="429887" y="136001"/>
                  </a:lnTo>
                  <a:lnTo>
                    <a:pt x="430320" y="152111"/>
                  </a:lnTo>
                  <a:lnTo>
                    <a:pt x="429436" y="176059"/>
                  </a:lnTo>
                  <a:lnTo>
                    <a:pt x="421932" y="214375"/>
                  </a:lnTo>
                  <a:lnTo>
                    <a:pt x="397596" y="247902"/>
                  </a:lnTo>
                  <a:lnTo>
                    <a:pt x="374758" y="254288"/>
                  </a:lnTo>
                  <a:lnTo>
                    <a:pt x="469873" y="254288"/>
                  </a:lnTo>
                  <a:lnTo>
                    <a:pt x="485991" y="217108"/>
                  </a:lnTo>
                  <a:lnTo>
                    <a:pt x="493209" y="175481"/>
                  </a:lnTo>
                  <a:lnTo>
                    <a:pt x="494109" y="152111"/>
                  </a:lnTo>
                  <a:lnTo>
                    <a:pt x="493270" y="128840"/>
                  </a:lnTo>
                  <a:lnTo>
                    <a:pt x="490601" y="107336"/>
                  </a:lnTo>
                  <a:lnTo>
                    <a:pt x="486098" y="87628"/>
                  </a:lnTo>
                  <a:lnTo>
                    <a:pt x="479821" y="69849"/>
                  </a:lnTo>
                  <a:lnTo>
                    <a:pt x="471830" y="53830"/>
                  </a:lnTo>
                  <a:lnTo>
                    <a:pt x="470059" y="51232"/>
                  </a:lnTo>
                  <a:close/>
                </a:path>
                <a:path w="1013459" h="306704">
                  <a:moveTo>
                    <a:pt x="736469" y="49501"/>
                  </a:moveTo>
                  <a:lnTo>
                    <a:pt x="648493" y="49501"/>
                  </a:lnTo>
                  <a:lnTo>
                    <a:pt x="656238" y="51232"/>
                  </a:lnTo>
                  <a:lnTo>
                    <a:pt x="663069" y="54696"/>
                  </a:lnTo>
                  <a:lnTo>
                    <a:pt x="669900" y="58064"/>
                  </a:lnTo>
                  <a:lnTo>
                    <a:pt x="675288" y="62922"/>
                  </a:lnTo>
                  <a:lnTo>
                    <a:pt x="679233" y="69272"/>
                  </a:lnTo>
                  <a:lnTo>
                    <a:pt x="683178" y="75526"/>
                  </a:lnTo>
                  <a:lnTo>
                    <a:pt x="685150" y="82982"/>
                  </a:lnTo>
                  <a:lnTo>
                    <a:pt x="685150" y="99435"/>
                  </a:lnTo>
                  <a:lnTo>
                    <a:pt x="666389" y="133782"/>
                  </a:lnTo>
                  <a:lnTo>
                    <a:pt x="538667" y="254577"/>
                  </a:lnTo>
                  <a:lnTo>
                    <a:pt x="538667" y="299604"/>
                  </a:lnTo>
                  <a:lnTo>
                    <a:pt x="749372" y="299604"/>
                  </a:lnTo>
                  <a:lnTo>
                    <a:pt x="749372" y="248515"/>
                  </a:lnTo>
                  <a:lnTo>
                    <a:pt x="625258" y="248515"/>
                  </a:lnTo>
                  <a:lnTo>
                    <a:pt x="625258" y="246495"/>
                  </a:lnTo>
                  <a:lnTo>
                    <a:pt x="668409" y="204210"/>
                  </a:lnTo>
                  <a:lnTo>
                    <a:pt x="682778" y="190851"/>
                  </a:lnTo>
                  <a:lnTo>
                    <a:pt x="695433" y="178485"/>
                  </a:lnTo>
                  <a:lnTo>
                    <a:pt x="723331" y="146997"/>
                  </a:lnTo>
                  <a:lnTo>
                    <a:pt x="741741" y="112324"/>
                  </a:lnTo>
                  <a:lnTo>
                    <a:pt x="745475" y="87456"/>
                  </a:lnTo>
                  <a:lnTo>
                    <a:pt x="744654" y="75045"/>
                  </a:lnTo>
                  <a:lnTo>
                    <a:pt x="742192" y="63355"/>
                  </a:lnTo>
                  <a:lnTo>
                    <a:pt x="738088" y="52387"/>
                  </a:lnTo>
                  <a:lnTo>
                    <a:pt x="736469" y="49501"/>
                  </a:lnTo>
                  <a:close/>
                </a:path>
                <a:path w="1013459" h="306704">
                  <a:moveTo>
                    <a:pt x="640267" y="0"/>
                  </a:moveTo>
                  <a:lnTo>
                    <a:pt x="598000" y="6575"/>
                  </a:lnTo>
                  <a:lnTo>
                    <a:pt x="564680" y="25796"/>
                  </a:lnTo>
                  <a:lnTo>
                    <a:pt x="539064" y="68009"/>
                  </a:lnTo>
                  <a:lnTo>
                    <a:pt x="535781" y="95105"/>
                  </a:lnTo>
                  <a:lnTo>
                    <a:pt x="595096" y="95105"/>
                  </a:lnTo>
                  <a:lnTo>
                    <a:pt x="595096" y="85676"/>
                  </a:lnTo>
                  <a:lnTo>
                    <a:pt x="596924" y="77546"/>
                  </a:lnTo>
                  <a:lnTo>
                    <a:pt x="604236" y="63884"/>
                  </a:lnTo>
                  <a:lnTo>
                    <a:pt x="609431" y="58641"/>
                  </a:lnTo>
                  <a:lnTo>
                    <a:pt x="622901" y="51329"/>
                  </a:lnTo>
                  <a:lnTo>
                    <a:pt x="630790" y="49501"/>
                  </a:lnTo>
                  <a:lnTo>
                    <a:pt x="736469" y="49501"/>
                  </a:lnTo>
                  <a:lnTo>
                    <a:pt x="732342" y="42140"/>
                  </a:lnTo>
                  <a:lnTo>
                    <a:pt x="695541" y="11256"/>
                  </a:lnTo>
                  <a:lnTo>
                    <a:pt x="655628" y="703"/>
                  </a:lnTo>
                  <a:lnTo>
                    <a:pt x="640267" y="0"/>
                  </a:lnTo>
                  <a:close/>
                </a:path>
                <a:path w="1013459" h="306704">
                  <a:moveTo>
                    <a:pt x="856275" y="216044"/>
                  </a:moveTo>
                  <a:lnTo>
                    <a:pt x="795662" y="216044"/>
                  </a:lnTo>
                  <a:lnTo>
                    <a:pt x="796789" y="228455"/>
                  </a:lnTo>
                  <a:lnTo>
                    <a:pt x="817851" y="270713"/>
                  </a:lnTo>
                  <a:lnTo>
                    <a:pt x="860443" y="297313"/>
                  </a:lnTo>
                  <a:lnTo>
                    <a:pt x="902602" y="303645"/>
                  </a:lnTo>
                  <a:lnTo>
                    <a:pt x="918549" y="302824"/>
                  </a:lnTo>
                  <a:lnTo>
                    <a:pt x="960329" y="290512"/>
                  </a:lnTo>
                  <a:lnTo>
                    <a:pt x="991529" y="265076"/>
                  </a:lnTo>
                  <a:lnTo>
                    <a:pt x="998848" y="254577"/>
                  </a:lnTo>
                  <a:lnTo>
                    <a:pt x="902602" y="254577"/>
                  </a:lnTo>
                  <a:lnTo>
                    <a:pt x="893681" y="253909"/>
                  </a:lnTo>
                  <a:lnTo>
                    <a:pt x="860388" y="231594"/>
                  </a:lnTo>
                  <a:lnTo>
                    <a:pt x="857556" y="224225"/>
                  </a:lnTo>
                  <a:lnTo>
                    <a:pt x="856275" y="216044"/>
                  </a:lnTo>
                  <a:close/>
                </a:path>
                <a:path w="1013459" h="306704">
                  <a:moveTo>
                    <a:pt x="1000475" y="149946"/>
                  </a:moveTo>
                  <a:lnTo>
                    <a:pt x="901736" y="149946"/>
                  </a:lnTo>
                  <a:lnTo>
                    <a:pt x="908961" y="150424"/>
                  </a:lnTo>
                  <a:lnTo>
                    <a:pt x="915771" y="151714"/>
                  </a:lnTo>
                  <a:lnTo>
                    <a:pt x="946186" y="175202"/>
                  </a:lnTo>
                  <a:lnTo>
                    <a:pt x="952824" y="202622"/>
                  </a:lnTo>
                  <a:lnTo>
                    <a:pt x="952418" y="210055"/>
                  </a:lnTo>
                  <a:lnTo>
                    <a:pt x="933964" y="244447"/>
                  </a:lnTo>
                  <a:lnTo>
                    <a:pt x="902602" y="254577"/>
                  </a:lnTo>
                  <a:lnTo>
                    <a:pt x="998848" y="254577"/>
                  </a:lnTo>
                  <a:lnTo>
                    <a:pt x="1012193" y="215557"/>
                  </a:lnTo>
                  <a:lnTo>
                    <a:pt x="1013005" y="201035"/>
                  </a:lnTo>
                  <a:lnTo>
                    <a:pt x="1012310" y="187234"/>
                  </a:lnTo>
                  <a:lnTo>
                    <a:pt x="1010082" y="174264"/>
                  </a:lnTo>
                  <a:lnTo>
                    <a:pt x="1006321" y="162123"/>
                  </a:lnTo>
                  <a:lnTo>
                    <a:pt x="1001027" y="150812"/>
                  </a:lnTo>
                  <a:lnTo>
                    <a:pt x="1000475" y="149946"/>
                  </a:lnTo>
                  <a:close/>
                </a:path>
                <a:path w="1013459" h="306704">
                  <a:moveTo>
                    <a:pt x="996697" y="4040"/>
                  </a:moveTo>
                  <a:lnTo>
                    <a:pt x="816011" y="4040"/>
                  </a:lnTo>
                  <a:lnTo>
                    <a:pt x="802012" y="159904"/>
                  </a:lnTo>
                  <a:lnTo>
                    <a:pt x="857574" y="169862"/>
                  </a:lnTo>
                  <a:lnTo>
                    <a:pt x="862096" y="163704"/>
                  </a:lnTo>
                  <a:lnTo>
                    <a:pt x="868398" y="158846"/>
                  </a:lnTo>
                  <a:lnTo>
                    <a:pt x="901736" y="149946"/>
                  </a:lnTo>
                  <a:lnTo>
                    <a:pt x="1000475" y="149946"/>
                  </a:lnTo>
                  <a:lnTo>
                    <a:pt x="994415" y="140430"/>
                  </a:lnTo>
                  <a:lnTo>
                    <a:pt x="986703" y="131221"/>
                  </a:lnTo>
                  <a:lnTo>
                    <a:pt x="984448" y="129164"/>
                  </a:lnTo>
                  <a:lnTo>
                    <a:pt x="859883" y="129164"/>
                  </a:lnTo>
                  <a:lnTo>
                    <a:pt x="867532" y="55129"/>
                  </a:lnTo>
                  <a:lnTo>
                    <a:pt x="996697" y="55129"/>
                  </a:lnTo>
                  <a:lnTo>
                    <a:pt x="996697" y="4040"/>
                  </a:lnTo>
                  <a:close/>
                </a:path>
                <a:path w="1013459" h="306704">
                  <a:moveTo>
                    <a:pt x="920353" y="103764"/>
                  </a:moveTo>
                  <a:lnTo>
                    <a:pt x="877770" y="114823"/>
                  </a:lnTo>
                  <a:lnTo>
                    <a:pt x="861615" y="129164"/>
                  </a:lnTo>
                  <a:lnTo>
                    <a:pt x="984448" y="129164"/>
                  </a:lnTo>
                  <a:lnTo>
                    <a:pt x="945608" y="106903"/>
                  </a:lnTo>
                  <a:lnTo>
                    <a:pt x="920353" y="103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9" name="object 19"/>
            <p:cNvSpPr/>
            <p:nvPr/>
          </p:nvSpPr>
          <p:spPr>
            <a:xfrm>
              <a:off x="9753888" y="3147290"/>
              <a:ext cx="2908841" cy="4046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0800" y="3721100"/>
              <a:ext cx="11074400" cy="558800"/>
            </a:xfrm>
            <a:custGeom>
              <a:avLst/>
              <a:gdLst/>
              <a:ahLst/>
              <a:cxnLst/>
              <a:rect l="l" t="t" r="r" b="b"/>
              <a:pathLst>
                <a:path w="11074400" h="558800">
                  <a:moveTo>
                    <a:pt x="11074400" y="0"/>
                  </a:moveTo>
                  <a:lnTo>
                    <a:pt x="0" y="0"/>
                  </a:lnTo>
                  <a:lnTo>
                    <a:pt x="0" y="558800"/>
                  </a:lnTo>
                  <a:lnTo>
                    <a:pt x="11074400" y="558800"/>
                  </a:lnTo>
                  <a:lnTo>
                    <a:pt x="110744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1" name="object 21"/>
            <p:cNvSpPr/>
            <p:nvPr/>
          </p:nvSpPr>
          <p:spPr>
            <a:xfrm>
              <a:off x="2590800" y="3721099"/>
              <a:ext cx="11074400" cy="558800"/>
            </a:xfrm>
            <a:custGeom>
              <a:avLst/>
              <a:gdLst/>
              <a:ahLst/>
              <a:cxnLst/>
              <a:rect l="l" t="t" r="r" b="b"/>
              <a:pathLst>
                <a:path w="11074400" h="558800">
                  <a:moveTo>
                    <a:pt x="11074400" y="0"/>
                  </a:moveTo>
                  <a:lnTo>
                    <a:pt x="11061700" y="0"/>
                  </a:lnTo>
                  <a:lnTo>
                    <a:pt x="11061700" y="12700"/>
                  </a:lnTo>
                  <a:lnTo>
                    <a:pt x="11061700" y="546100"/>
                  </a:lnTo>
                  <a:lnTo>
                    <a:pt x="12700" y="546100"/>
                  </a:lnTo>
                  <a:lnTo>
                    <a:pt x="12700" y="12700"/>
                  </a:lnTo>
                  <a:lnTo>
                    <a:pt x="11061700" y="12700"/>
                  </a:lnTo>
                  <a:lnTo>
                    <a:pt x="1106170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558800"/>
                  </a:lnTo>
                  <a:lnTo>
                    <a:pt x="12700" y="558800"/>
                  </a:lnTo>
                  <a:lnTo>
                    <a:pt x="11061700" y="558800"/>
                  </a:lnTo>
                  <a:lnTo>
                    <a:pt x="11074400" y="558800"/>
                  </a:lnTo>
                  <a:lnTo>
                    <a:pt x="11074400" y="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2" name="object 22"/>
            <p:cNvSpPr/>
            <p:nvPr/>
          </p:nvSpPr>
          <p:spPr>
            <a:xfrm>
              <a:off x="2908579" y="3857345"/>
              <a:ext cx="7954009" cy="389255"/>
            </a:xfrm>
            <a:custGeom>
              <a:avLst/>
              <a:gdLst/>
              <a:ahLst/>
              <a:cxnLst/>
              <a:rect l="l" t="t" r="r" b="b"/>
              <a:pathLst>
                <a:path w="7954009" h="389254">
                  <a:moveTo>
                    <a:pt x="222542" y="112852"/>
                  </a:moveTo>
                  <a:lnTo>
                    <a:pt x="215480" y="72593"/>
                  </a:lnTo>
                  <a:lnTo>
                    <a:pt x="185039" y="32512"/>
                  </a:lnTo>
                  <a:lnTo>
                    <a:pt x="158178" y="18973"/>
                  </a:lnTo>
                  <a:lnTo>
                    <a:pt x="158178" y="112852"/>
                  </a:lnTo>
                  <a:lnTo>
                    <a:pt x="157810" y="119938"/>
                  </a:lnTo>
                  <a:lnTo>
                    <a:pt x="134658" y="156146"/>
                  </a:lnTo>
                  <a:lnTo>
                    <a:pt x="104927" y="162356"/>
                  </a:lnTo>
                  <a:lnTo>
                    <a:pt x="62496" y="162356"/>
                  </a:lnTo>
                  <a:lnTo>
                    <a:pt x="62496" y="63779"/>
                  </a:lnTo>
                  <a:lnTo>
                    <a:pt x="104635" y="63779"/>
                  </a:lnTo>
                  <a:lnTo>
                    <a:pt x="142544" y="74028"/>
                  </a:lnTo>
                  <a:lnTo>
                    <a:pt x="158178" y="112852"/>
                  </a:lnTo>
                  <a:lnTo>
                    <a:pt x="158178" y="18973"/>
                  </a:lnTo>
                  <a:lnTo>
                    <a:pt x="147751" y="15913"/>
                  </a:lnTo>
                  <a:lnTo>
                    <a:pt x="132803" y="13500"/>
                  </a:lnTo>
                  <a:lnTo>
                    <a:pt x="116611" y="12700"/>
                  </a:lnTo>
                  <a:lnTo>
                    <a:pt x="0" y="12700"/>
                  </a:lnTo>
                  <a:lnTo>
                    <a:pt x="0" y="308254"/>
                  </a:lnTo>
                  <a:lnTo>
                    <a:pt x="62496" y="308254"/>
                  </a:lnTo>
                  <a:lnTo>
                    <a:pt x="62496" y="212432"/>
                  </a:lnTo>
                  <a:lnTo>
                    <a:pt x="115023" y="212432"/>
                  </a:lnTo>
                  <a:lnTo>
                    <a:pt x="160426" y="205371"/>
                  </a:lnTo>
                  <a:lnTo>
                    <a:pt x="194297" y="184835"/>
                  </a:lnTo>
                  <a:lnTo>
                    <a:pt x="219367" y="140563"/>
                  </a:lnTo>
                  <a:lnTo>
                    <a:pt x="221742" y="127139"/>
                  </a:lnTo>
                  <a:lnTo>
                    <a:pt x="222542" y="112852"/>
                  </a:lnTo>
                  <a:close/>
                </a:path>
                <a:path w="7954009" h="389254">
                  <a:moveTo>
                    <a:pt x="444068" y="158750"/>
                  </a:moveTo>
                  <a:lnTo>
                    <a:pt x="443585" y="149212"/>
                  </a:lnTo>
                  <a:lnTo>
                    <a:pt x="442163" y="140385"/>
                  </a:lnTo>
                  <a:lnTo>
                    <a:pt x="439762" y="132257"/>
                  </a:lnTo>
                  <a:lnTo>
                    <a:pt x="438111" y="128587"/>
                  </a:lnTo>
                  <a:lnTo>
                    <a:pt x="436422" y="124828"/>
                  </a:lnTo>
                  <a:lnTo>
                    <a:pt x="408686" y="97205"/>
                  </a:lnTo>
                  <a:lnTo>
                    <a:pt x="383019" y="87528"/>
                  </a:lnTo>
                  <a:lnTo>
                    <a:pt x="383019" y="205511"/>
                  </a:lnTo>
                  <a:lnTo>
                    <a:pt x="383019" y="236816"/>
                  </a:lnTo>
                  <a:lnTo>
                    <a:pt x="353872" y="268236"/>
                  </a:lnTo>
                  <a:lnTo>
                    <a:pt x="345884" y="270014"/>
                  </a:lnTo>
                  <a:lnTo>
                    <a:pt x="327418" y="270014"/>
                  </a:lnTo>
                  <a:lnTo>
                    <a:pt x="319620" y="267855"/>
                  </a:lnTo>
                  <a:lnTo>
                    <a:pt x="313461" y="263525"/>
                  </a:lnTo>
                  <a:lnTo>
                    <a:pt x="307403" y="259092"/>
                  </a:lnTo>
                  <a:lnTo>
                    <a:pt x="304368" y="252691"/>
                  </a:lnTo>
                  <a:lnTo>
                    <a:pt x="304368" y="238556"/>
                  </a:lnTo>
                  <a:lnTo>
                    <a:pt x="305866" y="233743"/>
                  </a:lnTo>
                  <a:lnTo>
                    <a:pt x="308838" y="229895"/>
                  </a:lnTo>
                  <a:lnTo>
                    <a:pt x="311823" y="225945"/>
                  </a:lnTo>
                  <a:lnTo>
                    <a:pt x="316014" y="222821"/>
                  </a:lnTo>
                  <a:lnTo>
                    <a:pt x="326783" y="218211"/>
                  </a:lnTo>
                  <a:lnTo>
                    <a:pt x="333095" y="216522"/>
                  </a:lnTo>
                  <a:lnTo>
                    <a:pt x="351561" y="213880"/>
                  </a:lnTo>
                  <a:lnTo>
                    <a:pt x="355701" y="213207"/>
                  </a:lnTo>
                  <a:lnTo>
                    <a:pt x="383019" y="205511"/>
                  </a:lnTo>
                  <a:lnTo>
                    <a:pt x="383019" y="87528"/>
                  </a:lnTo>
                  <a:lnTo>
                    <a:pt x="376796" y="86131"/>
                  </a:lnTo>
                  <a:lnTo>
                    <a:pt x="368046" y="84785"/>
                  </a:lnTo>
                  <a:lnTo>
                    <a:pt x="359117" y="83972"/>
                  </a:lnTo>
                  <a:lnTo>
                    <a:pt x="349973" y="83705"/>
                  </a:lnTo>
                  <a:lnTo>
                    <a:pt x="337096" y="84201"/>
                  </a:lnTo>
                  <a:lnTo>
                    <a:pt x="293649" y="96189"/>
                  </a:lnTo>
                  <a:lnTo>
                    <a:pt x="264629" y="122288"/>
                  </a:lnTo>
                  <a:lnTo>
                    <a:pt x="253428" y="149504"/>
                  </a:lnTo>
                  <a:lnTo>
                    <a:pt x="310286" y="154127"/>
                  </a:lnTo>
                  <a:lnTo>
                    <a:pt x="312407" y="146812"/>
                  </a:lnTo>
                  <a:lnTo>
                    <a:pt x="316738" y="140754"/>
                  </a:lnTo>
                  <a:lnTo>
                    <a:pt x="349681" y="128587"/>
                  </a:lnTo>
                  <a:lnTo>
                    <a:pt x="360172" y="128587"/>
                  </a:lnTo>
                  <a:lnTo>
                    <a:pt x="368249" y="131089"/>
                  </a:lnTo>
                  <a:lnTo>
                    <a:pt x="373926" y="136093"/>
                  </a:lnTo>
                  <a:lnTo>
                    <a:pt x="379704" y="141097"/>
                  </a:lnTo>
                  <a:lnTo>
                    <a:pt x="382587" y="148158"/>
                  </a:lnTo>
                  <a:lnTo>
                    <a:pt x="382587" y="162890"/>
                  </a:lnTo>
                  <a:lnTo>
                    <a:pt x="346367" y="176136"/>
                  </a:lnTo>
                  <a:lnTo>
                    <a:pt x="320763" y="179019"/>
                  </a:lnTo>
                  <a:lnTo>
                    <a:pt x="312813" y="180251"/>
                  </a:lnTo>
                  <a:lnTo>
                    <a:pt x="270891" y="195110"/>
                  </a:lnTo>
                  <a:lnTo>
                    <a:pt x="247332" y="229349"/>
                  </a:lnTo>
                  <a:lnTo>
                    <a:pt x="245630" y="246341"/>
                  </a:lnTo>
                  <a:lnTo>
                    <a:pt x="246227" y="256870"/>
                  </a:lnTo>
                  <a:lnTo>
                    <a:pt x="266611" y="295846"/>
                  </a:lnTo>
                  <a:lnTo>
                    <a:pt x="308914" y="311988"/>
                  </a:lnTo>
                  <a:lnTo>
                    <a:pt x="319239" y="312445"/>
                  </a:lnTo>
                  <a:lnTo>
                    <a:pt x="327215" y="312178"/>
                  </a:lnTo>
                  <a:lnTo>
                    <a:pt x="363778" y="301040"/>
                  </a:lnTo>
                  <a:lnTo>
                    <a:pt x="384035" y="277520"/>
                  </a:lnTo>
                  <a:lnTo>
                    <a:pt x="385762" y="277520"/>
                  </a:lnTo>
                  <a:lnTo>
                    <a:pt x="385762" y="308254"/>
                  </a:lnTo>
                  <a:lnTo>
                    <a:pt x="444068" y="308254"/>
                  </a:lnTo>
                  <a:lnTo>
                    <a:pt x="444068" y="277520"/>
                  </a:lnTo>
                  <a:lnTo>
                    <a:pt x="444068" y="270014"/>
                  </a:lnTo>
                  <a:lnTo>
                    <a:pt x="444068" y="205511"/>
                  </a:lnTo>
                  <a:lnTo>
                    <a:pt x="444068" y="158750"/>
                  </a:lnTo>
                  <a:close/>
                </a:path>
                <a:path w="7954009" h="389254">
                  <a:moveTo>
                    <a:pt x="690930" y="168554"/>
                  </a:moveTo>
                  <a:lnTo>
                    <a:pt x="689559" y="156133"/>
                  </a:lnTo>
                  <a:lnTo>
                    <a:pt x="686777" y="144526"/>
                  </a:lnTo>
                  <a:lnTo>
                    <a:pt x="682561" y="133756"/>
                  </a:lnTo>
                  <a:lnTo>
                    <a:pt x="681342" y="131610"/>
                  </a:lnTo>
                  <a:lnTo>
                    <a:pt x="676922" y="123825"/>
                  </a:lnTo>
                  <a:lnTo>
                    <a:pt x="642429" y="94234"/>
                  </a:lnTo>
                  <a:lnTo>
                    <a:pt x="591629" y="83705"/>
                  </a:lnTo>
                  <a:lnTo>
                    <a:pt x="575398" y="84607"/>
                  </a:lnTo>
                  <a:lnTo>
                    <a:pt x="533615" y="98272"/>
                  </a:lnTo>
                  <a:lnTo>
                    <a:pt x="503288" y="126339"/>
                  </a:lnTo>
                  <a:lnTo>
                    <a:pt x="486105" y="166319"/>
                  </a:lnTo>
                  <a:lnTo>
                    <a:pt x="482815" y="198285"/>
                  </a:lnTo>
                  <a:lnTo>
                    <a:pt x="483628" y="214617"/>
                  </a:lnTo>
                  <a:lnTo>
                    <a:pt x="495808" y="257746"/>
                  </a:lnTo>
                  <a:lnTo>
                    <a:pt x="521843" y="290169"/>
                  </a:lnTo>
                  <a:lnTo>
                    <a:pt x="560247" y="308978"/>
                  </a:lnTo>
                  <a:lnTo>
                    <a:pt x="591921" y="312585"/>
                  </a:lnTo>
                  <a:lnTo>
                    <a:pt x="606221" y="311912"/>
                  </a:lnTo>
                  <a:lnTo>
                    <a:pt x="643153" y="301764"/>
                  </a:lnTo>
                  <a:lnTo>
                    <a:pt x="677075" y="271741"/>
                  </a:lnTo>
                  <a:lnTo>
                    <a:pt x="690930" y="227012"/>
                  </a:lnTo>
                  <a:lnTo>
                    <a:pt x="632904" y="227012"/>
                  </a:lnTo>
                  <a:lnTo>
                    <a:pt x="631761" y="234797"/>
                  </a:lnTo>
                  <a:lnTo>
                    <a:pt x="629297" y="241490"/>
                  </a:lnTo>
                  <a:lnTo>
                    <a:pt x="625551" y="247065"/>
                  </a:lnTo>
                  <a:lnTo>
                    <a:pt x="621893" y="252552"/>
                  </a:lnTo>
                  <a:lnTo>
                    <a:pt x="617232" y="256743"/>
                  </a:lnTo>
                  <a:lnTo>
                    <a:pt x="611555" y="259626"/>
                  </a:lnTo>
                  <a:lnTo>
                    <a:pt x="605967" y="262509"/>
                  </a:lnTo>
                  <a:lnTo>
                    <a:pt x="599668" y="263956"/>
                  </a:lnTo>
                  <a:lnTo>
                    <a:pt x="592645" y="263956"/>
                  </a:lnTo>
                  <a:lnTo>
                    <a:pt x="585724" y="263474"/>
                  </a:lnTo>
                  <a:lnTo>
                    <a:pt x="554342" y="240499"/>
                  </a:lnTo>
                  <a:lnTo>
                    <a:pt x="545312" y="197421"/>
                  </a:lnTo>
                  <a:lnTo>
                    <a:pt x="545680" y="187350"/>
                  </a:lnTo>
                  <a:lnTo>
                    <a:pt x="558292" y="148831"/>
                  </a:lnTo>
                  <a:lnTo>
                    <a:pt x="592645" y="131610"/>
                  </a:lnTo>
                  <a:lnTo>
                    <a:pt x="600684" y="132257"/>
                  </a:lnTo>
                  <a:lnTo>
                    <a:pt x="631177" y="160667"/>
                  </a:lnTo>
                  <a:lnTo>
                    <a:pt x="632904" y="168554"/>
                  </a:lnTo>
                  <a:lnTo>
                    <a:pt x="690930" y="168554"/>
                  </a:lnTo>
                  <a:close/>
                </a:path>
                <a:path w="7954009" h="389254">
                  <a:moveTo>
                    <a:pt x="939546" y="198285"/>
                  </a:moveTo>
                  <a:lnTo>
                    <a:pt x="932078" y="151638"/>
                  </a:lnTo>
                  <a:lnTo>
                    <a:pt x="921664" y="130606"/>
                  </a:lnTo>
                  <a:lnTo>
                    <a:pt x="918933" y="126060"/>
                  </a:lnTo>
                  <a:lnTo>
                    <a:pt x="910183" y="115303"/>
                  </a:lnTo>
                  <a:lnTo>
                    <a:pt x="900023" y="105994"/>
                  </a:lnTo>
                  <a:lnTo>
                    <a:pt x="888466" y="98132"/>
                  </a:lnTo>
                  <a:lnTo>
                    <a:pt x="877062" y="92506"/>
                  </a:lnTo>
                  <a:lnTo>
                    <a:pt x="877062" y="197853"/>
                  </a:lnTo>
                  <a:lnTo>
                    <a:pt x="876731" y="207264"/>
                  </a:lnTo>
                  <a:lnTo>
                    <a:pt x="865263" y="245910"/>
                  </a:lnTo>
                  <a:lnTo>
                    <a:pt x="830732" y="264960"/>
                  </a:lnTo>
                  <a:lnTo>
                    <a:pt x="823315" y="264426"/>
                  </a:lnTo>
                  <a:lnTo>
                    <a:pt x="792010" y="239534"/>
                  </a:lnTo>
                  <a:lnTo>
                    <a:pt x="783831" y="197853"/>
                  </a:lnTo>
                  <a:lnTo>
                    <a:pt x="784161" y="188455"/>
                  </a:lnTo>
                  <a:lnTo>
                    <a:pt x="795629" y="149796"/>
                  </a:lnTo>
                  <a:lnTo>
                    <a:pt x="830732" y="130606"/>
                  </a:lnTo>
                  <a:lnTo>
                    <a:pt x="838073" y="131152"/>
                  </a:lnTo>
                  <a:lnTo>
                    <a:pt x="868807" y="156184"/>
                  </a:lnTo>
                  <a:lnTo>
                    <a:pt x="877062" y="197853"/>
                  </a:lnTo>
                  <a:lnTo>
                    <a:pt x="877062" y="92506"/>
                  </a:lnTo>
                  <a:lnTo>
                    <a:pt x="875690" y="91821"/>
                  </a:lnTo>
                  <a:lnTo>
                    <a:pt x="861758" y="87312"/>
                  </a:lnTo>
                  <a:lnTo>
                    <a:pt x="846683" y="84607"/>
                  </a:lnTo>
                  <a:lnTo>
                    <a:pt x="830440" y="83705"/>
                  </a:lnTo>
                  <a:lnTo>
                    <a:pt x="814197" y="84607"/>
                  </a:lnTo>
                  <a:lnTo>
                    <a:pt x="772287" y="98132"/>
                  </a:lnTo>
                  <a:lnTo>
                    <a:pt x="741946" y="126060"/>
                  </a:lnTo>
                  <a:lnTo>
                    <a:pt x="724662" y="166103"/>
                  </a:lnTo>
                  <a:lnTo>
                    <a:pt x="721347" y="198285"/>
                  </a:lnTo>
                  <a:lnTo>
                    <a:pt x="722172" y="214807"/>
                  </a:lnTo>
                  <a:lnTo>
                    <a:pt x="734618" y="258178"/>
                  </a:lnTo>
                  <a:lnTo>
                    <a:pt x="760780" y="290385"/>
                  </a:lnTo>
                  <a:lnTo>
                    <a:pt x="799096" y="309016"/>
                  </a:lnTo>
                  <a:lnTo>
                    <a:pt x="830440" y="312585"/>
                  </a:lnTo>
                  <a:lnTo>
                    <a:pt x="846683" y="311696"/>
                  </a:lnTo>
                  <a:lnTo>
                    <a:pt x="888466" y="298297"/>
                  </a:lnTo>
                  <a:lnTo>
                    <a:pt x="918933" y="270319"/>
                  </a:lnTo>
                  <a:lnTo>
                    <a:pt x="922172" y="264960"/>
                  </a:lnTo>
                  <a:lnTo>
                    <a:pt x="926274" y="258178"/>
                  </a:lnTo>
                  <a:lnTo>
                    <a:pt x="932078" y="244754"/>
                  </a:lnTo>
                  <a:lnTo>
                    <a:pt x="936231" y="230289"/>
                  </a:lnTo>
                  <a:lnTo>
                    <a:pt x="938720" y="214807"/>
                  </a:lnTo>
                  <a:lnTo>
                    <a:pt x="939546" y="198285"/>
                  </a:lnTo>
                  <a:close/>
                </a:path>
                <a:path w="7954009" h="389254">
                  <a:moveTo>
                    <a:pt x="994244" y="86588"/>
                  </a:moveTo>
                  <a:lnTo>
                    <a:pt x="963942" y="86588"/>
                  </a:lnTo>
                  <a:lnTo>
                    <a:pt x="963942" y="132765"/>
                  </a:lnTo>
                  <a:lnTo>
                    <a:pt x="994244" y="132765"/>
                  </a:lnTo>
                  <a:lnTo>
                    <a:pt x="994244" y="86588"/>
                  </a:lnTo>
                  <a:close/>
                </a:path>
                <a:path w="7954009" h="389254">
                  <a:moveTo>
                    <a:pt x="1101471" y="305523"/>
                  </a:moveTo>
                  <a:lnTo>
                    <a:pt x="1092238" y="261785"/>
                  </a:lnTo>
                  <a:lnTo>
                    <a:pt x="1091806" y="259765"/>
                  </a:lnTo>
                  <a:lnTo>
                    <a:pt x="1085164" y="261073"/>
                  </a:lnTo>
                  <a:lnTo>
                    <a:pt x="1082281" y="261543"/>
                  </a:lnTo>
                  <a:lnTo>
                    <a:pt x="1079398" y="261785"/>
                  </a:lnTo>
                  <a:lnTo>
                    <a:pt x="1072375" y="261785"/>
                  </a:lnTo>
                  <a:lnTo>
                    <a:pt x="1055725" y="245821"/>
                  </a:lnTo>
                  <a:lnTo>
                    <a:pt x="1055725" y="132765"/>
                  </a:lnTo>
                  <a:lnTo>
                    <a:pt x="1097432" y="132765"/>
                  </a:lnTo>
                  <a:lnTo>
                    <a:pt x="1097432" y="86588"/>
                  </a:lnTo>
                  <a:lnTo>
                    <a:pt x="1055725" y="86588"/>
                  </a:lnTo>
                  <a:lnTo>
                    <a:pt x="1055725" y="33477"/>
                  </a:lnTo>
                  <a:lnTo>
                    <a:pt x="994244" y="33477"/>
                  </a:lnTo>
                  <a:lnTo>
                    <a:pt x="994346" y="250240"/>
                  </a:lnTo>
                  <a:lnTo>
                    <a:pt x="1008418" y="290982"/>
                  </a:lnTo>
                  <a:lnTo>
                    <a:pt x="1047280" y="310248"/>
                  </a:lnTo>
                  <a:lnTo>
                    <a:pt x="1068133" y="311289"/>
                  </a:lnTo>
                  <a:lnTo>
                    <a:pt x="1076121" y="310997"/>
                  </a:lnTo>
                  <a:lnTo>
                    <a:pt x="1082903" y="310184"/>
                  </a:lnTo>
                  <a:lnTo>
                    <a:pt x="1088491" y="308838"/>
                  </a:lnTo>
                  <a:lnTo>
                    <a:pt x="1094066" y="307581"/>
                  </a:lnTo>
                  <a:lnTo>
                    <a:pt x="1098397" y="306476"/>
                  </a:lnTo>
                  <a:lnTo>
                    <a:pt x="1101471" y="305523"/>
                  </a:lnTo>
                  <a:close/>
                </a:path>
                <a:path w="7954009" h="389254">
                  <a:moveTo>
                    <a:pt x="1337868" y="196265"/>
                  </a:moveTo>
                  <a:lnTo>
                    <a:pt x="1333398" y="157899"/>
                  </a:lnTo>
                  <a:lnTo>
                    <a:pt x="1314450" y="119151"/>
                  </a:lnTo>
                  <a:lnTo>
                    <a:pt x="1283728" y="94678"/>
                  </a:lnTo>
                  <a:lnTo>
                    <a:pt x="1279994" y="93103"/>
                  </a:lnTo>
                  <a:lnTo>
                    <a:pt x="1279994" y="166204"/>
                  </a:lnTo>
                  <a:lnTo>
                    <a:pt x="1279994" y="175056"/>
                  </a:lnTo>
                  <a:lnTo>
                    <a:pt x="1186929" y="175056"/>
                  </a:lnTo>
                  <a:lnTo>
                    <a:pt x="1187005" y="168325"/>
                  </a:lnTo>
                  <a:lnTo>
                    <a:pt x="1189075" y="160388"/>
                  </a:lnTo>
                  <a:lnTo>
                    <a:pt x="1193114" y="153263"/>
                  </a:lnTo>
                  <a:lnTo>
                    <a:pt x="1197152" y="146050"/>
                  </a:lnTo>
                  <a:lnTo>
                    <a:pt x="1234681" y="129590"/>
                  </a:lnTo>
                  <a:lnTo>
                    <a:pt x="1243634" y="129590"/>
                  </a:lnTo>
                  <a:lnTo>
                    <a:pt x="1251470" y="131572"/>
                  </a:lnTo>
                  <a:lnTo>
                    <a:pt x="1258201" y="135509"/>
                  </a:lnTo>
                  <a:lnTo>
                    <a:pt x="1265034" y="139357"/>
                  </a:lnTo>
                  <a:lnTo>
                    <a:pt x="1270381" y="144703"/>
                  </a:lnTo>
                  <a:lnTo>
                    <a:pt x="1278077" y="158356"/>
                  </a:lnTo>
                  <a:lnTo>
                    <a:pt x="1279994" y="166204"/>
                  </a:lnTo>
                  <a:lnTo>
                    <a:pt x="1279994" y="93103"/>
                  </a:lnTo>
                  <a:lnTo>
                    <a:pt x="1233665" y="83705"/>
                  </a:lnTo>
                  <a:lnTo>
                    <a:pt x="1217891" y="84607"/>
                  </a:lnTo>
                  <a:lnTo>
                    <a:pt x="1176807" y="98132"/>
                  </a:lnTo>
                  <a:lnTo>
                    <a:pt x="1146746" y="126199"/>
                  </a:lnTo>
                  <a:lnTo>
                    <a:pt x="1129474" y="166319"/>
                  </a:lnTo>
                  <a:lnTo>
                    <a:pt x="1126159" y="198437"/>
                  </a:lnTo>
                  <a:lnTo>
                    <a:pt x="1126985" y="215379"/>
                  </a:lnTo>
                  <a:lnTo>
                    <a:pt x="1139431" y="259194"/>
                  </a:lnTo>
                  <a:lnTo>
                    <a:pt x="1165682" y="291020"/>
                  </a:lnTo>
                  <a:lnTo>
                    <a:pt x="1204302" y="309130"/>
                  </a:lnTo>
                  <a:lnTo>
                    <a:pt x="1236129" y="312585"/>
                  </a:lnTo>
                  <a:lnTo>
                    <a:pt x="1249426" y="312064"/>
                  </a:lnTo>
                  <a:lnTo>
                    <a:pt x="1294523" y="299542"/>
                  </a:lnTo>
                  <a:lnTo>
                    <a:pt x="1324965" y="272580"/>
                  </a:lnTo>
                  <a:lnTo>
                    <a:pt x="1328369" y="266700"/>
                  </a:lnTo>
                  <a:lnTo>
                    <a:pt x="1329969" y="263956"/>
                  </a:lnTo>
                  <a:lnTo>
                    <a:pt x="1333842" y="254685"/>
                  </a:lnTo>
                  <a:lnTo>
                    <a:pt x="1336573" y="244754"/>
                  </a:lnTo>
                  <a:lnTo>
                    <a:pt x="1279702" y="241007"/>
                  </a:lnTo>
                  <a:lnTo>
                    <a:pt x="1277594" y="246583"/>
                  </a:lnTo>
                  <a:lnTo>
                    <a:pt x="1274508" y="251307"/>
                  </a:lnTo>
                  <a:lnTo>
                    <a:pt x="1266431" y="259003"/>
                  </a:lnTo>
                  <a:lnTo>
                    <a:pt x="1261567" y="261886"/>
                  </a:lnTo>
                  <a:lnTo>
                    <a:pt x="1250213" y="265734"/>
                  </a:lnTo>
                  <a:lnTo>
                    <a:pt x="1243965" y="266700"/>
                  </a:lnTo>
                  <a:lnTo>
                    <a:pt x="1237132" y="266700"/>
                  </a:lnTo>
                  <a:lnTo>
                    <a:pt x="1200442" y="252336"/>
                  </a:lnTo>
                  <a:lnTo>
                    <a:pt x="1186916" y="213156"/>
                  </a:lnTo>
                  <a:lnTo>
                    <a:pt x="1337868" y="213156"/>
                  </a:lnTo>
                  <a:lnTo>
                    <a:pt x="1337868" y="196265"/>
                  </a:lnTo>
                  <a:close/>
                </a:path>
                <a:path w="7954009" h="389254">
                  <a:moveTo>
                    <a:pt x="5301678" y="257175"/>
                  </a:moveTo>
                  <a:lnTo>
                    <a:pt x="5177561" y="257175"/>
                  </a:lnTo>
                  <a:lnTo>
                    <a:pt x="5177561" y="255155"/>
                  </a:lnTo>
                  <a:lnTo>
                    <a:pt x="5220716" y="212864"/>
                  </a:lnTo>
                  <a:lnTo>
                    <a:pt x="5235079" y="199504"/>
                  </a:lnTo>
                  <a:lnTo>
                    <a:pt x="5247741" y="187147"/>
                  </a:lnTo>
                  <a:lnTo>
                    <a:pt x="5275631" y="155651"/>
                  </a:lnTo>
                  <a:lnTo>
                    <a:pt x="5294046" y="120980"/>
                  </a:lnTo>
                  <a:lnTo>
                    <a:pt x="5297779" y="96113"/>
                  </a:lnTo>
                  <a:lnTo>
                    <a:pt x="5296954" y="83705"/>
                  </a:lnTo>
                  <a:lnTo>
                    <a:pt x="5277421" y="41452"/>
                  </a:lnTo>
                  <a:lnTo>
                    <a:pt x="5235575" y="14986"/>
                  </a:lnTo>
                  <a:lnTo>
                    <a:pt x="5192573" y="8661"/>
                  </a:lnTo>
                  <a:lnTo>
                    <a:pt x="5177574" y="9385"/>
                  </a:lnTo>
                  <a:lnTo>
                    <a:pt x="5138013" y="20345"/>
                  </a:lnTo>
                  <a:lnTo>
                    <a:pt x="5101221" y="53390"/>
                  </a:lnTo>
                  <a:lnTo>
                    <a:pt x="5088902" y="89738"/>
                  </a:lnTo>
                  <a:lnTo>
                    <a:pt x="5088090" y="103759"/>
                  </a:lnTo>
                  <a:lnTo>
                    <a:pt x="5147399" y="103759"/>
                  </a:lnTo>
                  <a:lnTo>
                    <a:pt x="5147399" y="94335"/>
                  </a:lnTo>
                  <a:lnTo>
                    <a:pt x="5149227" y="86207"/>
                  </a:lnTo>
                  <a:lnTo>
                    <a:pt x="5156543" y="72542"/>
                  </a:lnTo>
                  <a:lnTo>
                    <a:pt x="5161737" y="67297"/>
                  </a:lnTo>
                  <a:lnTo>
                    <a:pt x="5175199" y="59982"/>
                  </a:lnTo>
                  <a:lnTo>
                    <a:pt x="5183098" y="58153"/>
                  </a:lnTo>
                  <a:lnTo>
                    <a:pt x="5200802" y="58153"/>
                  </a:lnTo>
                  <a:lnTo>
                    <a:pt x="5208536" y="59893"/>
                  </a:lnTo>
                  <a:lnTo>
                    <a:pt x="5215369" y="63347"/>
                  </a:lnTo>
                  <a:lnTo>
                    <a:pt x="5222202" y="66725"/>
                  </a:lnTo>
                  <a:lnTo>
                    <a:pt x="5227586" y="71577"/>
                  </a:lnTo>
                  <a:lnTo>
                    <a:pt x="5231536" y="77927"/>
                  </a:lnTo>
                  <a:lnTo>
                    <a:pt x="5235486" y="84188"/>
                  </a:lnTo>
                  <a:lnTo>
                    <a:pt x="5237454" y="91643"/>
                  </a:lnTo>
                  <a:lnTo>
                    <a:pt x="5237454" y="108089"/>
                  </a:lnTo>
                  <a:lnTo>
                    <a:pt x="5218696" y="142443"/>
                  </a:lnTo>
                  <a:lnTo>
                    <a:pt x="5090973" y="263232"/>
                  </a:lnTo>
                  <a:lnTo>
                    <a:pt x="5090973" y="308267"/>
                  </a:lnTo>
                  <a:lnTo>
                    <a:pt x="5301678" y="308267"/>
                  </a:lnTo>
                  <a:lnTo>
                    <a:pt x="5301678" y="257175"/>
                  </a:lnTo>
                  <a:close/>
                </a:path>
                <a:path w="7954009" h="389254">
                  <a:moveTo>
                    <a:pt x="5582196" y="160769"/>
                  </a:moveTo>
                  <a:lnTo>
                    <a:pt x="5578691" y="115989"/>
                  </a:lnTo>
                  <a:lnTo>
                    <a:pt x="5567908" y="78511"/>
                  </a:lnTo>
                  <a:lnTo>
                    <a:pt x="5558142" y="59893"/>
                  </a:lnTo>
                  <a:lnTo>
                    <a:pt x="5550370" y="48488"/>
                  </a:lnTo>
                  <a:lnTo>
                    <a:pt x="5539283" y="36512"/>
                  </a:lnTo>
                  <a:lnTo>
                    <a:pt x="5526633" y="26555"/>
                  </a:lnTo>
                  <a:lnTo>
                    <a:pt x="5518404" y="21958"/>
                  </a:lnTo>
                  <a:lnTo>
                    <a:pt x="5518404" y="160769"/>
                  </a:lnTo>
                  <a:lnTo>
                    <a:pt x="5517527" y="184721"/>
                  </a:lnTo>
                  <a:lnTo>
                    <a:pt x="5510022" y="223037"/>
                  </a:lnTo>
                  <a:lnTo>
                    <a:pt x="5485676" y="256552"/>
                  </a:lnTo>
                  <a:lnTo>
                    <a:pt x="5462841" y="262940"/>
                  </a:lnTo>
                  <a:lnTo>
                    <a:pt x="5454675" y="262242"/>
                  </a:lnTo>
                  <a:lnTo>
                    <a:pt x="5422214" y="237401"/>
                  </a:lnTo>
                  <a:lnTo>
                    <a:pt x="5408828" y="192011"/>
                  </a:lnTo>
                  <a:lnTo>
                    <a:pt x="5407139" y="160769"/>
                  </a:lnTo>
                  <a:lnTo>
                    <a:pt x="5408142" y="137147"/>
                  </a:lnTo>
                  <a:lnTo>
                    <a:pt x="5415800" y="99339"/>
                  </a:lnTo>
                  <a:lnTo>
                    <a:pt x="5440108" y="66205"/>
                  </a:lnTo>
                  <a:lnTo>
                    <a:pt x="5462841" y="59893"/>
                  </a:lnTo>
                  <a:lnTo>
                    <a:pt x="5471007" y="60591"/>
                  </a:lnTo>
                  <a:lnTo>
                    <a:pt x="5503253" y="85178"/>
                  </a:lnTo>
                  <a:lnTo>
                    <a:pt x="5516677" y="129959"/>
                  </a:lnTo>
                  <a:lnTo>
                    <a:pt x="5518404" y="160769"/>
                  </a:lnTo>
                  <a:lnTo>
                    <a:pt x="5518404" y="21958"/>
                  </a:lnTo>
                  <a:lnTo>
                    <a:pt x="5512638" y="18719"/>
                  </a:lnTo>
                  <a:lnTo>
                    <a:pt x="5497334" y="13131"/>
                  </a:lnTo>
                  <a:lnTo>
                    <a:pt x="5480736" y="9779"/>
                  </a:lnTo>
                  <a:lnTo>
                    <a:pt x="5462841" y="8661"/>
                  </a:lnTo>
                  <a:lnTo>
                    <a:pt x="5444934" y="9779"/>
                  </a:lnTo>
                  <a:lnTo>
                    <a:pt x="5398909" y="26555"/>
                  </a:lnTo>
                  <a:lnTo>
                    <a:pt x="5365762" y="62357"/>
                  </a:lnTo>
                  <a:lnTo>
                    <a:pt x="5347068" y="115989"/>
                  </a:lnTo>
                  <a:lnTo>
                    <a:pt x="5343487" y="160769"/>
                  </a:lnTo>
                  <a:lnTo>
                    <a:pt x="5344325" y="184137"/>
                  </a:lnTo>
                  <a:lnTo>
                    <a:pt x="5351399" y="225628"/>
                  </a:lnTo>
                  <a:lnTo>
                    <a:pt x="5375135" y="274167"/>
                  </a:lnTo>
                  <a:lnTo>
                    <a:pt x="5412841" y="304393"/>
                  </a:lnTo>
                  <a:lnTo>
                    <a:pt x="5462841" y="314756"/>
                  </a:lnTo>
                  <a:lnTo>
                    <a:pt x="5480799" y="313613"/>
                  </a:lnTo>
                  <a:lnTo>
                    <a:pt x="5526773" y="296570"/>
                  </a:lnTo>
                  <a:lnTo>
                    <a:pt x="5557964" y="262940"/>
                  </a:lnTo>
                  <a:lnTo>
                    <a:pt x="5574081" y="225767"/>
                  </a:lnTo>
                  <a:lnTo>
                    <a:pt x="5581294" y="184137"/>
                  </a:lnTo>
                  <a:lnTo>
                    <a:pt x="5582196" y="160769"/>
                  </a:lnTo>
                  <a:close/>
                </a:path>
                <a:path w="7954009" h="389254">
                  <a:moveTo>
                    <a:pt x="5837453" y="257175"/>
                  </a:moveTo>
                  <a:lnTo>
                    <a:pt x="5713349" y="257175"/>
                  </a:lnTo>
                  <a:lnTo>
                    <a:pt x="5713349" y="255155"/>
                  </a:lnTo>
                  <a:lnTo>
                    <a:pt x="5756491" y="212864"/>
                  </a:lnTo>
                  <a:lnTo>
                    <a:pt x="5770867" y="199504"/>
                  </a:lnTo>
                  <a:lnTo>
                    <a:pt x="5783516" y="187147"/>
                  </a:lnTo>
                  <a:lnTo>
                    <a:pt x="5811418" y="155651"/>
                  </a:lnTo>
                  <a:lnTo>
                    <a:pt x="5829820" y="120980"/>
                  </a:lnTo>
                  <a:lnTo>
                    <a:pt x="5833554" y="96113"/>
                  </a:lnTo>
                  <a:lnTo>
                    <a:pt x="5832741" y="83705"/>
                  </a:lnTo>
                  <a:lnTo>
                    <a:pt x="5830278" y="72009"/>
                  </a:lnTo>
                  <a:lnTo>
                    <a:pt x="5826176" y="61048"/>
                  </a:lnTo>
                  <a:lnTo>
                    <a:pt x="5824550" y="58153"/>
                  </a:lnTo>
                  <a:lnTo>
                    <a:pt x="5820422" y="50800"/>
                  </a:lnTo>
                  <a:lnTo>
                    <a:pt x="5783631" y="19913"/>
                  </a:lnTo>
                  <a:lnTo>
                    <a:pt x="5743714" y="9359"/>
                  </a:lnTo>
                  <a:lnTo>
                    <a:pt x="5728347" y="8661"/>
                  </a:lnTo>
                  <a:lnTo>
                    <a:pt x="5713361" y="9385"/>
                  </a:lnTo>
                  <a:lnTo>
                    <a:pt x="5673801" y="20345"/>
                  </a:lnTo>
                  <a:lnTo>
                    <a:pt x="5636996" y="53390"/>
                  </a:lnTo>
                  <a:lnTo>
                    <a:pt x="5624690" y="89738"/>
                  </a:lnTo>
                  <a:lnTo>
                    <a:pt x="5623865" y="103759"/>
                  </a:lnTo>
                  <a:lnTo>
                    <a:pt x="5683186" y="103759"/>
                  </a:lnTo>
                  <a:lnTo>
                    <a:pt x="5683186" y="94335"/>
                  </a:lnTo>
                  <a:lnTo>
                    <a:pt x="5685002" y="86207"/>
                  </a:lnTo>
                  <a:lnTo>
                    <a:pt x="5692318" y="72542"/>
                  </a:lnTo>
                  <a:lnTo>
                    <a:pt x="5697512" y="67297"/>
                  </a:lnTo>
                  <a:lnTo>
                    <a:pt x="5710987" y="59982"/>
                  </a:lnTo>
                  <a:lnTo>
                    <a:pt x="5718873" y="58153"/>
                  </a:lnTo>
                  <a:lnTo>
                    <a:pt x="5736577" y="58153"/>
                  </a:lnTo>
                  <a:lnTo>
                    <a:pt x="5744324" y="59893"/>
                  </a:lnTo>
                  <a:lnTo>
                    <a:pt x="5751157" y="63347"/>
                  </a:lnTo>
                  <a:lnTo>
                    <a:pt x="5757989" y="66725"/>
                  </a:lnTo>
                  <a:lnTo>
                    <a:pt x="5763374" y="71577"/>
                  </a:lnTo>
                  <a:lnTo>
                    <a:pt x="5767324" y="77927"/>
                  </a:lnTo>
                  <a:lnTo>
                    <a:pt x="5771261" y="84188"/>
                  </a:lnTo>
                  <a:lnTo>
                    <a:pt x="5773229" y="91643"/>
                  </a:lnTo>
                  <a:lnTo>
                    <a:pt x="5773229" y="108089"/>
                  </a:lnTo>
                  <a:lnTo>
                    <a:pt x="5754471" y="142443"/>
                  </a:lnTo>
                  <a:lnTo>
                    <a:pt x="5626747" y="263232"/>
                  </a:lnTo>
                  <a:lnTo>
                    <a:pt x="5626747" y="308267"/>
                  </a:lnTo>
                  <a:lnTo>
                    <a:pt x="5837453" y="308267"/>
                  </a:lnTo>
                  <a:lnTo>
                    <a:pt x="5837453" y="257175"/>
                  </a:lnTo>
                  <a:close/>
                </a:path>
                <a:path w="7954009" h="389254">
                  <a:moveTo>
                    <a:pt x="6101092" y="209689"/>
                  </a:moveTo>
                  <a:lnTo>
                    <a:pt x="6094412" y="170776"/>
                  </a:lnTo>
                  <a:lnTo>
                    <a:pt x="6088558" y="158597"/>
                  </a:lnTo>
                  <a:lnTo>
                    <a:pt x="6082500" y="149085"/>
                  </a:lnTo>
                  <a:lnTo>
                    <a:pt x="6074791" y="139877"/>
                  </a:lnTo>
                  <a:lnTo>
                    <a:pt x="6072530" y="137820"/>
                  </a:lnTo>
                  <a:lnTo>
                    <a:pt x="6065977" y="131838"/>
                  </a:lnTo>
                  <a:lnTo>
                    <a:pt x="6021425" y="113207"/>
                  </a:lnTo>
                  <a:lnTo>
                    <a:pt x="6008433" y="112420"/>
                  </a:lnTo>
                  <a:lnTo>
                    <a:pt x="5998934" y="112877"/>
                  </a:lnTo>
                  <a:lnTo>
                    <a:pt x="5959475" y="127787"/>
                  </a:lnTo>
                  <a:lnTo>
                    <a:pt x="5949696" y="137820"/>
                  </a:lnTo>
                  <a:lnTo>
                    <a:pt x="5947969" y="137820"/>
                  </a:lnTo>
                  <a:lnTo>
                    <a:pt x="5955614" y="63792"/>
                  </a:lnTo>
                  <a:lnTo>
                    <a:pt x="6084786" y="63792"/>
                  </a:lnTo>
                  <a:lnTo>
                    <a:pt x="6084786" y="12700"/>
                  </a:lnTo>
                  <a:lnTo>
                    <a:pt x="5904090" y="12700"/>
                  </a:lnTo>
                  <a:lnTo>
                    <a:pt x="5890095" y="168567"/>
                  </a:lnTo>
                  <a:lnTo>
                    <a:pt x="5945657" y="178523"/>
                  </a:lnTo>
                  <a:lnTo>
                    <a:pt x="5950178" y="172364"/>
                  </a:lnTo>
                  <a:lnTo>
                    <a:pt x="5956478" y="167500"/>
                  </a:lnTo>
                  <a:lnTo>
                    <a:pt x="5989815" y="158597"/>
                  </a:lnTo>
                  <a:lnTo>
                    <a:pt x="5997041" y="159080"/>
                  </a:lnTo>
                  <a:lnTo>
                    <a:pt x="6030709" y="178269"/>
                  </a:lnTo>
                  <a:lnTo>
                    <a:pt x="6040907" y="211277"/>
                  </a:lnTo>
                  <a:lnTo>
                    <a:pt x="6040501" y="218706"/>
                  </a:lnTo>
                  <a:lnTo>
                    <a:pt x="6022048" y="253098"/>
                  </a:lnTo>
                  <a:lnTo>
                    <a:pt x="5990691" y="263232"/>
                  </a:lnTo>
                  <a:lnTo>
                    <a:pt x="5981763" y="262559"/>
                  </a:lnTo>
                  <a:lnTo>
                    <a:pt x="5948477" y="240245"/>
                  </a:lnTo>
                  <a:lnTo>
                    <a:pt x="5944362" y="224701"/>
                  </a:lnTo>
                  <a:lnTo>
                    <a:pt x="5883745" y="224701"/>
                  </a:lnTo>
                  <a:lnTo>
                    <a:pt x="5898324" y="270014"/>
                  </a:lnTo>
                  <a:lnTo>
                    <a:pt x="5936132" y="301040"/>
                  </a:lnTo>
                  <a:lnTo>
                    <a:pt x="5975807" y="311594"/>
                  </a:lnTo>
                  <a:lnTo>
                    <a:pt x="5990691" y="312305"/>
                  </a:lnTo>
                  <a:lnTo>
                    <a:pt x="6006630" y="311480"/>
                  </a:lnTo>
                  <a:lnTo>
                    <a:pt x="6048413" y="299173"/>
                  </a:lnTo>
                  <a:lnTo>
                    <a:pt x="6079617" y="273735"/>
                  </a:lnTo>
                  <a:lnTo>
                    <a:pt x="6086932" y="263232"/>
                  </a:lnTo>
                  <a:lnTo>
                    <a:pt x="6087237" y="262801"/>
                  </a:lnTo>
                  <a:lnTo>
                    <a:pt x="6093345" y="250774"/>
                  </a:lnTo>
                  <a:lnTo>
                    <a:pt x="6097702" y="237909"/>
                  </a:lnTo>
                  <a:lnTo>
                    <a:pt x="6100280" y="224218"/>
                  </a:lnTo>
                  <a:lnTo>
                    <a:pt x="6101092" y="209689"/>
                  </a:lnTo>
                  <a:close/>
                </a:path>
                <a:path w="7954009" h="389254">
                  <a:moveTo>
                    <a:pt x="7067842" y="100152"/>
                  </a:moveTo>
                  <a:lnTo>
                    <a:pt x="7060781" y="59893"/>
                  </a:lnTo>
                  <a:lnTo>
                    <a:pt x="7030339" y="19812"/>
                  </a:lnTo>
                  <a:lnTo>
                    <a:pt x="7003478" y="6273"/>
                  </a:lnTo>
                  <a:lnTo>
                    <a:pt x="7003478" y="100152"/>
                  </a:lnTo>
                  <a:lnTo>
                    <a:pt x="7003110" y="107238"/>
                  </a:lnTo>
                  <a:lnTo>
                    <a:pt x="6979958" y="143446"/>
                  </a:lnTo>
                  <a:lnTo>
                    <a:pt x="6950227" y="149656"/>
                  </a:lnTo>
                  <a:lnTo>
                    <a:pt x="6907797" y="149656"/>
                  </a:lnTo>
                  <a:lnTo>
                    <a:pt x="6907797" y="51079"/>
                  </a:lnTo>
                  <a:lnTo>
                    <a:pt x="6949935" y="51079"/>
                  </a:lnTo>
                  <a:lnTo>
                    <a:pt x="6987845" y="61328"/>
                  </a:lnTo>
                  <a:lnTo>
                    <a:pt x="7003478" y="100152"/>
                  </a:lnTo>
                  <a:lnTo>
                    <a:pt x="7003478" y="6273"/>
                  </a:lnTo>
                  <a:lnTo>
                    <a:pt x="6993052" y="3213"/>
                  </a:lnTo>
                  <a:lnTo>
                    <a:pt x="6978104" y="800"/>
                  </a:lnTo>
                  <a:lnTo>
                    <a:pt x="6961911" y="0"/>
                  </a:lnTo>
                  <a:lnTo>
                    <a:pt x="6845300" y="0"/>
                  </a:lnTo>
                  <a:lnTo>
                    <a:pt x="6845300" y="295554"/>
                  </a:lnTo>
                  <a:lnTo>
                    <a:pt x="6907797" y="295554"/>
                  </a:lnTo>
                  <a:lnTo>
                    <a:pt x="6907797" y="199732"/>
                  </a:lnTo>
                  <a:lnTo>
                    <a:pt x="6960324" y="199732"/>
                  </a:lnTo>
                  <a:lnTo>
                    <a:pt x="7005726" y="192671"/>
                  </a:lnTo>
                  <a:lnTo>
                    <a:pt x="7039597" y="172135"/>
                  </a:lnTo>
                  <a:lnTo>
                    <a:pt x="7064667" y="127863"/>
                  </a:lnTo>
                  <a:lnTo>
                    <a:pt x="7067042" y="114439"/>
                  </a:lnTo>
                  <a:lnTo>
                    <a:pt x="7067842" y="100152"/>
                  </a:lnTo>
                  <a:close/>
                </a:path>
                <a:path w="7954009" h="389254">
                  <a:moveTo>
                    <a:pt x="7241781" y="72872"/>
                  </a:moveTo>
                  <a:lnTo>
                    <a:pt x="7239089" y="72199"/>
                  </a:lnTo>
                  <a:lnTo>
                    <a:pt x="7235965" y="71678"/>
                  </a:lnTo>
                  <a:lnTo>
                    <a:pt x="7228840" y="70904"/>
                  </a:lnTo>
                  <a:lnTo>
                    <a:pt x="7225525" y="70713"/>
                  </a:lnTo>
                  <a:lnTo>
                    <a:pt x="7222439" y="70713"/>
                  </a:lnTo>
                  <a:lnTo>
                    <a:pt x="7182904" y="87287"/>
                  </a:lnTo>
                  <a:lnTo>
                    <a:pt x="7169188" y="112560"/>
                  </a:lnTo>
                  <a:lnTo>
                    <a:pt x="7166877" y="112560"/>
                  </a:lnTo>
                  <a:lnTo>
                    <a:pt x="7166877" y="73888"/>
                  </a:lnTo>
                  <a:lnTo>
                    <a:pt x="7107275" y="73888"/>
                  </a:lnTo>
                  <a:lnTo>
                    <a:pt x="7107275" y="295554"/>
                  </a:lnTo>
                  <a:lnTo>
                    <a:pt x="7168756" y="295554"/>
                  </a:lnTo>
                  <a:lnTo>
                    <a:pt x="7168756" y="161099"/>
                  </a:lnTo>
                  <a:lnTo>
                    <a:pt x="7170775" y="153123"/>
                  </a:lnTo>
                  <a:lnTo>
                    <a:pt x="7198677" y="126085"/>
                  </a:lnTo>
                  <a:lnTo>
                    <a:pt x="7206755" y="124104"/>
                  </a:lnTo>
                  <a:lnTo>
                    <a:pt x="7220039" y="124104"/>
                  </a:lnTo>
                  <a:lnTo>
                    <a:pt x="7224700" y="124447"/>
                  </a:lnTo>
                  <a:lnTo>
                    <a:pt x="7234898" y="125793"/>
                  </a:lnTo>
                  <a:lnTo>
                    <a:pt x="7238898" y="126568"/>
                  </a:lnTo>
                  <a:lnTo>
                    <a:pt x="7241781" y="127431"/>
                  </a:lnTo>
                  <a:lnTo>
                    <a:pt x="7241781" y="124104"/>
                  </a:lnTo>
                  <a:lnTo>
                    <a:pt x="7241781" y="112560"/>
                  </a:lnTo>
                  <a:lnTo>
                    <a:pt x="7241781" y="72872"/>
                  </a:lnTo>
                  <a:close/>
                </a:path>
                <a:path w="7954009" h="389254">
                  <a:moveTo>
                    <a:pt x="7466012" y="183565"/>
                  </a:moveTo>
                  <a:lnTo>
                    <a:pt x="7461555" y="145199"/>
                  </a:lnTo>
                  <a:lnTo>
                    <a:pt x="7442594" y="106451"/>
                  </a:lnTo>
                  <a:lnTo>
                    <a:pt x="7411872" y="81978"/>
                  </a:lnTo>
                  <a:lnTo>
                    <a:pt x="7408138" y="80403"/>
                  </a:lnTo>
                  <a:lnTo>
                    <a:pt x="7408138" y="153504"/>
                  </a:lnTo>
                  <a:lnTo>
                    <a:pt x="7408138" y="162356"/>
                  </a:lnTo>
                  <a:lnTo>
                    <a:pt x="7315086" y="162356"/>
                  </a:lnTo>
                  <a:lnTo>
                    <a:pt x="7315149" y="155625"/>
                  </a:lnTo>
                  <a:lnTo>
                    <a:pt x="7317219" y="147688"/>
                  </a:lnTo>
                  <a:lnTo>
                    <a:pt x="7321270" y="140563"/>
                  </a:lnTo>
                  <a:lnTo>
                    <a:pt x="7325309" y="133350"/>
                  </a:lnTo>
                  <a:lnTo>
                    <a:pt x="7362825" y="116890"/>
                  </a:lnTo>
                  <a:lnTo>
                    <a:pt x="7371778" y="116890"/>
                  </a:lnTo>
                  <a:lnTo>
                    <a:pt x="7379614" y="118872"/>
                  </a:lnTo>
                  <a:lnTo>
                    <a:pt x="7386358" y="122809"/>
                  </a:lnTo>
                  <a:lnTo>
                    <a:pt x="7393178" y="126657"/>
                  </a:lnTo>
                  <a:lnTo>
                    <a:pt x="7398525" y="132003"/>
                  </a:lnTo>
                  <a:lnTo>
                    <a:pt x="7406221" y="145656"/>
                  </a:lnTo>
                  <a:lnTo>
                    <a:pt x="7408138" y="153504"/>
                  </a:lnTo>
                  <a:lnTo>
                    <a:pt x="7408138" y="80403"/>
                  </a:lnTo>
                  <a:lnTo>
                    <a:pt x="7361822" y="71005"/>
                  </a:lnTo>
                  <a:lnTo>
                    <a:pt x="7346035" y="71907"/>
                  </a:lnTo>
                  <a:lnTo>
                    <a:pt x="7304951" y="85432"/>
                  </a:lnTo>
                  <a:lnTo>
                    <a:pt x="7274890" y="113499"/>
                  </a:lnTo>
                  <a:lnTo>
                    <a:pt x="7257618" y="153619"/>
                  </a:lnTo>
                  <a:lnTo>
                    <a:pt x="7254303" y="185737"/>
                  </a:lnTo>
                  <a:lnTo>
                    <a:pt x="7255129" y="202679"/>
                  </a:lnTo>
                  <a:lnTo>
                    <a:pt x="7267575" y="246494"/>
                  </a:lnTo>
                  <a:lnTo>
                    <a:pt x="7293826" y="278320"/>
                  </a:lnTo>
                  <a:lnTo>
                    <a:pt x="7332446" y="296430"/>
                  </a:lnTo>
                  <a:lnTo>
                    <a:pt x="7364273" y="299885"/>
                  </a:lnTo>
                  <a:lnTo>
                    <a:pt x="7377570" y="299364"/>
                  </a:lnTo>
                  <a:lnTo>
                    <a:pt x="7422667" y="286842"/>
                  </a:lnTo>
                  <a:lnTo>
                    <a:pt x="7453109" y="259880"/>
                  </a:lnTo>
                  <a:lnTo>
                    <a:pt x="7464717" y="232054"/>
                  </a:lnTo>
                  <a:lnTo>
                    <a:pt x="7407859" y="228307"/>
                  </a:lnTo>
                  <a:lnTo>
                    <a:pt x="7405738" y="233883"/>
                  </a:lnTo>
                  <a:lnTo>
                    <a:pt x="7402665" y="238607"/>
                  </a:lnTo>
                  <a:lnTo>
                    <a:pt x="7394575" y="246303"/>
                  </a:lnTo>
                  <a:lnTo>
                    <a:pt x="7389723" y="249186"/>
                  </a:lnTo>
                  <a:lnTo>
                    <a:pt x="7378370" y="253034"/>
                  </a:lnTo>
                  <a:lnTo>
                    <a:pt x="7372109" y="254000"/>
                  </a:lnTo>
                  <a:lnTo>
                    <a:pt x="7365276" y="254000"/>
                  </a:lnTo>
                  <a:lnTo>
                    <a:pt x="7328586" y="239636"/>
                  </a:lnTo>
                  <a:lnTo>
                    <a:pt x="7315060" y="200456"/>
                  </a:lnTo>
                  <a:lnTo>
                    <a:pt x="7466012" y="200456"/>
                  </a:lnTo>
                  <a:lnTo>
                    <a:pt x="7466012" y="183565"/>
                  </a:lnTo>
                  <a:close/>
                </a:path>
                <a:path w="7954009" h="389254">
                  <a:moveTo>
                    <a:pt x="7705293" y="155854"/>
                  </a:moveTo>
                  <a:lnTo>
                    <a:pt x="7703934" y="143433"/>
                  </a:lnTo>
                  <a:lnTo>
                    <a:pt x="7701140" y="131826"/>
                  </a:lnTo>
                  <a:lnTo>
                    <a:pt x="7696936" y="121056"/>
                  </a:lnTo>
                  <a:lnTo>
                    <a:pt x="7695717" y="118910"/>
                  </a:lnTo>
                  <a:lnTo>
                    <a:pt x="7691298" y="111125"/>
                  </a:lnTo>
                  <a:lnTo>
                    <a:pt x="7656804" y="81534"/>
                  </a:lnTo>
                  <a:lnTo>
                    <a:pt x="7606004" y="71005"/>
                  </a:lnTo>
                  <a:lnTo>
                    <a:pt x="7589774" y="71907"/>
                  </a:lnTo>
                  <a:lnTo>
                    <a:pt x="7547991" y="85572"/>
                  </a:lnTo>
                  <a:lnTo>
                    <a:pt x="7517651" y="113639"/>
                  </a:lnTo>
                  <a:lnTo>
                    <a:pt x="7500467" y="153619"/>
                  </a:lnTo>
                  <a:lnTo>
                    <a:pt x="7497191" y="185585"/>
                  </a:lnTo>
                  <a:lnTo>
                    <a:pt x="7498004" y="201917"/>
                  </a:lnTo>
                  <a:lnTo>
                    <a:pt x="7510183" y="245046"/>
                  </a:lnTo>
                  <a:lnTo>
                    <a:pt x="7536205" y="277469"/>
                  </a:lnTo>
                  <a:lnTo>
                    <a:pt x="7574610" y="296278"/>
                  </a:lnTo>
                  <a:lnTo>
                    <a:pt x="7590828" y="299046"/>
                  </a:lnTo>
                  <a:lnTo>
                    <a:pt x="7585367" y="323697"/>
                  </a:lnTo>
                  <a:lnTo>
                    <a:pt x="7595375" y="324954"/>
                  </a:lnTo>
                  <a:lnTo>
                    <a:pt x="7602728" y="327113"/>
                  </a:lnTo>
                  <a:lnTo>
                    <a:pt x="7612164" y="333273"/>
                  </a:lnTo>
                  <a:lnTo>
                    <a:pt x="7614425" y="337743"/>
                  </a:lnTo>
                  <a:lnTo>
                    <a:pt x="7614234" y="343623"/>
                  </a:lnTo>
                  <a:lnTo>
                    <a:pt x="7574978" y="361657"/>
                  </a:lnTo>
                  <a:lnTo>
                    <a:pt x="7575550" y="389077"/>
                  </a:lnTo>
                  <a:lnTo>
                    <a:pt x="7620800" y="381850"/>
                  </a:lnTo>
                  <a:lnTo>
                    <a:pt x="7650556" y="352234"/>
                  </a:lnTo>
                  <a:lnTo>
                    <a:pt x="7651750" y="342036"/>
                  </a:lnTo>
                  <a:lnTo>
                    <a:pt x="7651089" y="334848"/>
                  </a:lnTo>
                  <a:lnTo>
                    <a:pt x="7617841" y="306959"/>
                  </a:lnTo>
                  <a:lnTo>
                    <a:pt x="7619136" y="299885"/>
                  </a:lnTo>
                  <a:lnTo>
                    <a:pt x="7619251" y="299275"/>
                  </a:lnTo>
                  <a:lnTo>
                    <a:pt x="7620584" y="299212"/>
                  </a:lnTo>
                  <a:lnTo>
                    <a:pt x="7633894" y="297180"/>
                  </a:lnTo>
                  <a:lnTo>
                    <a:pt x="7676832" y="276148"/>
                  </a:lnTo>
                  <a:lnTo>
                    <a:pt x="7695717" y="251256"/>
                  </a:lnTo>
                  <a:lnTo>
                    <a:pt x="7696962" y="248996"/>
                  </a:lnTo>
                  <a:lnTo>
                    <a:pt x="7701115" y="238188"/>
                  </a:lnTo>
                  <a:lnTo>
                    <a:pt x="7703883" y="226631"/>
                  </a:lnTo>
                  <a:lnTo>
                    <a:pt x="7705293" y="214312"/>
                  </a:lnTo>
                  <a:lnTo>
                    <a:pt x="7647279" y="214312"/>
                  </a:lnTo>
                  <a:lnTo>
                    <a:pt x="7646124" y="222097"/>
                  </a:lnTo>
                  <a:lnTo>
                    <a:pt x="7643673" y="228790"/>
                  </a:lnTo>
                  <a:lnTo>
                    <a:pt x="7639913" y="234365"/>
                  </a:lnTo>
                  <a:lnTo>
                    <a:pt x="7636269" y="239852"/>
                  </a:lnTo>
                  <a:lnTo>
                    <a:pt x="7631595" y="244043"/>
                  </a:lnTo>
                  <a:lnTo>
                    <a:pt x="7625918" y="246926"/>
                  </a:lnTo>
                  <a:lnTo>
                    <a:pt x="7620343" y="249809"/>
                  </a:lnTo>
                  <a:lnTo>
                    <a:pt x="7614044" y="251256"/>
                  </a:lnTo>
                  <a:lnTo>
                    <a:pt x="7607020" y="251256"/>
                  </a:lnTo>
                  <a:lnTo>
                    <a:pt x="7600099" y="250774"/>
                  </a:lnTo>
                  <a:lnTo>
                    <a:pt x="7568705" y="227799"/>
                  </a:lnTo>
                  <a:lnTo>
                    <a:pt x="7559675" y="184721"/>
                  </a:lnTo>
                  <a:lnTo>
                    <a:pt x="7560043" y="174650"/>
                  </a:lnTo>
                  <a:lnTo>
                    <a:pt x="7572667" y="136131"/>
                  </a:lnTo>
                  <a:lnTo>
                    <a:pt x="7607020" y="118910"/>
                  </a:lnTo>
                  <a:lnTo>
                    <a:pt x="7615047" y="119557"/>
                  </a:lnTo>
                  <a:lnTo>
                    <a:pt x="7645552" y="147967"/>
                  </a:lnTo>
                  <a:lnTo>
                    <a:pt x="7647279" y="155854"/>
                  </a:lnTo>
                  <a:lnTo>
                    <a:pt x="7705293" y="155854"/>
                  </a:lnTo>
                  <a:close/>
                </a:path>
                <a:path w="7954009" h="389254">
                  <a:moveTo>
                    <a:pt x="7953921" y="185585"/>
                  </a:moveTo>
                  <a:lnTo>
                    <a:pt x="7946453" y="138938"/>
                  </a:lnTo>
                  <a:lnTo>
                    <a:pt x="7924546" y="102603"/>
                  </a:lnTo>
                  <a:lnTo>
                    <a:pt x="7891424" y="79806"/>
                  </a:lnTo>
                  <a:lnTo>
                    <a:pt x="7891424" y="185153"/>
                  </a:lnTo>
                  <a:lnTo>
                    <a:pt x="7891094" y="194564"/>
                  </a:lnTo>
                  <a:lnTo>
                    <a:pt x="7879626" y="233210"/>
                  </a:lnTo>
                  <a:lnTo>
                    <a:pt x="7845107" y="252260"/>
                  </a:lnTo>
                  <a:lnTo>
                    <a:pt x="7837691" y="251726"/>
                  </a:lnTo>
                  <a:lnTo>
                    <a:pt x="7806385" y="226834"/>
                  </a:lnTo>
                  <a:lnTo>
                    <a:pt x="7798194" y="185153"/>
                  </a:lnTo>
                  <a:lnTo>
                    <a:pt x="7798524" y="175755"/>
                  </a:lnTo>
                  <a:lnTo>
                    <a:pt x="7809992" y="137096"/>
                  </a:lnTo>
                  <a:lnTo>
                    <a:pt x="7845107" y="117906"/>
                  </a:lnTo>
                  <a:lnTo>
                    <a:pt x="7852435" y="118452"/>
                  </a:lnTo>
                  <a:lnTo>
                    <a:pt x="7883182" y="143484"/>
                  </a:lnTo>
                  <a:lnTo>
                    <a:pt x="7891424" y="185153"/>
                  </a:lnTo>
                  <a:lnTo>
                    <a:pt x="7891424" y="79806"/>
                  </a:lnTo>
                  <a:lnTo>
                    <a:pt x="7890053" y="79121"/>
                  </a:lnTo>
                  <a:lnTo>
                    <a:pt x="7876133" y="74612"/>
                  </a:lnTo>
                  <a:lnTo>
                    <a:pt x="7861046" y="71907"/>
                  </a:lnTo>
                  <a:lnTo>
                    <a:pt x="7844815" y="71005"/>
                  </a:lnTo>
                  <a:lnTo>
                    <a:pt x="7828572" y="71907"/>
                  </a:lnTo>
                  <a:lnTo>
                    <a:pt x="7786649" y="85432"/>
                  </a:lnTo>
                  <a:lnTo>
                    <a:pt x="7756322" y="113360"/>
                  </a:lnTo>
                  <a:lnTo>
                    <a:pt x="7739024" y="153403"/>
                  </a:lnTo>
                  <a:lnTo>
                    <a:pt x="7735710" y="185585"/>
                  </a:lnTo>
                  <a:lnTo>
                    <a:pt x="7736535" y="202107"/>
                  </a:lnTo>
                  <a:lnTo>
                    <a:pt x="7748981" y="245478"/>
                  </a:lnTo>
                  <a:lnTo>
                    <a:pt x="7775156" y="277685"/>
                  </a:lnTo>
                  <a:lnTo>
                    <a:pt x="7813459" y="296316"/>
                  </a:lnTo>
                  <a:lnTo>
                    <a:pt x="7844815" y="299885"/>
                  </a:lnTo>
                  <a:lnTo>
                    <a:pt x="7861046" y="298996"/>
                  </a:lnTo>
                  <a:lnTo>
                    <a:pt x="7902829" y="285597"/>
                  </a:lnTo>
                  <a:lnTo>
                    <a:pt x="7933296" y="257619"/>
                  </a:lnTo>
                  <a:lnTo>
                    <a:pt x="7936535" y="252260"/>
                  </a:lnTo>
                  <a:lnTo>
                    <a:pt x="7940637" y="245478"/>
                  </a:lnTo>
                  <a:lnTo>
                    <a:pt x="7946453" y="232054"/>
                  </a:lnTo>
                  <a:lnTo>
                    <a:pt x="7950594" y="217589"/>
                  </a:lnTo>
                  <a:lnTo>
                    <a:pt x="7953083" y="202107"/>
                  </a:lnTo>
                  <a:lnTo>
                    <a:pt x="7953921" y="185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3" name="object 23"/>
            <p:cNvSpPr/>
            <p:nvPr/>
          </p:nvSpPr>
          <p:spPr>
            <a:xfrm>
              <a:off x="5397500" y="2959099"/>
              <a:ext cx="4203700" cy="4279900"/>
            </a:xfrm>
            <a:custGeom>
              <a:avLst/>
              <a:gdLst/>
              <a:ahLst/>
              <a:cxnLst/>
              <a:rect l="l" t="t" r="r" b="b"/>
              <a:pathLst>
                <a:path w="4203700" h="4279900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4279900"/>
                  </a:lnTo>
                  <a:lnTo>
                    <a:pt x="6350" y="4279900"/>
                  </a:lnTo>
                  <a:lnTo>
                    <a:pt x="12700" y="4279900"/>
                  </a:lnTo>
                  <a:lnTo>
                    <a:pt x="12700" y="0"/>
                  </a:lnTo>
                  <a:close/>
                </a:path>
                <a:path w="4203700" h="4279900">
                  <a:moveTo>
                    <a:pt x="2362200" y="0"/>
                  </a:moveTo>
                  <a:lnTo>
                    <a:pt x="2355850" y="0"/>
                  </a:lnTo>
                  <a:lnTo>
                    <a:pt x="2349500" y="0"/>
                  </a:lnTo>
                  <a:lnTo>
                    <a:pt x="2349500" y="4279900"/>
                  </a:lnTo>
                  <a:lnTo>
                    <a:pt x="2355850" y="4279900"/>
                  </a:lnTo>
                  <a:lnTo>
                    <a:pt x="2362200" y="4279900"/>
                  </a:lnTo>
                  <a:lnTo>
                    <a:pt x="2362200" y="0"/>
                  </a:lnTo>
                  <a:close/>
                </a:path>
                <a:path w="4203700" h="4279900">
                  <a:moveTo>
                    <a:pt x="4203700" y="0"/>
                  </a:moveTo>
                  <a:lnTo>
                    <a:pt x="4197350" y="0"/>
                  </a:lnTo>
                  <a:lnTo>
                    <a:pt x="4191000" y="0"/>
                  </a:lnTo>
                  <a:lnTo>
                    <a:pt x="4191000" y="4279900"/>
                  </a:lnTo>
                  <a:lnTo>
                    <a:pt x="4197350" y="4279900"/>
                  </a:lnTo>
                  <a:lnTo>
                    <a:pt x="4203700" y="4279900"/>
                  </a:lnTo>
                  <a:lnTo>
                    <a:pt x="4203700" y="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4" name="object 24"/>
            <p:cNvSpPr/>
            <p:nvPr/>
          </p:nvSpPr>
          <p:spPr>
            <a:xfrm>
              <a:off x="2900894" y="4393189"/>
              <a:ext cx="1751330" cy="365125"/>
            </a:xfrm>
            <a:custGeom>
              <a:avLst/>
              <a:gdLst/>
              <a:ahLst/>
              <a:cxnLst/>
              <a:rect l="l" t="t" r="r" b="b"/>
              <a:pathLst>
                <a:path w="1751329" h="365125">
                  <a:moveTo>
                    <a:pt x="96548" y="95249"/>
                  </a:moveTo>
                  <a:lnTo>
                    <a:pt x="69705" y="95249"/>
                  </a:lnTo>
                  <a:lnTo>
                    <a:pt x="69705" y="293110"/>
                  </a:lnTo>
                  <a:lnTo>
                    <a:pt x="96548" y="293110"/>
                  </a:lnTo>
                  <a:lnTo>
                    <a:pt x="96548" y="95249"/>
                  </a:lnTo>
                  <a:close/>
                </a:path>
                <a:path w="1751329" h="365125">
                  <a:moveTo>
                    <a:pt x="166254" y="71437"/>
                  </a:moveTo>
                  <a:lnTo>
                    <a:pt x="0" y="71437"/>
                  </a:lnTo>
                  <a:lnTo>
                    <a:pt x="0" y="95249"/>
                  </a:lnTo>
                  <a:lnTo>
                    <a:pt x="166254" y="95249"/>
                  </a:lnTo>
                  <a:lnTo>
                    <a:pt x="166254" y="71437"/>
                  </a:lnTo>
                  <a:close/>
                </a:path>
                <a:path w="1751329" h="365125">
                  <a:moveTo>
                    <a:pt x="287644" y="68406"/>
                  </a:moveTo>
                  <a:lnTo>
                    <a:pt x="248637" y="76200"/>
                  </a:lnTo>
                  <a:lnTo>
                    <a:pt x="217478" y="99038"/>
                  </a:lnTo>
                  <a:lnTo>
                    <a:pt x="196919" y="135027"/>
                  </a:lnTo>
                  <a:lnTo>
                    <a:pt x="189796" y="182273"/>
                  </a:lnTo>
                  <a:lnTo>
                    <a:pt x="190587" y="199213"/>
                  </a:lnTo>
                  <a:lnTo>
                    <a:pt x="202460" y="242887"/>
                  </a:lnTo>
                  <a:lnTo>
                    <a:pt x="226753" y="274628"/>
                  </a:lnTo>
                  <a:lnTo>
                    <a:pt x="260855" y="292677"/>
                  </a:lnTo>
                  <a:lnTo>
                    <a:pt x="287644" y="296140"/>
                  </a:lnTo>
                  <a:lnTo>
                    <a:pt x="295904" y="295836"/>
                  </a:lnTo>
                  <a:lnTo>
                    <a:pt x="333239" y="285289"/>
                  </a:lnTo>
                  <a:lnTo>
                    <a:pt x="352641" y="271029"/>
                  </a:lnTo>
                  <a:lnTo>
                    <a:pt x="287644" y="271029"/>
                  </a:lnTo>
                  <a:lnTo>
                    <a:pt x="277814" y="270393"/>
                  </a:lnTo>
                  <a:lnTo>
                    <a:pt x="236582" y="248272"/>
                  </a:lnTo>
                  <a:lnTo>
                    <a:pt x="218154" y="208819"/>
                  </a:lnTo>
                  <a:lnTo>
                    <a:pt x="215773" y="182273"/>
                  </a:lnTo>
                  <a:lnTo>
                    <a:pt x="216369" y="168439"/>
                  </a:lnTo>
                  <a:lnTo>
                    <a:pt x="230528" y="124372"/>
                  </a:lnTo>
                  <a:lnTo>
                    <a:pt x="259576" y="99241"/>
                  </a:lnTo>
                  <a:lnTo>
                    <a:pt x="287644" y="93518"/>
                  </a:lnTo>
                  <a:lnTo>
                    <a:pt x="352588" y="93518"/>
                  </a:lnTo>
                  <a:lnTo>
                    <a:pt x="351586" y="92476"/>
                  </a:lnTo>
                  <a:lnTo>
                    <a:pt x="311652" y="71146"/>
                  </a:lnTo>
                  <a:lnTo>
                    <a:pt x="295904" y="68711"/>
                  </a:lnTo>
                  <a:lnTo>
                    <a:pt x="287644" y="68406"/>
                  </a:lnTo>
                  <a:close/>
                </a:path>
                <a:path w="1751329" h="365125">
                  <a:moveTo>
                    <a:pt x="376832" y="223837"/>
                  </a:moveTo>
                  <a:lnTo>
                    <a:pt x="349989" y="223837"/>
                  </a:lnTo>
                  <a:lnTo>
                    <a:pt x="348402" y="231486"/>
                  </a:lnTo>
                  <a:lnTo>
                    <a:pt x="345624" y="238269"/>
                  </a:lnTo>
                  <a:lnTo>
                    <a:pt x="315641" y="265978"/>
                  </a:lnTo>
                  <a:lnTo>
                    <a:pt x="295004" y="271029"/>
                  </a:lnTo>
                  <a:lnTo>
                    <a:pt x="352641" y="271029"/>
                  </a:lnTo>
                  <a:lnTo>
                    <a:pt x="375006" y="232110"/>
                  </a:lnTo>
                  <a:lnTo>
                    <a:pt x="376832" y="223837"/>
                  </a:lnTo>
                  <a:close/>
                </a:path>
                <a:path w="1751329" h="365125">
                  <a:moveTo>
                    <a:pt x="352588" y="93518"/>
                  </a:moveTo>
                  <a:lnTo>
                    <a:pt x="295004" y="93518"/>
                  </a:lnTo>
                  <a:lnTo>
                    <a:pt x="302076" y="94528"/>
                  </a:lnTo>
                  <a:lnTo>
                    <a:pt x="315641" y="98569"/>
                  </a:lnTo>
                  <a:lnTo>
                    <a:pt x="321811" y="101599"/>
                  </a:lnTo>
                  <a:lnTo>
                    <a:pt x="327367" y="105640"/>
                  </a:lnTo>
                  <a:lnTo>
                    <a:pt x="333004" y="109618"/>
                  </a:lnTo>
                  <a:lnTo>
                    <a:pt x="337758" y="114516"/>
                  </a:lnTo>
                  <a:lnTo>
                    <a:pt x="341655" y="120361"/>
                  </a:lnTo>
                  <a:lnTo>
                    <a:pt x="345624" y="126206"/>
                  </a:lnTo>
                  <a:lnTo>
                    <a:pt x="348402" y="132989"/>
                  </a:lnTo>
                  <a:lnTo>
                    <a:pt x="349989" y="140710"/>
                  </a:lnTo>
                  <a:lnTo>
                    <a:pt x="376832" y="140710"/>
                  </a:lnTo>
                  <a:lnTo>
                    <a:pt x="361544" y="103841"/>
                  </a:lnTo>
                  <a:lnTo>
                    <a:pt x="356808" y="97901"/>
                  </a:lnTo>
                  <a:lnTo>
                    <a:pt x="352588" y="93518"/>
                  </a:lnTo>
                  <a:close/>
                </a:path>
                <a:path w="1751329" h="365125">
                  <a:moveTo>
                    <a:pt x="539704" y="0"/>
                  </a:moveTo>
                  <a:lnTo>
                    <a:pt x="518057" y="0"/>
                  </a:lnTo>
                  <a:lnTo>
                    <a:pt x="518057" y="364547"/>
                  </a:lnTo>
                  <a:lnTo>
                    <a:pt x="539704" y="364547"/>
                  </a:lnTo>
                  <a:lnTo>
                    <a:pt x="539704" y="0"/>
                  </a:lnTo>
                  <a:close/>
                </a:path>
                <a:path w="1751329" h="365125">
                  <a:moveTo>
                    <a:pt x="795716" y="71437"/>
                  </a:moveTo>
                  <a:lnTo>
                    <a:pt x="786624" y="71437"/>
                  </a:lnTo>
                  <a:lnTo>
                    <a:pt x="786624" y="293110"/>
                  </a:lnTo>
                  <a:lnTo>
                    <a:pt x="812168" y="293110"/>
                  </a:lnTo>
                  <a:lnTo>
                    <a:pt x="812168" y="105640"/>
                  </a:lnTo>
                  <a:lnTo>
                    <a:pt x="795716" y="105640"/>
                  </a:lnTo>
                  <a:lnTo>
                    <a:pt x="795716" y="71437"/>
                  </a:lnTo>
                  <a:close/>
                </a:path>
                <a:path w="1751329" h="365125">
                  <a:moveTo>
                    <a:pt x="786624" y="71437"/>
                  </a:moveTo>
                  <a:lnTo>
                    <a:pt x="779697" y="71437"/>
                  </a:lnTo>
                  <a:lnTo>
                    <a:pt x="682282" y="225569"/>
                  </a:lnTo>
                  <a:lnTo>
                    <a:pt x="682282" y="247649"/>
                  </a:lnTo>
                  <a:lnTo>
                    <a:pt x="786624" y="247649"/>
                  </a:lnTo>
                  <a:lnTo>
                    <a:pt x="786624" y="223837"/>
                  </a:lnTo>
                  <a:lnTo>
                    <a:pt x="711290" y="223837"/>
                  </a:lnTo>
                  <a:lnTo>
                    <a:pt x="711290" y="222105"/>
                  </a:lnTo>
                  <a:lnTo>
                    <a:pt x="784892" y="105640"/>
                  </a:lnTo>
                  <a:lnTo>
                    <a:pt x="786624" y="105640"/>
                  </a:lnTo>
                  <a:lnTo>
                    <a:pt x="786624" y="71437"/>
                  </a:lnTo>
                  <a:close/>
                </a:path>
                <a:path w="1751329" h="365125">
                  <a:moveTo>
                    <a:pt x="842475" y="223837"/>
                  </a:moveTo>
                  <a:lnTo>
                    <a:pt x="812168" y="223837"/>
                  </a:lnTo>
                  <a:lnTo>
                    <a:pt x="812168" y="247649"/>
                  </a:lnTo>
                  <a:lnTo>
                    <a:pt x="842475" y="247649"/>
                  </a:lnTo>
                  <a:lnTo>
                    <a:pt x="842475" y="223837"/>
                  </a:lnTo>
                  <a:close/>
                </a:path>
                <a:path w="1751329" h="365125">
                  <a:moveTo>
                    <a:pt x="812168" y="71437"/>
                  </a:moveTo>
                  <a:lnTo>
                    <a:pt x="795716" y="71437"/>
                  </a:lnTo>
                  <a:lnTo>
                    <a:pt x="795716" y="105640"/>
                  </a:lnTo>
                  <a:lnTo>
                    <a:pt x="812168" y="105640"/>
                  </a:lnTo>
                  <a:lnTo>
                    <a:pt x="812168" y="71437"/>
                  </a:lnTo>
                  <a:close/>
                </a:path>
                <a:path w="1751329" h="365125">
                  <a:moveTo>
                    <a:pt x="944084" y="184005"/>
                  </a:moveTo>
                  <a:lnTo>
                    <a:pt x="891263" y="236826"/>
                  </a:lnTo>
                  <a:lnTo>
                    <a:pt x="907716" y="253278"/>
                  </a:lnTo>
                  <a:lnTo>
                    <a:pt x="960536" y="200457"/>
                  </a:lnTo>
                  <a:lnTo>
                    <a:pt x="944084" y="184005"/>
                  </a:lnTo>
                  <a:close/>
                </a:path>
                <a:path w="1751329" h="365125">
                  <a:moveTo>
                    <a:pt x="976989" y="184005"/>
                  </a:moveTo>
                  <a:lnTo>
                    <a:pt x="960536" y="200457"/>
                  </a:lnTo>
                  <a:lnTo>
                    <a:pt x="1013357" y="253278"/>
                  </a:lnTo>
                  <a:lnTo>
                    <a:pt x="1029809" y="236826"/>
                  </a:lnTo>
                  <a:lnTo>
                    <a:pt x="976989" y="184005"/>
                  </a:lnTo>
                  <a:close/>
                </a:path>
                <a:path w="1751329" h="365125">
                  <a:moveTo>
                    <a:pt x="960536" y="167553"/>
                  </a:moveTo>
                  <a:lnTo>
                    <a:pt x="944084" y="184005"/>
                  </a:lnTo>
                  <a:lnTo>
                    <a:pt x="960536" y="200457"/>
                  </a:lnTo>
                  <a:lnTo>
                    <a:pt x="976989" y="184005"/>
                  </a:lnTo>
                  <a:lnTo>
                    <a:pt x="960536" y="167553"/>
                  </a:lnTo>
                  <a:close/>
                </a:path>
                <a:path w="1751329" h="365125">
                  <a:moveTo>
                    <a:pt x="907716" y="114732"/>
                  </a:moveTo>
                  <a:lnTo>
                    <a:pt x="891263" y="131185"/>
                  </a:lnTo>
                  <a:lnTo>
                    <a:pt x="944084" y="184005"/>
                  </a:lnTo>
                  <a:lnTo>
                    <a:pt x="960536" y="167553"/>
                  </a:lnTo>
                  <a:lnTo>
                    <a:pt x="907716" y="114732"/>
                  </a:lnTo>
                  <a:close/>
                </a:path>
                <a:path w="1751329" h="365125">
                  <a:moveTo>
                    <a:pt x="1013357" y="114732"/>
                  </a:moveTo>
                  <a:lnTo>
                    <a:pt x="960536" y="167553"/>
                  </a:lnTo>
                  <a:lnTo>
                    <a:pt x="976989" y="184005"/>
                  </a:lnTo>
                  <a:lnTo>
                    <a:pt x="1029809" y="131185"/>
                  </a:lnTo>
                  <a:lnTo>
                    <a:pt x="1013357" y="114732"/>
                  </a:lnTo>
                  <a:close/>
                </a:path>
                <a:path w="1751329" h="365125">
                  <a:moveTo>
                    <a:pt x="1192194" y="71437"/>
                  </a:moveTo>
                  <a:lnTo>
                    <a:pt x="1183102" y="71437"/>
                  </a:lnTo>
                  <a:lnTo>
                    <a:pt x="1183102" y="293110"/>
                  </a:lnTo>
                  <a:lnTo>
                    <a:pt x="1208646" y="293110"/>
                  </a:lnTo>
                  <a:lnTo>
                    <a:pt x="1208646" y="105640"/>
                  </a:lnTo>
                  <a:lnTo>
                    <a:pt x="1192194" y="105640"/>
                  </a:lnTo>
                  <a:lnTo>
                    <a:pt x="1192194" y="71437"/>
                  </a:lnTo>
                  <a:close/>
                </a:path>
                <a:path w="1751329" h="365125">
                  <a:moveTo>
                    <a:pt x="1183102" y="71437"/>
                  </a:moveTo>
                  <a:lnTo>
                    <a:pt x="1176175" y="71437"/>
                  </a:lnTo>
                  <a:lnTo>
                    <a:pt x="1078760" y="225569"/>
                  </a:lnTo>
                  <a:lnTo>
                    <a:pt x="1078760" y="247649"/>
                  </a:lnTo>
                  <a:lnTo>
                    <a:pt x="1183102" y="247649"/>
                  </a:lnTo>
                  <a:lnTo>
                    <a:pt x="1183102" y="223837"/>
                  </a:lnTo>
                  <a:lnTo>
                    <a:pt x="1107768" y="223837"/>
                  </a:lnTo>
                  <a:lnTo>
                    <a:pt x="1107768" y="222105"/>
                  </a:lnTo>
                  <a:lnTo>
                    <a:pt x="1181370" y="105640"/>
                  </a:lnTo>
                  <a:lnTo>
                    <a:pt x="1183102" y="105640"/>
                  </a:lnTo>
                  <a:lnTo>
                    <a:pt x="1183102" y="71437"/>
                  </a:lnTo>
                  <a:close/>
                </a:path>
                <a:path w="1751329" h="365125">
                  <a:moveTo>
                    <a:pt x="1238953" y="223837"/>
                  </a:moveTo>
                  <a:lnTo>
                    <a:pt x="1208646" y="223837"/>
                  </a:lnTo>
                  <a:lnTo>
                    <a:pt x="1208646" y="247649"/>
                  </a:lnTo>
                  <a:lnTo>
                    <a:pt x="1238953" y="247649"/>
                  </a:lnTo>
                  <a:lnTo>
                    <a:pt x="1238953" y="223837"/>
                  </a:lnTo>
                  <a:close/>
                </a:path>
                <a:path w="1751329" h="365125">
                  <a:moveTo>
                    <a:pt x="1208646" y="71437"/>
                  </a:moveTo>
                  <a:lnTo>
                    <a:pt x="1192194" y="71437"/>
                  </a:lnTo>
                  <a:lnTo>
                    <a:pt x="1192194" y="105640"/>
                  </a:lnTo>
                  <a:lnTo>
                    <a:pt x="1208646" y="105640"/>
                  </a:lnTo>
                  <a:lnTo>
                    <a:pt x="1208646" y="71437"/>
                  </a:lnTo>
                  <a:close/>
                </a:path>
                <a:path w="1751329" h="365125">
                  <a:moveTo>
                    <a:pt x="1444038" y="71437"/>
                  </a:moveTo>
                  <a:lnTo>
                    <a:pt x="1369137" y="71437"/>
                  </a:lnTo>
                  <a:lnTo>
                    <a:pt x="1369137" y="293110"/>
                  </a:lnTo>
                  <a:lnTo>
                    <a:pt x="1395980" y="293110"/>
                  </a:lnTo>
                  <a:lnTo>
                    <a:pt x="1395980" y="206519"/>
                  </a:lnTo>
                  <a:lnTo>
                    <a:pt x="1383858" y="206519"/>
                  </a:lnTo>
                  <a:lnTo>
                    <a:pt x="1383858" y="182273"/>
                  </a:lnTo>
                  <a:lnTo>
                    <a:pt x="1395980" y="182273"/>
                  </a:lnTo>
                  <a:lnTo>
                    <a:pt x="1395980" y="95249"/>
                  </a:lnTo>
                  <a:lnTo>
                    <a:pt x="1505133" y="95249"/>
                  </a:lnTo>
                  <a:lnTo>
                    <a:pt x="1467688" y="73656"/>
                  </a:lnTo>
                  <a:lnTo>
                    <a:pt x="1456445" y="71992"/>
                  </a:lnTo>
                  <a:lnTo>
                    <a:pt x="1444038" y="71437"/>
                  </a:lnTo>
                  <a:close/>
                </a:path>
                <a:path w="1751329" h="365125">
                  <a:moveTo>
                    <a:pt x="1477955" y="201701"/>
                  </a:moveTo>
                  <a:lnTo>
                    <a:pt x="1467932" y="204381"/>
                  </a:lnTo>
                  <a:lnTo>
                    <a:pt x="1456777" y="205984"/>
                  </a:lnTo>
                  <a:lnTo>
                    <a:pt x="1450044" y="206277"/>
                  </a:lnTo>
                  <a:lnTo>
                    <a:pt x="1496859" y="293110"/>
                  </a:lnTo>
                  <a:lnTo>
                    <a:pt x="1528031" y="293110"/>
                  </a:lnTo>
                  <a:lnTo>
                    <a:pt x="1477955" y="201701"/>
                  </a:lnTo>
                  <a:close/>
                </a:path>
                <a:path w="1751329" h="365125">
                  <a:moveTo>
                    <a:pt x="1395980" y="182273"/>
                  </a:moveTo>
                  <a:lnTo>
                    <a:pt x="1383858" y="182273"/>
                  </a:lnTo>
                  <a:lnTo>
                    <a:pt x="1383858" y="206519"/>
                  </a:lnTo>
                  <a:lnTo>
                    <a:pt x="1395980" y="206519"/>
                  </a:lnTo>
                  <a:lnTo>
                    <a:pt x="1395980" y="182273"/>
                  </a:lnTo>
                  <a:close/>
                </a:path>
                <a:path w="1751329" h="365125">
                  <a:moveTo>
                    <a:pt x="1505133" y="95249"/>
                  </a:moveTo>
                  <a:lnTo>
                    <a:pt x="1443172" y="95249"/>
                  </a:lnTo>
                  <a:lnTo>
                    <a:pt x="1451716" y="95595"/>
                  </a:lnTo>
                  <a:lnTo>
                    <a:pt x="1459381" y="96630"/>
                  </a:lnTo>
                  <a:lnTo>
                    <a:pt x="1491302" y="122778"/>
                  </a:lnTo>
                  <a:lnTo>
                    <a:pt x="1492962" y="130535"/>
                  </a:lnTo>
                  <a:lnTo>
                    <a:pt x="1492962" y="148286"/>
                  </a:lnTo>
                  <a:lnTo>
                    <a:pt x="1491302" y="155935"/>
                  </a:lnTo>
                  <a:lnTo>
                    <a:pt x="1487983" y="162357"/>
                  </a:lnTo>
                  <a:lnTo>
                    <a:pt x="1484736" y="168707"/>
                  </a:lnTo>
                  <a:lnTo>
                    <a:pt x="1443605" y="182273"/>
                  </a:lnTo>
                  <a:lnTo>
                    <a:pt x="1395980" y="182273"/>
                  </a:lnTo>
                  <a:lnTo>
                    <a:pt x="1395980" y="206519"/>
                  </a:lnTo>
                  <a:lnTo>
                    <a:pt x="1444471" y="206519"/>
                  </a:lnTo>
                  <a:lnTo>
                    <a:pt x="1450044" y="206277"/>
                  </a:lnTo>
                  <a:lnTo>
                    <a:pt x="1443172" y="193530"/>
                  </a:lnTo>
                  <a:lnTo>
                    <a:pt x="1494051" y="193530"/>
                  </a:lnTo>
                  <a:lnTo>
                    <a:pt x="1517370" y="157893"/>
                  </a:lnTo>
                  <a:lnTo>
                    <a:pt x="1519372" y="139411"/>
                  </a:lnTo>
                  <a:lnTo>
                    <a:pt x="1518872" y="129879"/>
                  </a:lnTo>
                  <a:lnTo>
                    <a:pt x="1517370" y="120875"/>
                  </a:lnTo>
                  <a:lnTo>
                    <a:pt x="1514867" y="112399"/>
                  </a:lnTo>
                  <a:lnTo>
                    <a:pt x="1511318" y="104378"/>
                  </a:lnTo>
                  <a:lnTo>
                    <a:pt x="1506817" y="97178"/>
                  </a:lnTo>
                  <a:lnTo>
                    <a:pt x="1505133" y="95249"/>
                  </a:lnTo>
                  <a:close/>
                </a:path>
                <a:path w="1751329" h="365125">
                  <a:moveTo>
                    <a:pt x="1473479" y="193530"/>
                  </a:moveTo>
                  <a:lnTo>
                    <a:pt x="1443172" y="193530"/>
                  </a:lnTo>
                  <a:lnTo>
                    <a:pt x="1450044" y="206277"/>
                  </a:lnTo>
                  <a:lnTo>
                    <a:pt x="1456777" y="205984"/>
                  </a:lnTo>
                  <a:lnTo>
                    <a:pt x="1467932" y="204381"/>
                  </a:lnTo>
                  <a:lnTo>
                    <a:pt x="1477955" y="201701"/>
                  </a:lnTo>
                  <a:lnTo>
                    <a:pt x="1473479" y="193530"/>
                  </a:lnTo>
                  <a:close/>
                </a:path>
                <a:path w="1751329" h="365125">
                  <a:moveTo>
                    <a:pt x="1494051" y="193530"/>
                  </a:moveTo>
                  <a:lnTo>
                    <a:pt x="1473479" y="193530"/>
                  </a:lnTo>
                  <a:lnTo>
                    <a:pt x="1477955" y="201701"/>
                  </a:lnTo>
                  <a:lnTo>
                    <a:pt x="1486792" y="197968"/>
                  </a:lnTo>
                  <a:lnTo>
                    <a:pt x="1494051" y="193530"/>
                  </a:lnTo>
                  <a:close/>
                </a:path>
                <a:path w="1751329" h="365125">
                  <a:moveTo>
                    <a:pt x="1653291" y="68406"/>
                  </a:moveTo>
                  <a:lnTo>
                    <a:pt x="1614284" y="76200"/>
                  </a:lnTo>
                  <a:lnTo>
                    <a:pt x="1583125" y="99038"/>
                  </a:lnTo>
                  <a:lnTo>
                    <a:pt x="1562566" y="135027"/>
                  </a:lnTo>
                  <a:lnTo>
                    <a:pt x="1555443" y="182273"/>
                  </a:lnTo>
                  <a:lnTo>
                    <a:pt x="1556234" y="199213"/>
                  </a:lnTo>
                  <a:lnTo>
                    <a:pt x="1568107" y="242887"/>
                  </a:lnTo>
                  <a:lnTo>
                    <a:pt x="1592400" y="274628"/>
                  </a:lnTo>
                  <a:lnTo>
                    <a:pt x="1626502" y="292677"/>
                  </a:lnTo>
                  <a:lnTo>
                    <a:pt x="1653291" y="296140"/>
                  </a:lnTo>
                  <a:lnTo>
                    <a:pt x="1667077" y="295275"/>
                  </a:lnTo>
                  <a:lnTo>
                    <a:pt x="1703730" y="282286"/>
                  </a:lnTo>
                  <a:lnTo>
                    <a:pt x="1717842" y="271029"/>
                  </a:lnTo>
                  <a:lnTo>
                    <a:pt x="1653291" y="271029"/>
                  </a:lnTo>
                  <a:lnTo>
                    <a:pt x="1643461" y="270393"/>
                  </a:lnTo>
                  <a:lnTo>
                    <a:pt x="1602229" y="248272"/>
                  </a:lnTo>
                  <a:lnTo>
                    <a:pt x="1583801" y="208819"/>
                  </a:lnTo>
                  <a:lnTo>
                    <a:pt x="1581420" y="182273"/>
                  </a:lnTo>
                  <a:lnTo>
                    <a:pt x="1582015" y="168439"/>
                  </a:lnTo>
                  <a:lnTo>
                    <a:pt x="1596174" y="124372"/>
                  </a:lnTo>
                  <a:lnTo>
                    <a:pt x="1625223" y="99241"/>
                  </a:lnTo>
                  <a:lnTo>
                    <a:pt x="1653291" y="93518"/>
                  </a:lnTo>
                  <a:lnTo>
                    <a:pt x="1717842" y="93518"/>
                  </a:lnTo>
                  <a:lnTo>
                    <a:pt x="1714182" y="89919"/>
                  </a:lnTo>
                  <a:lnTo>
                    <a:pt x="1703730" y="82261"/>
                  </a:lnTo>
                  <a:lnTo>
                    <a:pt x="1692297" y="76200"/>
                  </a:lnTo>
                  <a:lnTo>
                    <a:pt x="1680080" y="71870"/>
                  </a:lnTo>
                  <a:lnTo>
                    <a:pt x="1667077" y="69272"/>
                  </a:lnTo>
                  <a:lnTo>
                    <a:pt x="1653291" y="68406"/>
                  </a:lnTo>
                  <a:close/>
                </a:path>
                <a:path w="1751329" h="365125">
                  <a:moveTo>
                    <a:pt x="1717842" y="93518"/>
                  </a:moveTo>
                  <a:lnTo>
                    <a:pt x="1653291" y="93518"/>
                  </a:lnTo>
                  <a:lnTo>
                    <a:pt x="1663113" y="94154"/>
                  </a:lnTo>
                  <a:lnTo>
                    <a:pt x="1672449" y="96061"/>
                  </a:lnTo>
                  <a:lnTo>
                    <a:pt x="1710339" y="124372"/>
                  </a:lnTo>
                  <a:lnTo>
                    <a:pt x="1724559" y="168439"/>
                  </a:lnTo>
                  <a:lnTo>
                    <a:pt x="1725161" y="182273"/>
                  </a:lnTo>
                  <a:lnTo>
                    <a:pt x="1724559" y="196108"/>
                  </a:lnTo>
                  <a:lnTo>
                    <a:pt x="1710339" y="240174"/>
                  </a:lnTo>
                  <a:lnTo>
                    <a:pt x="1681297" y="265306"/>
                  </a:lnTo>
                  <a:lnTo>
                    <a:pt x="1653291" y="271029"/>
                  </a:lnTo>
                  <a:lnTo>
                    <a:pt x="1717842" y="271029"/>
                  </a:lnTo>
                  <a:lnTo>
                    <a:pt x="1744015" y="229520"/>
                  </a:lnTo>
                  <a:lnTo>
                    <a:pt x="1751138" y="182273"/>
                  </a:lnTo>
                  <a:lnTo>
                    <a:pt x="1750347" y="165334"/>
                  </a:lnTo>
                  <a:lnTo>
                    <a:pt x="1738474" y="121660"/>
                  </a:lnTo>
                  <a:lnTo>
                    <a:pt x="1723456" y="99038"/>
                  </a:lnTo>
                  <a:lnTo>
                    <a:pt x="1717842" y="935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5" name="object 25"/>
            <p:cNvSpPr/>
            <p:nvPr/>
          </p:nvSpPr>
          <p:spPr>
            <a:xfrm>
              <a:off x="13474700" y="2108200"/>
              <a:ext cx="698500" cy="723900"/>
            </a:xfrm>
            <a:custGeom>
              <a:avLst/>
              <a:gdLst/>
              <a:ahLst/>
              <a:cxnLst/>
              <a:rect l="l" t="t" r="r" b="b"/>
              <a:pathLst>
                <a:path w="698500" h="723900">
                  <a:moveTo>
                    <a:pt x="349250" y="0"/>
                  </a:moveTo>
                  <a:lnTo>
                    <a:pt x="301858" y="3304"/>
                  </a:lnTo>
                  <a:lnTo>
                    <a:pt x="256405" y="12929"/>
                  </a:lnTo>
                  <a:lnTo>
                    <a:pt x="213306" y="28443"/>
                  </a:lnTo>
                  <a:lnTo>
                    <a:pt x="172976" y="49416"/>
                  </a:lnTo>
                  <a:lnTo>
                    <a:pt x="135833" y="75416"/>
                  </a:lnTo>
                  <a:lnTo>
                    <a:pt x="102292" y="106012"/>
                  </a:lnTo>
                  <a:lnTo>
                    <a:pt x="72770" y="140773"/>
                  </a:lnTo>
                  <a:lnTo>
                    <a:pt x="47682" y="179266"/>
                  </a:lnTo>
                  <a:lnTo>
                    <a:pt x="27445" y="221062"/>
                  </a:lnTo>
                  <a:lnTo>
                    <a:pt x="12475" y="265729"/>
                  </a:lnTo>
                  <a:lnTo>
                    <a:pt x="3188" y="312835"/>
                  </a:lnTo>
                  <a:lnTo>
                    <a:pt x="0" y="361950"/>
                  </a:lnTo>
                  <a:lnTo>
                    <a:pt x="3188" y="411064"/>
                  </a:lnTo>
                  <a:lnTo>
                    <a:pt x="12475" y="458170"/>
                  </a:lnTo>
                  <a:lnTo>
                    <a:pt x="27445" y="502837"/>
                  </a:lnTo>
                  <a:lnTo>
                    <a:pt x="47682" y="544633"/>
                  </a:lnTo>
                  <a:lnTo>
                    <a:pt x="72770" y="583126"/>
                  </a:lnTo>
                  <a:lnTo>
                    <a:pt x="102292" y="617887"/>
                  </a:lnTo>
                  <a:lnTo>
                    <a:pt x="135833" y="648483"/>
                  </a:lnTo>
                  <a:lnTo>
                    <a:pt x="172976" y="674483"/>
                  </a:lnTo>
                  <a:lnTo>
                    <a:pt x="213306" y="695456"/>
                  </a:lnTo>
                  <a:lnTo>
                    <a:pt x="256405" y="710970"/>
                  </a:lnTo>
                  <a:lnTo>
                    <a:pt x="301858" y="720595"/>
                  </a:lnTo>
                  <a:lnTo>
                    <a:pt x="349250" y="723900"/>
                  </a:lnTo>
                  <a:lnTo>
                    <a:pt x="396641" y="720595"/>
                  </a:lnTo>
                  <a:lnTo>
                    <a:pt x="442094" y="710970"/>
                  </a:lnTo>
                  <a:lnTo>
                    <a:pt x="485193" y="695456"/>
                  </a:lnTo>
                  <a:lnTo>
                    <a:pt x="525523" y="674483"/>
                  </a:lnTo>
                  <a:lnTo>
                    <a:pt x="562666" y="648483"/>
                  </a:lnTo>
                  <a:lnTo>
                    <a:pt x="596207" y="617887"/>
                  </a:lnTo>
                  <a:lnTo>
                    <a:pt x="625729" y="583126"/>
                  </a:lnTo>
                  <a:lnTo>
                    <a:pt x="650817" y="544633"/>
                  </a:lnTo>
                  <a:lnTo>
                    <a:pt x="671054" y="502837"/>
                  </a:lnTo>
                  <a:lnTo>
                    <a:pt x="686024" y="458170"/>
                  </a:lnTo>
                  <a:lnTo>
                    <a:pt x="695311" y="411064"/>
                  </a:lnTo>
                  <a:lnTo>
                    <a:pt x="698500" y="361950"/>
                  </a:lnTo>
                  <a:lnTo>
                    <a:pt x="695311" y="312835"/>
                  </a:lnTo>
                  <a:lnTo>
                    <a:pt x="686024" y="265729"/>
                  </a:lnTo>
                  <a:lnTo>
                    <a:pt x="671054" y="221062"/>
                  </a:lnTo>
                  <a:lnTo>
                    <a:pt x="650817" y="179266"/>
                  </a:lnTo>
                  <a:lnTo>
                    <a:pt x="625729" y="140773"/>
                  </a:lnTo>
                  <a:lnTo>
                    <a:pt x="596207" y="106012"/>
                  </a:lnTo>
                  <a:lnTo>
                    <a:pt x="562666" y="75416"/>
                  </a:lnTo>
                  <a:lnTo>
                    <a:pt x="525523" y="49416"/>
                  </a:lnTo>
                  <a:lnTo>
                    <a:pt x="485193" y="28443"/>
                  </a:lnTo>
                  <a:lnTo>
                    <a:pt x="442094" y="12929"/>
                  </a:lnTo>
                  <a:lnTo>
                    <a:pt x="396641" y="3304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6" name="object 26"/>
            <p:cNvSpPr/>
            <p:nvPr/>
          </p:nvSpPr>
          <p:spPr>
            <a:xfrm>
              <a:off x="12547600" y="2082800"/>
              <a:ext cx="762000" cy="7620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7" name="object 27"/>
            <p:cNvSpPr/>
            <p:nvPr/>
          </p:nvSpPr>
          <p:spPr>
            <a:xfrm>
              <a:off x="13411200" y="2057400"/>
              <a:ext cx="825500" cy="8255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28" name="object 28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9" name="object 29"/>
          <p:cNvSpPr/>
          <p:nvPr/>
        </p:nvSpPr>
        <p:spPr>
          <a:xfrm>
            <a:off x="9233936" y="575812"/>
            <a:ext cx="1533762" cy="21397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0" name="object 30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980" y="2105289"/>
            <a:ext cx="8348870" cy="3044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" name="object 3"/>
          <p:cNvSpPr/>
          <p:nvPr/>
        </p:nvSpPr>
        <p:spPr>
          <a:xfrm>
            <a:off x="3091672" y="5493629"/>
            <a:ext cx="1879399" cy="5240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4" name="object 4"/>
          <p:cNvGrpSpPr/>
          <p:nvPr/>
        </p:nvGrpSpPr>
        <p:grpSpPr>
          <a:xfrm>
            <a:off x="3127814" y="5493628"/>
            <a:ext cx="1807115" cy="451779"/>
            <a:chOff x="4013200" y="7721600"/>
            <a:chExt cx="2540000" cy="635000"/>
          </a:xfrm>
        </p:grpSpPr>
        <p:sp>
          <p:nvSpPr>
            <p:cNvPr id="5" name="object 5"/>
            <p:cNvSpPr/>
            <p:nvPr/>
          </p:nvSpPr>
          <p:spPr>
            <a:xfrm>
              <a:off x="4013200" y="77216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6" name="object 6"/>
            <p:cNvSpPr/>
            <p:nvPr/>
          </p:nvSpPr>
          <p:spPr>
            <a:xfrm>
              <a:off x="4766107" y="7879195"/>
              <a:ext cx="1036955" cy="304800"/>
            </a:xfrm>
            <a:custGeom>
              <a:avLst/>
              <a:gdLst/>
              <a:ahLst/>
              <a:cxnLst/>
              <a:rect l="l" t="t" r="r" b="b"/>
              <a:pathLst>
                <a:path w="1036954" h="304800">
                  <a:moveTo>
                    <a:pt x="129309" y="0"/>
                  </a:moveTo>
                  <a:lnTo>
                    <a:pt x="89341" y="5926"/>
                  </a:lnTo>
                  <a:lnTo>
                    <a:pt x="55129" y="23379"/>
                  </a:lnTo>
                  <a:lnTo>
                    <a:pt x="28051" y="51251"/>
                  </a:lnTo>
                  <a:lnTo>
                    <a:pt x="9380" y="88755"/>
                  </a:lnTo>
                  <a:lnTo>
                    <a:pt x="586" y="134730"/>
                  </a:lnTo>
                  <a:lnTo>
                    <a:pt x="0" y="151822"/>
                  </a:lnTo>
                  <a:lnTo>
                    <a:pt x="1028" y="174408"/>
                  </a:lnTo>
                  <a:lnTo>
                    <a:pt x="9254" y="214817"/>
                  </a:lnTo>
                  <a:lnTo>
                    <a:pt x="36296" y="262803"/>
                  </a:lnTo>
                  <a:lnTo>
                    <a:pt x="78094" y="293254"/>
                  </a:lnTo>
                  <a:lnTo>
                    <a:pt x="131618" y="303645"/>
                  </a:lnTo>
                  <a:lnTo>
                    <a:pt x="148719" y="302725"/>
                  </a:lnTo>
                  <a:lnTo>
                    <a:pt x="193963" y="288925"/>
                  </a:lnTo>
                  <a:lnTo>
                    <a:pt x="219048" y="270163"/>
                  </a:lnTo>
                  <a:lnTo>
                    <a:pt x="131618" y="270163"/>
                  </a:lnTo>
                  <a:lnTo>
                    <a:pt x="118250" y="269315"/>
                  </a:lnTo>
                  <a:lnTo>
                    <a:pt x="82261" y="256597"/>
                  </a:lnTo>
                  <a:lnTo>
                    <a:pt x="54471" y="229023"/>
                  </a:lnTo>
                  <a:lnTo>
                    <a:pt x="37847" y="187216"/>
                  </a:lnTo>
                  <a:lnTo>
                    <a:pt x="34636" y="151822"/>
                  </a:lnTo>
                  <a:lnTo>
                    <a:pt x="35430" y="133377"/>
                  </a:lnTo>
                  <a:lnTo>
                    <a:pt x="47336" y="87023"/>
                  </a:lnTo>
                  <a:lnTo>
                    <a:pt x="71338" y="54633"/>
                  </a:lnTo>
                  <a:lnTo>
                    <a:pt x="116473" y="34329"/>
                  </a:lnTo>
                  <a:lnTo>
                    <a:pt x="129309" y="33481"/>
                  </a:lnTo>
                  <a:lnTo>
                    <a:pt x="216761" y="33481"/>
                  </a:lnTo>
                  <a:lnTo>
                    <a:pt x="209117" y="26843"/>
                  </a:lnTo>
                  <a:lnTo>
                    <a:pt x="172893" y="7071"/>
                  </a:lnTo>
                  <a:lnTo>
                    <a:pt x="140800" y="441"/>
                  </a:lnTo>
                  <a:lnTo>
                    <a:pt x="129309" y="0"/>
                  </a:lnTo>
                  <a:close/>
                </a:path>
                <a:path w="1036954" h="304800">
                  <a:moveTo>
                    <a:pt x="252268" y="181263"/>
                  </a:moveTo>
                  <a:lnTo>
                    <a:pt x="217631" y="181263"/>
                  </a:lnTo>
                  <a:lnTo>
                    <a:pt x="228600" y="183572"/>
                  </a:lnTo>
                  <a:lnTo>
                    <a:pt x="217511" y="183572"/>
                  </a:lnTo>
                  <a:lnTo>
                    <a:pt x="206663" y="228455"/>
                  </a:lnTo>
                  <a:lnTo>
                    <a:pt x="176356" y="259339"/>
                  </a:lnTo>
                  <a:lnTo>
                    <a:pt x="131618" y="270163"/>
                  </a:lnTo>
                  <a:lnTo>
                    <a:pt x="219048" y="270163"/>
                  </a:lnTo>
                  <a:lnTo>
                    <a:pt x="243500" y="232983"/>
                  </a:lnTo>
                  <a:lnTo>
                    <a:pt x="252268" y="183572"/>
                  </a:lnTo>
                  <a:lnTo>
                    <a:pt x="228600" y="183572"/>
                  </a:lnTo>
                  <a:lnTo>
                    <a:pt x="217631" y="181263"/>
                  </a:lnTo>
                  <a:lnTo>
                    <a:pt x="252268" y="181263"/>
                  </a:lnTo>
                  <a:close/>
                </a:path>
                <a:path w="1036954" h="304800">
                  <a:moveTo>
                    <a:pt x="252268" y="151822"/>
                  </a:moveTo>
                  <a:lnTo>
                    <a:pt x="139700" y="151822"/>
                  </a:lnTo>
                  <a:lnTo>
                    <a:pt x="139700" y="183572"/>
                  </a:lnTo>
                  <a:lnTo>
                    <a:pt x="217511" y="183572"/>
                  </a:lnTo>
                  <a:lnTo>
                    <a:pt x="217631" y="181263"/>
                  </a:lnTo>
                  <a:lnTo>
                    <a:pt x="252268" y="181263"/>
                  </a:lnTo>
                  <a:lnTo>
                    <a:pt x="252268" y="151822"/>
                  </a:lnTo>
                  <a:close/>
                </a:path>
                <a:path w="1036954" h="304800">
                  <a:moveTo>
                    <a:pt x="216761" y="33481"/>
                  </a:moveTo>
                  <a:lnTo>
                    <a:pt x="129309" y="33481"/>
                  </a:lnTo>
                  <a:lnTo>
                    <a:pt x="137156" y="33752"/>
                  </a:lnTo>
                  <a:lnTo>
                    <a:pt x="144678" y="34564"/>
                  </a:lnTo>
                  <a:lnTo>
                    <a:pt x="182706" y="50367"/>
                  </a:lnTo>
                  <a:lnTo>
                    <a:pt x="208070" y="82586"/>
                  </a:lnTo>
                  <a:lnTo>
                    <a:pt x="213590" y="96404"/>
                  </a:lnTo>
                  <a:lnTo>
                    <a:pt x="250536" y="96404"/>
                  </a:lnTo>
                  <a:lnTo>
                    <a:pt x="235815" y="57294"/>
                  </a:lnTo>
                  <a:lnTo>
                    <a:pt x="223801" y="40805"/>
                  </a:lnTo>
                  <a:lnTo>
                    <a:pt x="216761" y="33481"/>
                  </a:lnTo>
                  <a:close/>
                </a:path>
                <a:path w="1036954" h="304800">
                  <a:moveTo>
                    <a:pt x="398426" y="75045"/>
                  </a:moveTo>
                  <a:lnTo>
                    <a:pt x="357620" y="83325"/>
                  </a:lnTo>
                  <a:lnTo>
                    <a:pt x="325978" y="107228"/>
                  </a:lnTo>
                  <a:lnTo>
                    <a:pt x="305539" y="143957"/>
                  </a:lnTo>
                  <a:lnTo>
                    <a:pt x="298558" y="190500"/>
                  </a:lnTo>
                  <a:lnTo>
                    <a:pt x="299333" y="207006"/>
                  </a:lnTo>
                  <a:lnTo>
                    <a:pt x="310969" y="250247"/>
                  </a:lnTo>
                  <a:lnTo>
                    <a:pt x="335729" y="282232"/>
                  </a:lnTo>
                  <a:lnTo>
                    <a:pt x="372052" y="300686"/>
                  </a:lnTo>
                  <a:lnTo>
                    <a:pt x="401890" y="304222"/>
                  </a:lnTo>
                  <a:lnTo>
                    <a:pt x="412867" y="303789"/>
                  </a:lnTo>
                  <a:lnTo>
                    <a:pt x="451102" y="293416"/>
                  </a:lnTo>
                  <a:lnTo>
                    <a:pt x="476233" y="273627"/>
                  </a:lnTo>
                  <a:lnTo>
                    <a:pt x="401890" y="273627"/>
                  </a:lnTo>
                  <a:lnTo>
                    <a:pt x="391887" y="273068"/>
                  </a:lnTo>
                  <a:lnTo>
                    <a:pt x="351775" y="253530"/>
                  </a:lnTo>
                  <a:lnTo>
                    <a:pt x="334782" y="218894"/>
                  </a:lnTo>
                  <a:lnTo>
                    <a:pt x="332824" y="200313"/>
                  </a:lnTo>
                  <a:lnTo>
                    <a:pt x="322803" y="200313"/>
                  </a:lnTo>
                  <a:lnTo>
                    <a:pt x="322803" y="170872"/>
                  </a:lnTo>
                  <a:lnTo>
                    <a:pt x="332903" y="170872"/>
                  </a:lnTo>
                  <a:lnTo>
                    <a:pt x="333113" y="167048"/>
                  </a:lnTo>
                  <a:lnTo>
                    <a:pt x="350188" y="127216"/>
                  </a:lnTo>
                  <a:lnTo>
                    <a:pt x="388594" y="106272"/>
                  </a:lnTo>
                  <a:lnTo>
                    <a:pt x="398426" y="105640"/>
                  </a:lnTo>
                  <a:lnTo>
                    <a:pt x="469108" y="105640"/>
                  </a:lnTo>
                  <a:lnTo>
                    <a:pt x="463369" y="99579"/>
                  </a:lnTo>
                  <a:lnTo>
                    <a:pt x="424160" y="78292"/>
                  </a:lnTo>
                  <a:lnTo>
                    <a:pt x="407058" y="75406"/>
                  </a:lnTo>
                  <a:lnTo>
                    <a:pt x="398426" y="75045"/>
                  </a:lnTo>
                  <a:close/>
                </a:path>
                <a:path w="1036954" h="304800">
                  <a:moveTo>
                    <a:pt x="457308" y="238990"/>
                  </a:moveTo>
                  <a:lnTo>
                    <a:pt x="418919" y="272376"/>
                  </a:lnTo>
                  <a:lnTo>
                    <a:pt x="410837" y="273627"/>
                  </a:lnTo>
                  <a:lnTo>
                    <a:pt x="476233" y="273627"/>
                  </a:lnTo>
                  <a:lnTo>
                    <a:pt x="478441" y="271065"/>
                  </a:lnTo>
                  <a:lnTo>
                    <a:pt x="483249" y="263957"/>
                  </a:lnTo>
                  <a:lnTo>
                    <a:pt x="487173" y="256345"/>
                  </a:lnTo>
                  <a:lnTo>
                    <a:pt x="490212" y="248227"/>
                  </a:lnTo>
                  <a:lnTo>
                    <a:pt x="457308" y="238990"/>
                  </a:lnTo>
                  <a:close/>
                </a:path>
                <a:path w="1036954" h="304800">
                  <a:moveTo>
                    <a:pt x="332903" y="170872"/>
                  </a:moveTo>
                  <a:lnTo>
                    <a:pt x="322803" y="170872"/>
                  </a:lnTo>
                  <a:lnTo>
                    <a:pt x="322803" y="200313"/>
                  </a:lnTo>
                  <a:lnTo>
                    <a:pt x="332824" y="200313"/>
                  </a:lnTo>
                  <a:lnTo>
                    <a:pt x="332617" y="195695"/>
                  </a:lnTo>
                  <a:lnTo>
                    <a:pt x="332732" y="173975"/>
                  </a:lnTo>
                  <a:lnTo>
                    <a:pt x="332903" y="170872"/>
                  </a:lnTo>
                  <a:close/>
                </a:path>
                <a:path w="1036954" h="304800">
                  <a:moveTo>
                    <a:pt x="469108" y="105640"/>
                  </a:moveTo>
                  <a:lnTo>
                    <a:pt x="398426" y="105640"/>
                  </a:lnTo>
                  <a:lnTo>
                    <a:pt x="407356" y="106173"/>
                  </a:lnTo>
                  <a:lnTo>
                    <a:pt x="415672" y="107769"/>
                  </a:lnTo>
                  <a:lnTo>
                    <a:pt x="447484" y="130463"/>
                  </a:lnTo>
                  <a:lnTo>
                    <a:pt x="459040" y="170872"/>
                  </a:lnTo>
                  <a:lnTo>
                    <a:pt x="332903" y="170872"/>
                  </a:lnTo>
                  <a:lnTo>
                    <a:pt x="332732" y="173975"/>
                  </a:lnTo>
                  <a:lnTo>
                    <a:pt x="332617" y="195695"/>
                  </a:lnTo>
                  <a:lnTo>
                    <a:pt x="332824" y="200313"/>
                  </a:lnTo>
                  <a:lnTo>
                    <a:pt x="493676" y="200313"/>
                  </a:lnTo>
                  <a:lnTo>
                    <a:pt x="493676" y="185881"/>
                  </a:lnTo>
                  <a:lnTo>
                    <a:pt x="493150" y="170872"/>
                  </a:lnTo>
                  <a:lnTo>
                    <a:pt x="480985" y="123554"/>
                  </a:lnTo>
                  <a:lnTo>
                    <a:pt x="469945" y="106524"/>
                  </a:lnTo>
                  <a:lnTo>
                    <a:pt x="469108" y="105640"/>
                  </a:lnTo>
                  <a:close/>
                </a:path>
                <a:path w="1036954" h="304800">
                  <a:moveTo>
                    <a:pt x="578391" y="77931"/>
                  </a:moveTo>
                  <a:lnTo>
                    <a:pt x="545486" y="77931"/>
                  </a:lnTo>
                  <a:lnTo>
                    <a:pt x="545486" y="299604"/>
                  </a:lnTo>
                  <a:lnTo>
                    <a:pt x="579545" y="299604"/>
                  </a:lnTo>
                  <a:lnTo>
                    <a:pt x="579545" y="159327"/>
                  </a:lnTo>
                  <a:lnTo>
                    <a:pt x="579996" y="152030"/>
                  </a:lnTo>
                  <a:lnTo>
                    <a:pt x="600724" y="117799"/>
                  </a:lnTo>
                  <a:lnTo>
                    <a:pt x="612745" y="111413"/>
                  </a:lnTo>
                  <a:lnTo>
                    <a:pt x="578391" y="111413"/>
                  </a:lnTo>
                  <a:lnTo>
                    <a:pt x="578391" y="77931"/>
                  </a:lnTo>
                  <a:close/>
                </a:path>
                <a:path w="1036954" h="304800">
                  <a:moveTo>
                    <a:pt x="640929" y="74468"/>
                  </a:moveTo>
                  <a:lnTo>
                    <a:pt x="638427" y="74468"/>
                  </a:lnTo>
                  <a:lnTo>
                    <a:pt x="628722" y="75108"/>
                  </a:lnTo>
                  <a:lnTo>
                    <a:pt x="589215" y="96512"/>
                  </a:lnTo>
                  <a:lnTo>
                    <a:pt x="580700" y="111413"/>
                  </a:lnTo>
                  <a:lnTo>
                    <a:pt x="612745" y="111413"/>
                  </a:lnTo>
                  <a:lnTo>
                    <a:pt x="613244" y="111188"/>
                  </a:lnTo>
                  <a:lnTo>
                    <a:pt x="620243" y="109068"/>
                  </a:lnTo>
                  <a:lnTo>
                    <a:pt x="627675" y="107796"/>
                  </a:lnTo>
                  <a:lnTo>
                    <a:pt x="635541" y="107372"/>
                  </a:lnTo>
                  <a:lnTo>
                    <a:pt x="656323" y="107372"/>
                  </a:lnTo>
                  <a:lnTo>
                    <a:pt x="656323" y="75045"/>
                  </a:lnTo>
                  <a:lnTo>
                    <a:pt x="654398" y="74853"/>
                  </a:lnTo>
                  <a:lnTo>
                    <a:pt x="651560" y="74708"/>
                  </a:lnTo>
                  <a:lnTo>
                    <a:pt x="644056" y="74516"/>
                  </a:lnTo>
                  <a:lnTo>
                    <a:pt x="640929" y="74468"/>
                  </a:lnTo>
                  <a:close/>
                </a:path>
                <a:path w="1036954" h="304800">
                  <a:moveTo>
                    <a:pt x="656323" y="107372"/>
                  </a:moveTo>
                  <a:lnTo>
                    <a:pt x="640063" y="107372"/>
                  </a:lnTo>
                  <a:lnTo>
                    <a:pt x="644344" y="107709"/>
                  </a:lnTo>
                  <a:lnTo>
                    <a:pt x="648385" y="108382"/>
                  </a:lnTo>
                  <a:lnTo>
                    <a:pt x="652522" y="108960"/>
                  </a:lnTo>
                  <a:lnTo>
                    <a:pt x="655168" y="109393"/>
                  </a:lnTo>
                  <a:lnTo>
                    <a:pt x="656323" y="109681"/>
                  </a:lnTo>
                  <a:lnTo>
                    <a:pt x="656323" y="107372"/>
                  </a:lnTo>
                  <a:close/>
                </a:path>
                <a:path w="1036954" h="304800">
                  <a:moveTo>
                    <a:pt x="850897" y="105063"/>
                  </a:moveTo>
                  <a:lnTo>
                    <a:pt x="782709" y="105063"/>
                  </a:lnTo>
                  <a:lnTo>
                    <a:pt x="793722" y="105803"/>
                  </a:lnTo>
                  <a:lnTo>
                    <a:pt x="803238" y="108022"/>
                  </a:lnTo>
                  <a:lnTo>
                    <a:pt x="828738" y="140006"/>
                  </a:lnTo>
                  <a:lnTo>
                    <a:pt x="829468" y="150090"/>
                  </a:lnTo>
                  <a:lnTo>
                    <a:pt x="829468" y="156729"/>
                  </a:lnTo>
                  <a:lnTo>
                    <a:pt x="827496" y="160578"/>
                  </a:lnTo>
                  <a:lnTo>
                    <a:pt x="823551" y="162790"/>
                  </a:lnTo>
                  <a:lnTo>
                    <a:pt x="819703" y="165003"/>
                  </a:lnTo>
                  <a:lnTo>
                    <a:pt x="813545" y="166591"/>
                  </a:lnTo>
                  <a:lnTo>
                    <a:pt x="798323" y="168284"/>
                  </a:lnTo>
                  <a:lnTo>
                    <a:pt x="772318" y="171450"/>
                  </a:lnTo>
                  <a:lnTo>
                    <a:pt x="734164" y="178810"/>
                  </a:lnTo>
                  <a:lnTo>
                    <a:pt x="697877" y="200133"/>
                  </a:lnTo>
                  <a:lnTo>
                    <a:pt x="686409" y="238413"/>
                  </a:lnTo>
                  <a:lnTo>
                    <a:pt x="686936" y="247108"/>
                  </a:lnTo>
                  <a:lnTo>
                    <a:pt x="708277" y="287012"/>
                  </a:lnTo>
                  <a:lnTo>
                    <a:pt x="751636" y="304303"/>
                  </a:lnTo>
                  <a:lnTo>
                    <a:pt x="761927" y="304800"/>
                  </a:lnTo>
                  <a:lnTo>
                    <a:pt x="771227" y="304439"/>
                  </a:lnTo>
                  <a:lnTo>
                    <a:pt x="811816" y="288988"/>
                  </a:lnTo>
                  <a:lnTo>
                    <a:pt x="825520" y="274204"/>
                  </a:lnTo>
                  <a:lnTo>
                    <a:pt x="767123" y="274204"/>
                  </a:lnTo>
                  <a:lnTo>
                    <a:pt x="757295" y="273627"/>
                  </a:lnTo>
                  <a:lnTo>
                    <a:pt x="723647" y="254000"/>
                  </a:lnTo>
                  <a:lnTo>
                    <a:pt x="720364" y="229754"/>
                  </a:lnTo>
                  <a:lnTo>
                    <a:pt x="722673" y="222923"/>
                  </a:lnTo>
                  <a:lnTo>
                    <a:pt x="757742" y="203163"/>
                  </a:lnTo>
                  <a:lnTo>
                    <a:pt x="784874" y="199159"/>
                  </a:lnTo>
                  <a:lnTo>
                    <a:pt x="790839" y="198389"/>
                  </a:lnTo>
                  <a:lnTo>
                    <a:pt x="828025" y="189922"/>
                  </a:lnTo>
                  <a:lnTo>
                    <a:pt x="829468" y="188190"/>
                  </a:lnTo>
                  <a:lnTo>
                    <a:pt x="863527" y="188190"/>
                  </a:lnTo>
                  <a:lnTo>
                    <a:pt x="863527" y="153554"/>
                  </a:lnTo>
                  <a:lnTo>
                    <a:pt x="862986" y="141016"/>
                  </a:lnTo>
                  <a:lnTo>
                    <a:pt x="861363" y="129814"/>
                  </a:lnTo>
                  <a:lnTo>
                    <a:pt x="858657" y="119946"/>
                  </a:lnTo>
                  <a:lnTo>
                    <a:pt x="854868" y="111413"/>
                  </a:lnTo>
                  <a:lnTo>
                    <a:pt x="850897" y="105063"/>
                  </a:lnTo>
                  <a:close/>
                </a:path>
                <a:path w="1036954" h="304800">
                  <a:moveTo>
                    <a:pt x="863527" y="269586"/>
                  </a:moveTo>
                  <a:lnTo>
                    <a:pt x="829468" y="269586"/>
                  </a:lnTo>
                  <a:lnTo>
                    <a:pt x="829468" y="299604"/>
                  </a:lnTo>
                  <a:lnTo>
                    <a:pt x="863527" y="299604"/>
                  </a:lnTo>
                  <a:lnTo>
                    <a:pt x="863527" y="269586"/>
                  </a:lnTo>
                  <a:close/>
                </a:path>
                <a:path w="1036954" h="304800">
                  <a:moveTo>
                    <a:pt x="863527" y="188190"/>
                  </a:moveTo>
                  <a:lnTo>
                    <a:pt x="829468" y="188190"/>
                  </a:lnTo>
                  <a:lnTo>
                    <a:pt x="829463" y="219435"/>
                  </a:lnTo>
                  <a:lnTo>
                    <a:pt x="829017" y="226209"/>
                  </a:lnTo>
                  <a:lnTo>
                    <a:pt x="807748" y="262009"/>
                  </a:lnTo>
                  <a:lnTo>
                    <a:pt x="767123" y="274204"/>
                  </a:lnTo>
                  <a:lnTo>
                    <a:pt x="825520" y="274204"/>
                  </a:lnTo>
                  <a:lnTo>
                    <a:pt x="827736" y="269586"/>
                  </a:lnTo>
                  <a:lnTo>
                    <a:pt x="863527" y="269586"/>
                  </a:lnTo>
                  <a:lnTo>
                    <a:pt x="863527" y="188190"/>
                  </a:lnTo>
                  <a:close/>
                </a:path>
                <a:path w="1036954" h="304800">
                  <a:moveTo>
                    <a:pt x="788674" y="75045"/>
                  </a:moveTo>
                  <a:lnTo>
                    <a:pt x="781555" y="75045"/>
                  </a:lnTo>
                  <a:lnTo>
                    <a:pt x="773148" y="75334"/>
                  </a:lnTo>
                  <a:lnTo>
                    <a:pt x="730971" y="85869"/>
                  </a:lnTo>
                  <a:lnTo>
                    <a:pt x="697345" y="117456"/>
                  </a:lnTo>
                  <a:lnTo>
                    <a:pt x="692655" y="127000"/>
                  </a:lnTo>
                  <a:lnTo>
                    <a:pt x="724982" y="138545"/>
                  </a:lnTo>
                  <a:lnTo>
                    <a:pt x="728310" y="132574"/>
                  </a:lnTo>
                  <a:lnTo>
                    <a:pt x="732667" y="126783"/>
                  </a:lnTo>
                  <a:lnTo>
                    <a:pt x="771173" y="105731"/>
                  </a:lnTo>
                  <a:lnTo>
                    <a:pt x="782709" y="105063"/>
                  </a:lnTo>
                  <a:lnTo>
                    <a:pt x="850897" y="105063"/>
                  </a:lnTo>
                  <a:lnTo>
                    <a:pt x="850259" y="104044"/>
                  </a:lnTo>
                  <a:lnTo>
                    <a:pt x="813025" y="79203"/>
                  </a:lnTo>
                  <a:lnTo>
                    <a:pt x="796852" y="75911"/>
                  </a:lnTo>
                  <a:lnTo>
                    <a:pt x="788674" y="75045"/>
                  </a:lnTo>
                  <a:close/>
                </a:path>
                <a:path w="1036954" h="304800">
                  <a:moveTo>
                    <a:pt x="958597" y="77931"/>
                  </a:moveTo>
                  <a:lnTo>
                    <a:pt x="925692" y="77931"/>
                  </a:lnTo>
                  <a:lnTo>
                    <a:pt x="925692" y="299604"/>
                  </a:lnTo>
                  <a:lnTo>
                    <a:pt x="959752" y="299604"/>
                  </a:lnTo>
                  <a:lnTo>
                    <a:pt x="959752" y="159327"/>
                  </a:lnTo>
                  <a:lnTo>
                    <a:pt x="960203" y="152030"/>
                  </a:lnTo>
                  <a:lnTo>
                    <a:pt x="980930" y="117799"/>
                  </a:lnTo>
                  <a:lnTo>
                    <a:pt x="992951" y="111413"/>
                  </a:lnTo>
                  <a:lnTo>
                    <a:pt x="958597" y="111413"/>
                  </a:lnTo>
                  <a:lnTo>
                    <a:pt x="958597" y="77931"/>
                  </a:lnTo>
                  <a:close/>
                </a:path>
                <a:path w="1036954" h="304800">
                  <a:moveTo>
                    <a:pt x="1021135" y="74468"/>
                  </a:moveTo>
                  <a:lnTo>
                    <a:pt x="1018633" y="74468"/>
                  </a:lnTo>
                  <a:lnTo>
                    <a:pt x="1008928" y="75108"/>
                  </a:lnTo>
                  <a:lnTo>
                    <a:pt x="969421" y="96512"/>
                  </a:lnTo>
                  <a:lnTo>
                    <a:pt x="960906" y="111413"/>
                  </a:lnTo>
                  <a:lnTo>
                    <a:pt x="992951" y="111413"/>
                  </a:lnTo>
                  <a:lnTo>
                    <a:pt x="993450" y="111188"/>
                  </a:lnTo>
                  <a:lnTo>
                    <a:pt x="1000449" y="109068"/>
                  </a:lnTo>
                  <a:lnTo>
                    <a:pt x="1007882" y="107796"/>
                  </a:lnTo>
                  <a:lnTo>
                    <a:pt x="1015747" y="107372"/>
                  </a:lnTo>
                  <a:lnTo>
                    <a:pt x="1036529" y="107372"/>
                  </a:lnTo>
                  <a:lnTo>
                    <a:pt x="1036529" y="75045"/>
                  </a:lnTo>
                  <a:lnTo>
                    <a:pt x="1034605" y="74853"/>
                  </a:lnTo>
                  <a:lnTo>
                    <a:pt x="1031766" y="74708"/>
                  </a:lnTo>
                  <a:lnTo>
                    <a:pt x="1024262" y="74516"/>
                  </a:lnTo>
                  <a:lnTo>
                    <a:pt x="1021135" y="74468"/>
                  </a:lnTo>
                  <a:close/>
                </a:path>
                <a:path w="1036954" h="304800">
                  <a:moveTo>
                    <a:pt x="1036529" y="107372"/>
                  </a:moveTo>
                  <a:lnTo>
                    <a:pt x="1020269" y="107372"/>
                  </a:lnTo>
                  <a:lnTo>
                    <a:pt x="1024550" y="107709"/>
                  </a:lnTo>
                  <a:lnTo>
                    <a:pt x="1028591" y="108382"/>
                  </a:lnTo>
                  <a:lnTo>
                    <a:pt x="1032728" y="108960"/>
                  </a:lnTo>
                  <a:lnTo>
                    <a:pt x="1035374" y="109393"/>
                  </a:lnTo>
                  <a:lnTo>
                    <a:pt x="1036529" y="109681"/>
                  </a:lnTo>
                  <a:lnTo>
                    <a:pt x="1036529" y="107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139609" y="5493629"/>
            <a:ext cx="1879399" cy="524063"/>
            <a:chOff x="9652000" y="7721600"/>
            <a:chExt cx="2641600" cy="736600"/>
          </a:xfrm>
        </p:grpSpPr>
        <p:sp>
          <p:nvSpPr>
            <p:cNvPr id="8" name="object 8"/>
            <p:cNvSpPr/>
            <p:nvPr/>
          </p:nvSpPr>
          <p:spPr>
            <a:xfrm>
              <a:off x="9652000" y="7721600"/>
              <a:ext cx="2641600" cy="736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9" name="object 9"/>
            <p:cNvSpPr/>
            <p:nvPr/>
          </p:nvSpPr>
          <p:spPr>
            <a:xfrm>
              <a:off x="9702800" y="7721600"/>
              <a:ext cx="2540000" cy="635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0" name="object 10"/>
          <p:cNvSpPr/>
          <p:nvPr/>
        </p:nvSpPr>
        <p:spPr>
          <a:xfrm>
            <a:off x="3932205" y="999637"/>
            <a:ext cx="4246174" cy="4300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2228159" y="3584042"/>
            <a:ext cx="759931" cy="1684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2" name="object 12"/>
          <p:cNvSpPr/>
          <p:nvPr/>
        </p:nvSpPr>
        <p:spPr>
          <a:xfrm>
            <a:off x="2220766" y="3171486"/>
            <a:ext cx="1680269" cy="1654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3" name="object 13"/>
          <p:cNvSpPr/>
          <p:nvPr/>
        </p:nvSpPr>
        <p:spPr>
          <a:xfrm>
            <a:off x="2234319" y="2773921"/>
            <a:ext cx="1563410" cy="1654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4" name="object 14"/>
          <p:cNvSpPr/>
          <p:nvPr/>
        </p:nvSpPr>
        <p:spPr>
          <a:xfrm>
            <a:off x="4080451" y="2771457"/>
            <a:ext cx="1393396" cy="18882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5" name="object 15"/>
          <p:cNvSpPr/>
          <p:nvPr/>
        </p:nvSpPr>
        <p:spPr>
          <a:xfrm>
            <a:off x="6433396" y="2776693"/>
            <a:ext cx="1126430" cy="1620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6" name="object 16"/>
          <p:cNvSpPr/>
          <p:nvPr/>
        </p:nvSpPr>
        <p:spPr>
          <a:xfrm>
            <a:off x="6430624" y="3183294"/>
            <a:ext cx="1182165" cy="1620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7" name="object 17"/>
          <p:cNvSpPr/>
          <p:nvPr/>
        </p:nvSpPr>
        <p:spPr>
          <a:xfrm>
            <a:off x="6430652" y="3589894"/>
            <a:ext cx="1170109" cy="16202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8" name="object 18"/>
          <p:cNvSpPr/>
          <p:nvPr/>
        </p:nvSpPr>
        <p:spPr>
          <a:xfrm>
            <a:off x="4086612" y="3587123"/>
            <a:ext cx="847537" cy="165803"/>
          </a:xfrm>
          <a:custGeom>
            <a:avLst/>
            <a:gdLst/>
            <a:ahLst/>
            <a:cxnLst/>
            <a:rect l="l" t="t" r="r" b="b"/>
            <a:pathLst>
              <a:path w="1191259" h="233045">
                <a:moveTo>
                  <a:pt x="74901" y="6927"/>
                </a:moveTo>
                <a:lnTo>
                  <a:pt x="0" y="6927"/>
                </a:lnTo>
                <a:lnTo>
                  <a:pt x="0" y="228599"/>
                </a:lnTo>
                <a:lnTo>
                  <a:pt x="26843" y="228599"/>
                </a:lnTo>
                <a:lnTo>
                  <a:pt x="26843" y="147637"/>
                </a:lnTo>
                <a:lnTo>
                  <a:pt x="21647" y="147637"/>
                </a:lnTo>
                <a:lnTo>
                  <a:pt x="21647" y="123824"/>
                </a:lnTo>
                <a:lnTo>
                  <a:pt x="26843" y="123824"/>
                </a:lnTo>
                <a:lnTo>
                  <a:pt x="26843" y="30739"/>
                </a:lnTo>
                <a:lnTo>
                  <a:pt x="134930" y="30739"/>
                </a:lnTo>
                <a:lnTo>
                  <a:pt x="98605" y="9281"/>
                </a:lnTo>
                <a:lnTo>
                  <a:pt x="87348" y="7515"/>
                </a:lnTo>
                <a:lnTo>
                  <a:pt x="74901" y="6927"/>
                </a:lnTo>
                <a:close/>
              </a:path>
              <a:path w="1191259" h="233045">
                <a:moveTo>
                  <a:pt x="26843" y="123824"/>
                </a:moveTo>
                <a:lnTo>
                  <a:pt x="21647" y="123824"/>
                </a:lnTo>
                <a:lnTo>
                  <a:pt x="21647" y="147637"/>
                </a:lnTo>
                <a:lnTo>
                  <a:pt x="26843" y="147637"/>
                </a:lnTo>
                <a:lnTo>
                  <a:pt x="26843" y="123824"/>
                </a:lnTo>
                <a:close/>
              </a:path>
              <a:path w="1191259" h="233045">
                <a:moveTo>
                  <a:pt x="134930" y="30739"/>
                </a:moveTo>
                <a:lnTo>
                  <a:pt x="74035" y="30739"/>
                </a:lnTo>
                <a:lnTo>
                  <a:pt x="82626" y="31118"/>
                </a:lnTo>
                <a:lnTo>
                  <a:pt x="90325" y="32255"/>
                </a:lnTo>
                <a:lnTo>
                  <a:pt x="118846" y="53253"/>
                </a:lnTo>
                <a:lnTo>
                  <a:pt x="122165" y="60252"/>
                </a:lnTo>
                <a:lnTo>
                  <a:pt x="123825" y="68190"/>
                </a:lnTo>
                <a:lnTo>
                  <a:pt x="123825" y="85941"/>
                </a:lnTo>
                <a:lnTo>
                  <a:pt x="122165" y="93915"/>
                </a:lnTo>
                <a:lnTo>
                  <a:pt x="118846" y="100986"/>
                </a:lnTo>
                <a:lnTo>
                  <a:pt x="115598" y="107986"/>
                </a:lnTo>
                <a:lnTo>
                  <a:pt x="74468" y="123824"/>
                </a:lnTo>
                <a:lnTo>
                  <a:pt x="26843" y="123824"/>
                </a:lnTo>
                <a:lnTo>
                  <a:pt x="26843" y="147637"/>
                </a:lnTo>
                <a:lnTo>
                  <a:pt x="75334" y="147637"/>
                </a:lnTo>
                <a:lnTo>
                  <a:pt x="87686" y="147048"/>
                </a:lnTo>
                <a:lnTo>
                  <a:pt x="125502" y="133052"/>
                </a:lnTo>
                <a:lnTo>
                  <a:pt x="148232" y="95764"/>
                </a:lnTo>
                <a:lnTo>
                  <a:pt x="150235" y="77065"/>
                </a:lnTo>
                <a:lnTo>
                  <a:pt x="149734" y="67500"/>
                </a:lnTo>
                <a:lnTo>
                  <a:pt x="148232" y="58394"/>
                </a:lnTo>
                <a:lnTo>
                  <a:pt x="145729" y="49749"/>
                </a:lnTo>
                <a:lnTo>
                  <a:pt x="142225" y="41563"/>
                </a:lnTo>
                <a:lnTo>
                  <a:pt x="137679" y="34020"/>
                </a:lnTo>
                <a:lnTo>
                  <a:pt x="134930" y="30739"/>
                </a:lnTo>
                <a:close/>
              </a:path>
              <a:path w="1191259" h="233045">
                <a:moveTo>
                  <a:pt x="215557" y="6927"/>
                </a:moveTo>
                <a:lnTo>
                  <a:pt x="190012" y="6927"/>
                </a:lnTo>
                <a:lnTo>
                  <a:pt x="190012" y="228599"/>
                </a:lnTo>
                <a:lnTo>
                  <a:pt x="215557" y="228599"/>
                </a:lnTo>
                <a:lnTo>
                  <a:pt x="215557" y="6927"/>
                </a:lnTo>
                <a:close/>
              </a:path>
              <a:path w="1191259" h="233045">
                <a:moveTo>
                  <a:pt x="378351" y="82694"/>
                </a:moveTo>
                <a:lnTo>
                  <a:pt x="326853" y="82694"/>
                </a:lnTo>
                <a:lnTo>
                  <a:pt x="335113" y="83249"/>
                </a:lnTo>
                <a:lnTo>
                  <a:pt x="342250" y="84913"/>
                </a:lnTo>
                <a:lnTo>
                  <a:pt x="361922" y="116464"/>
                </a:lnTo>
                <a:lnTo>
                  <a:pt x="361922" y="121443"/>
                </a:lnTo>
                <a:lnTo>
                  <a:pt x="360443" y="124330"/>
                </a:lnTo>
                <a:lnTo>
                  <a:pt x="357485" y="125989"/>
                </a:lnTo>
                <a:lnTo>
                  <a:pt x="354598" y="127649"/>
                </a:lnTo>
                <a:lnTo>
                  <a:pt x="349980" y="128840"/>
                </a:lnTo>
                <a:lnTo>
                  <a:pt x="343630" y="129561"/>
                </a:lnTo>
                <a:lnTo>
                  <a:pt x="337352" y="130211"/>
                </a:lnTo>
                <a:lnTo>
                  <a:pt x="329162" y="131185"/>
                </a:lnTo>
                <a:lnTo>
                  <a:pt x="288428" y="138256"/>
                </a:lnTo>
                <a:lnTo>
                  <a:pt x="260178" y="158244"/>
                </a:lnTo>
                <a:lnTo>
                  <a:pt x="256426" y="164161"/>
                </a:lnTo>
                <a:lnTo>
                  <a:pt x="254550" y="171882"/>
                </a:lnTo>
                <a:lnTo>
                  <a:pt x="254582" y="181949"/>
                </a:lnTo>
                <a:lnTo>
                  <a:pt x="255023" y="189228"/>
                </a:lnTo>
                <a:lnTo>
                  <a:pt x="276475" y="223181"/>
                </a:lnTo>
                <a:lnTo>
                  <a:pt x="311267" y="232496"/>
                </a:lnTo>
                <a:lnTo>
                  <a:pt x="320936" y="232496"/>
                </a:lnTo>
                <a:lnTo>
                  <a:pt x="356005" y="213554"/>
                </a:lnTo>
                <a:lnTo>
                  <a:pt x="358961" y="209549"/>
                </a:lnTo>
                <a:lnTo>
                  <a:pt x="315163" y="209549"/>
                </a:lnTo>
                <a:lnTo>
                  <a:pt x="307793" y="209117"/>
                </a:lnTo>
                <a:lnTo>
                  <a:pt x="280094" y="191582"/>
                </a:lnTo>
                <a:lnTo>
                  <a:pt x="280094" y="176212"/>
                </a:lnTo>
                <a:lnTo>
                  <a:pt x="320503" y="154203"/>
                </a:lnTo>
                <a:lnTo>
                  <a:pt x="328477" y="153265"/>
                </a:lnTo>
                <a:lnTo>
                  <a:pt x="332951" y="152688"/>
                </a:lnTo>
                <a:lnTo>
                  <a:pt x="361922" y="145039"/>
                </a:lnTo>
                <a:lnTo>
                  <a:pt x="387467" y="145039"/>
                </a:lnTo>
                <a:lnTo>
                  <a:pt x="385843" y="101257"/>
                </a:lnTo>
                <a:lnTo>
                  <a:pt x="380972" y="87456"/>
                </a:lnTo>
                <a:lnTo>
                  <a:pt x="378351" y="82694"/>
                </a:lnTo>
                <a:close/>
              </a:path>
              <a:path w="1191259" h="233045">
                <a:moveTo>
                  <a:pt x="387467" y="206086"/>
                </a:moveTo>
                <a:lnTo>
                  <a:pt x="361922" y="206086"/>
                </a:lnTo>
                <a:lnTo>
                  <a:pt x="361922" y="228599"/>
                </a:lnTo>
                <a:lnTo>
                  <a:pt x="387467" y="228599"/>
                </a:lnTo>
                <a:lnTo>
                  <a:pt x="387467" y="206086"/>
                </a:lnTo>
                <a:close/>
              </a:path>
              <a:path w="1191259" h="233045">
                <a:moveTo>
                  <a:pt x="387467" y="145039"/>
                </a:moveTo>
                <a:lnTo>
                  <a:pt x="361922" y="145039"/>
                </a:lnTo>
                <a:lnTo>
                  <a:pt x="361922" y="175346"/>
                </a:lnTo>
                <a:lnTo>
                  <a:pt x="360118" y="181949"/>
                </a:lnTo>
                <a:lnTo>
                  <a:pt x="356511" y="188226"/>
                </a:lnTo>
                <a:lnTo>
                  <a:pt x="352975" y="194504"/>
                </a:lnTo>
                <a:lnTo>
                  <a:pt x="347707" y="199628"/>
                </a:lnTo>
                <a:lnTo>
                  <a:pt x="315163" y="209549"/>
                </a:lnTo>
                <a:lnTo>
                  <a:pt x="358961" y="209549"/>
                </a:lnTo>
                <a:lnTo>
                  <a:pt x="360624" y="206086"/>
                </a:lnTo>
                <a:lnTo>
                  <a:pt x="387467" y="206086"/>
                </a:lnTo>
                <a:lnTo>
                  <a:pt x="387467" y="145039"/>
                </a:lnTo>
                <a:close/>
              </a:path>
              <a:path w="1191259" h="233045">
                <a:moveTo>
                  <a:pt x="331327" y="60180"/>
                </a:moveTo>
                <a:lnTo>
                  <a:pt x="325987" y="60180"/>
                </a:lnTo>
                <a:lnTo>
                  <a:pt x="319682" y="60397"/>
                </a:lnTo>
                <a:lnTo>
                  <a:pt x="282218" y="71599"/>
                </a:lnTo>
                <a:lnTo>
                  <a:pt x="259312" y="99146"/>
                </a:lnTo>
                <a:lnTo>
                  <a:pt x="283558" y="107805"/>
                </a:lnTo>
                <a:lnTo>
                  <a:pt x="286372" y="101744"/>
                </a:lnTo>
                <a:lnTo>
                  <a:pt x="291243" y="96043"/>
                </a:lnTo>
                <a:lnTo>
                  <a:pt x="326853" y="82694"/>
                </a:lnTo>
                <a:lnTo>
                  <a:pt x="378351" y="82694"/>
                </a:lnTo>
                <a:lnTo>
                  <a:pt x="376643" y="79591"/>
                </a:lnTo>
                <a:lnTo>
                  <a:pt x="371195" y="73710"/>
                </a:lnTo>
                <a:lnTo>
                  <a:pt x="358134" y="65917"/>
                </a:lnTo>
                <a:lnTo>
                  <a:pt x="351387" y="63355"/>
                </a:lnTo>
                <a:lnTo>
                  <a:pt x="344388" y="62128"/>
                </a:lnTo>
                <a:lnTo>
                  <a:pt x="337461" y="60830"/>
                </a:lnTo>
                <a:lnTo>
                  <a:pt x="331327" y="60180"/>
                </a:lnTo>
                <a:close/>
              </a:path>
              <a:path w="1191259" h="233045">
                <a:moveTo>
                  <a:pt x="470892" y="22513"/>
                </a:moveTo>
                <a:lnTo>
                  <a:pt x="445347" y="22513"/>
                </a:lnTo>
                <a:lnTo>
                  <a:pt x="445347" y="197571"/>
                </a:lnTo>
                <a:lnTo>
                  <a:pt x="476087" y="229213"/>
                </a:lnTo>
                <a:lnTo>
                  <a:pt x="483159" y="230764"/>
                </a:lnTo>
                <a:lnTo>
                  <a:pt x="495137" y="230764"/>
                </a:lnTo>
                <a:lnTo>
                  <a:pt x="499070" y="230403"/>
                </a:lnTo>
                <a:lnTo>
                  <a:pt x="502173" y="229682"/>
                </a:lnTo>
                <a:lnTo>
                  <a:pt x="505275" y="229032"/>
                </a:lnTo>
                <a:lnTo>
                  <a:pt x="507693" y="228383"/>
                </a:lnTo>
                <a:lnTo>
                  <a:pt x="509425" y="227734"/>
                </a:lnTo>
                <a:lnTo>
                  <a:pt x="504523" y="206086"/>
                </a:lnTo>
                <a:lnTo>
                  <a:pt x="489220" y="206086"/>
                </a:lnTo>
                <a:lnTo>
                  <a:pt x="485648" y="205509"/>
                </a:lnTo>
                <a:lnTo>
                  <a:pt x="470892" y="188190"/>
                </a:lnTo>
                <a:lnTo>
                  <a:pt x="470892" y="22513"/>
                </a:lnTo>
                <a:close/>
              </a:path>
              <a:path w="1191259" h="233045">
                <a:moveTo>
                  <a:pt x="504229" y="204787"/>
                </a:moveTo>
                <a:lnTo>
                  <a:pt x="499900" y="205653"/>
                </a:lnTo>
                <a:lnTo>
                  <a:pt x="498096" y="205942"/>
                </a:lnTo>
                <a:lnTo>
                  <a:pt x="495787" y="206086"/>
                </a:lnTo>
                <a:lnTo>
                  <a:pt x="504523" y="206086"/>
                </a:lnTo>
                <a:lnTo>
                  <a:pt x="504229" y="204787"/>
                </a:lnTo>
                <a:close/>
              </a:path>
              <a:path w="1191259" h="233045">
                <a:moveTo>
                  <a:pt x="445347" y="62345"/>
                </a:moveTo>
                <a:lnTo>
                  <a:pt x="420236" y="62345"/>
                </a:lnTo>
                <a:lnTo>
                  <a:pt x="420236" y="83993"/>
                </a:lnTo>
                <a:lnTo>
                  <a:pt x="445347" y="83993"/>
                </a:lnTo>
                <a:lnTo>
                  <a:pt x="445347" y="62345"/>
                </a:lnTo>
                <a:close/>
              </a:path>
              <a:path w="1191259" h="233045">
                <a:moveTo>
                  <a:pt x="506394" y="62345"/>
                </a:moveTo>
                <a:lnTo>
                  <a:pt x="470892" y="62345"/>
                </a:lnTo>
                <a:lnTo>
                  <a:pt x="470892" y="83993"/>
                </a:lnTo>
                <a:lnTo>
                  <a:pt x="506394" y="83993"/>
                </a:lnTo>
                <a:lnTo>
                  <a:pt x="506394" y="62345"/>
                </a:lnTo>
                <a:close/>
              </a:path>
              <a:path w="1191259" h="233045">
                <a:moveTo>
                  <a:pt x="570363" y="62345"/>
                </a:moveTo>
                <a:lnTo>
                  <a:pt x="544819" y="62345"/>
                </a:lnTo>
                <a:lnTo>
                  <a:pt x="544819" y="228599"/>
                </a:lnTo>
                <a:lnTo>
                  <a:pt x="570363" y="228599"/>
                </a:lnTo>
                <a:lnTo>
                  <a:pt x="570363" y="62345"/>
                </a:lnTo>
                <a:close/>
              </a:path>
              <a:path w="1191259" h="233045">
                <a:moveTo>
                  <a:pt x="562786" y="0"/>
                </a:moveTo>
                <a:lnTo>
                  <a:pt x="552828" y="0"/>
                </a:lnTo>
                <a:lnTo>
                  <a:pt x="548535" y="1695"/>
                </a:lnTo>
                <a:lnTo>
                  <a:pt x="544927" y="5087"/>
                </a:lnTo>
                <a:lnTo>
                  <a:pt x="541391" y="8478"/>
                </a:lnTo>
                <a:lnTo>
                  <a:pt x="539623" y="12555"/>
                </a:lnTo>
                <a:lnTo>
                  <a:pt x="539623" y="22080"/>
                </a:lnTo>
                <a:lnTo>
                  <a:pt x="541391" y="26157"/>
                </a:lnTo>
                <a:lnTo>
                  <a:pt x="544927" y="29549"/>
                </a:lnTo>
                <a:lnTo>
                  <a:pt x="548535" y="32940"/>
                </a:lnTo>
                <a:lnTo>
                  <a:pt x="552828" y="34636"/>
                </a:lnTo>
                <a:lnTo>
                  <a:pt x="562786" y="34636"/>
                </a:lnTo>
                <a:lnTo>
                  <a:pt x="567044" y="32940"/>
                </a:lnTo>
                <a:lnTo>
                  <a:pt x="570579" y="29549"/>
                </a:lnTo>
                <a:lnTo>
                  <a:pt x="574187" y="26157"/>
                </a:lnTo>
                <a:lnTo>
                  <a:pt x="575991" y="22080"/>
                </a:lnTo>
                <a:lnTo>
                  <a:pt x="575991" y="12555"/>
                </a:lnTo>
                <a:lnTo>
                  <a:pt x="574187" y="8478"/>
                </a:lnTo>
                <a:lnTo>
                  <a:pt x="570579" y="5087"/>
                </a:lnTo>
                <a:lnTo>
                  <a:pt x="567044" y="1695"/>
                </a:lnTo>
                <a:lnTo>
                  <a:pt x="562786" y="0"/>
                </a:lnTo>
                <a:close/>
              </a:path>
              <a:path w="1191259" h="233045">
                <a:moveTo>
                  <a:pt x="641828" y="62345"/>
                </a:moveTo>
                <a:lnTo>
                  <a:pt x="617149" y="62345"/>
                </a:lnTo>
                <a:lnTo>
                  <a:pt x="617149" y="228599"/>
                </a:lnTo>
                <a:lnTo>
                  <a:pt x="642693" y="228599"/>
                </a:lnTo>
                <a:lnTo>
                  <a:pt x="642693" y="118918"/>
                </a:lnTo>
                <a:lnTo>
                  <a:pt x="644534" y="110692"/>
                </a:lnTo>
                <a:lnTo>
                  <a:pt x="651894" y="97126"/>
                </a:lnTo>
                <a:lnTo>
                  <a:pt x="656909" y="91966"/>
                </a:lnTo>
                <a:lnTo>
                  <a:pt x="663455" y="88322"/>
                </a:lnTo>
                <a:lnTo>
                  <a:pt x="641828" y="88322"/>
                </a:lnTo>
                <a:lnTo>
                  <a:pt x="641828" y="62345"/>
                </a:lnTo>
                <a:close/>
              </a:path>
              <a:path w="1191259" h="233045">
                <a:moveTo>
                  <a:pt x="738912" y="83127"/>
                </a:moveTo>
                <a:lnTo>
                  <a:pt x="685123" y="83127"/>
                </a:lnTo>
                <a:lnTo>
                  <a:pt x="693525" y="83817"/>
                </a:lnTo>
                <a:lnTo>
                  <a:pt x="700980" y="85887"/>
                </a:lnTo>
                <a:lnTo>
                  <a:pt x="723104" y="122959"/>
                </a:lnTo>
                <a:lnTo>
                  <a:pt x="723223" y="228599"/>
                </a:lnTo>
                <a:lnTo>
                  <a:pt x="748767" y="228599"/>
                </a:lnTo>
                <a:lnTo>
                  <a:pt x="748767" y="122959"/>
                </a:lnTo>
                <a:lnTo>
                  <a:pt x="748328" y="112811"/>
                </a:lnTo>
                <a:lnTo>
                  <a:pt x="747008" y="103584"/>
                </a:lnTo>
                <a:lnTo>
                  <a:pt x="744810" y="95277"/>
                </a:lnTo>
                <a:lnTo>
                  <a:pt x="741732" y="87889"/>
                </a:lnTo>
                <a:lnTo>
                  <a:pt x="738912" y="83127"/>
                </a:lnTo>
                <a:close/>
              </a:path>
              <a:path w="1191259" h="233045">
                <a:moveTo>
                  <a:pt x="692483" y="60180"/>
                </a:moveTo>
                <a:lnTo>
                  <a:pt x="656169" y="72127"/>
                </a:lnTo>
                <a:lnTo>
                  <a:pt x="643992" y="88322"/>
                </a:lnTo>
                <a:lnTo>
                  <a:pt x="663455" y="88322"/>
                </a:lnTo>
                <a:lnTo>
                  <a:pt x="669681" y="84895"/>
                </a:lnTo>
                <a:lnTo>
                  <a:pt x="676969" y="83127"/>
                </a:lnTo>
                <a:lnTo>
                  <a:pt x="738912" y="83127"/>
                </a:lnTo>
                <a:lnTo>
                  <a:pt x="737862" y="81354"/>
                </a:lnTo>
                <a:lnTo>
                  <a:pt x="700662" y="60613"/>
                </a:lnTo>
                <a:lnTo>
                  <a:pt x="692483" y="60180"/>
                </a:lnTo>
                <a:close/>
              </a:path>
              <a:path w="1191259" h="233045">
                <a:moveTo>
                  <a:pt x="820990" y="62345"/>
                </a:moveTo>
                <a:lnTo>
                  <a:pt x="795445" y="62345"/>
                </a:lnTo>
                <a:lnTo>
                  <a:pt x="795449" y="168074"/>
                </a:lnTo>
                <a:lnTo>
                  <a:pt x="806161" y="209658"/>
                </a:lnTo>
                <a:lnTo>
                  <a:pt x="841555" y="230338"/>
                </a:lnTo>
                <a:lnTo>
                  <a:pt x="849132" y="230764"/>
                </a:lnTo>
                <a:lnTo>
                  <a:pt x="858143" y="230216"/>
                </a:lnTo>
                <a:lnTo>
                  <a:pt x="895160" y="206553"/>
                </a:lnTo>
                <a:lnTo>
                  <a:pt x="895415" y="206086"/>
                </a:lnTo>
                <a:lnTo>
                  <a:pt x="857358" y="206086"/>
                </a:lnTo>
                <a:lnTo>
                  <a:pt x="849754" y="205409"/>
                </a:lnTo>
                <a:lnTo>
                  <a:pt x="821621" y="174832"/>
                </a:lnTo>
                <a:lnTo>
                  <a:pt x="820990" y="166254"/>
                </a:lnTo>
                <a:lnTo>
                  <a:pt x="820990" y="62345"/>
                </a:lnTo>
                <a:close/>
              </a:path>
              <a:path w="1191259" h="233045">
                <a:moveTo>
                  <a:pt x="925765" y="200457"/>
                </a:moveTo>
                <a:lnTo>
                  <a:pt x="900220" y="200457"/>
                </a:lnTo>
                <a:lnTo>
                  <a:pt x="900220" y="228599"/>
                </a:lnTo>
                <a:lnTo>
                  <a:pt x="925765" y="228599"/>
                </a:lnTo>
                <a:lnTo>
                  <a:pt x="925765" y="200457"/>
                </a:lnTo>
                <a:close/>
              </a:path>
              <a:path w="1191259" h="233045">
                <a:moveTo>
                  <a:pt x="925765" y="62345"/>
                </a:moveTo>
                <a:lnTo>
                  <a:pt x="900220" y="62345"/>
                </a:lnTo>
                <a:lnTo>
                  <a:pt x="900220" y="160626"/>
                </a:lnTo>
                <a:lnTo>
                  <a:pt x="899794" y="168074"/>
                </a:lnTo>
                <a:lnTo>
                  <a:pt x="870166" y="204462"/>
                </a:lnTo>
                <a:lnTo>
                  <a:pt x="863708" y="206086"/>
                </a:lnTo>
                <a:lnTo>
                  <a:pt x="895415" y="206086"/>
                </a:lnTo>
                <a:lnTo>
                  <a:pt x="898488" y="200457"/>
                </a:lnTo>
                <a:lnTo>
                  <a:pt x="925765" y="200457"/>
                </a:lnTo>
                <a:lnTo>
                  <a:pt x="925765" y="62345"/>
                </a:lnTo>
                <a:close/>
              </a:path>
              <a:path w="1191259" h="233045">
                <a:moveTo>
                  <a:pt x="997229" y="62345"/>
                </a:moveTo>
                <a:lnTo>
                  <a:pt x="972551" y="62345"/>
                </a:lnTo>
                <a:lnTo>
                  <a:pt x="972551" y="228599"/>
                </a:lnTo>
                <a:lnTo>
                  <a:pt x="998095" y="228599"/>
                </a:lnTo>
                <a:lnTo>
                  <a:pt x="998095" y="116536"/>
                </a:lnTo>
                <a:lnTo>
                  <a:pt x="999827" y="109357"/>
                </a:lnTo>
                <a:lnTo>
                  <a:pt x="1003290" y="103151"/>
                </a:lnTo>
                <a:lnTo>
                  <a:pt x="1006826" y="96873"/>
                </a:lnTo>
                <a:lnTo>
                  <a:pt x="1011444" y="91966"/>
                </a:lnTo>
                <a:lnTo>
                  <a:pt x="1017322" y="88322"/>
                </a:lnTo>
                <a:lnTo>
                  <a:pt x="997229" y="88322"/>
                </a:lnTo>
                <a:lnTo>
                  <a:pt x="997229" y="62345"/>
                </a:lnTo>
                <a:close/>
              </a:path>
              <a:path w="1191259" h="233045">
                <a:moveTo>
                  <a:pt x="1085781" y="83127"/>
                </a:moveTo>
                <a:lnTo>
                  <a:pt x="1045431" y="83127"/>
                </a:lnTo>
                <a:lnTo>
                  <a:pt x="1053333" y="86049"/>
                </a:lnTo>
                <a:lnTo>
                  <a:pt x="1059543" y="91966"/>
                </a:lnTo>
                <a:lnTo>
                  <a:pt x="1065600" y="97667"/>
                </a:lnTo>
                <a:lnTo>
                  <a:pt x="1068667" y="105280"/>
                </a:lnTo>
                <a:lnTo>
                  <a:pt x="1068667" y="228599"/>
                </a:lnTo>
                <a:lnTo>
                  <a:pt x="1094644" y="228599"/>
                </a:lnTo>
                <a:lnTo>
                  <a:pt x="1094644" y="120361"/>
                </a:lnTo>
                <a:lnTo>
                  <a:pt x="1095246" y="112649"/>
                </a:lnTo>
                <a:lnTo>
                  <a:pt x="1111053" y="88322"/>
                </a:lnTo>
                <a:lnTo>
                  <a:pt x="1088583" y="88322"/>
                </a:lnTo>
                <a:lnTo>
                  <a:pt x="1085781" y="83127"/>
                </a:lnTo>
                <a:close/>
              </a:path>
              <a:path w="1191259" h="233045">
                <a:moveTo>
                  <a:pt x="1183275" y="83127"/>
                </a:moveTo>
                <a:lnTo>
                  <a:pt x="1140537" y="83127"/>
                </a:lnTo>
                <a:lnTo>
                  <a:pt x="1148462" y="85779"/>
                </a:lnTo>
                <a:lnTo>
                  <a:pt x="1155149" y="91028"/>
                </a:lnTo>
                <a:lnTo>
                  <a:pt x="1165215" y="228599"/>
                </a:lnTo>
                <a:lnTo>
                  <a:pt x="1190760" y="228599"/>
                </a:lnTo>
                <a:lnTo>
                  <a:pt x="1190708" y="116536"/>
                </a:lnTo>
                <a:lnTo>
                  <a:pt x="1189874" y="103631"/>
                </a:lnTo>
                <a:lnTo>
                  <a:pt x="1187215" y="91867"/>
                </a:lnTo>
                <a:lnTo>
                  <a:pt x="1183275" y="83127"/>
                </a:lnTo>
                <a:close/>
              </a:path>
              <a:path w="1191259" h="233045">
                <a:moveTo>
                  <a:pt x="1043988" y="60180"/>
                </a:moveTo>
                <a:lnTo>
                  <a:pt x="1006186" y="76497"/>
                </a:lnTo>
                <a:lnTo>
                  <a:pt x="999394" y="88322"/>
                </a:lnTo>
                <a:lnTo>
                  <a:pt x="1017322" y="88322"/>
                </a:lnTo>
                <a:lnTo>
                  <a:pt x="1022918" y="84895"/>
                </a:lnTo>
                <a:lnTo>
                  <a:pt x="1029123" y="83127"/>
                </a:lnTo>
                <a:lnTo>
                  <a:pt x="1085781" y="83127"/>
                </a:lnTo>
                <a:lnTo>
                  <a:pt x="1085193" y="82038"/>
                </a:lnTo>
                <a:lnTo>
                  <a:pt x="1051869" y="60647"/>
                </a:lnTo>
                <a:lnTo>
                  <a:pt x="1043988" y="60180"/>
                </a:lnTo>
                <a:close/>
              </a:path>
              <a:path w="1191259" h="233045">
                <a:moveTo>
                  <a:pt x="1140104" y="60180"/>
                </a:moveTo>
                <a:lnTo>
                  <a:pt x="1103486" y="71985"/>
                </a:lnTo>
                <a:lnTo>
                  <a:pt x="1090314" y="88322"/>
                </a:lnTo>
                <a:lnTo>
                  <a:pt x="1111053" y="88322"/>
                </a:lnTo>
                <a:lnTo>
                  <a:pt x="1115886" y="85779"/>
                </a:lnTo>
                <a:lnTo>
                  <a:pt x="1123172" y="83790"/>
                </a:lnTo>
                <a:lnTo>
                  <a:pt x="1131445" y="83127"/>
                </a:lnTo>
                <a:lnTo>
                  <a:pt x="1183275" y="83127"/>
                </a:lnTo>
                <a:lnTo>
                  <a:pt x="1182784" y="82038"/>
                </a:lnTo>
                <a:lnTo>
                  <a:pt x="1176581" y="74143"/>
                </a:lnTo>
                <a:lnTo>
                  <a:pt x="1168984" y="68034"/>
                </a:lnTo>
                <a:lnTo>
                  <a:pt x="1160372" y="63671"/>
                </a:lnTo>
                <a:lnTo>
                  <a:pt x="1150745" y="61053"/>
                </a:lnTo>
                <a:lnTo>
                  <a:pt x="1140104" y="60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4080452" y="3178058"/>
            <a:ext cx="2140044" cy="1888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365750"/>
              </p:ext>
            </p:extLst>
          </p:nvPr>
        </p:nvGraphicFramePr>
        <p:xfrm>
          <a:off x="1645940" y="2105289"/>
          <a:ext cx="8348869" cy="3042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8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8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90120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8360438" y="2750100"/>
            <a:ext cx="1484882" cy="21593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2" name="object 22"/>
          <p:cNvSpPr/>
          <p:nvPr/>
        </p:nvSpPr>
        <p:spPr>
          <a:xfrm>
            <a:off x="8360438" y="3165736"/>
            <a:ext cx="1488270" cy="21593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3" name="object 23"/>
          <p:cNvSpPr/>
          <p:nvPr/>
        </p:nvSpPr>
        <p:spPr>
          <a:xfrm>
            <a:off x="8360438" y="3536195"/>
            <a:ext cx="1454386" cy="21593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4" name="object 24"/>
          <p:cNvSpPr/>
          <p:nvPr/>
        </p:nvSpPr>
        <p:spPr>
          <a:xfrm>
            <a:off x="4092977" y="2301607"/>
            <a:ext cx="978553" cy="213691"/>
          </a:xfrm>
          <a:custGeom>
            <a:avLst/>
            <a:gdLst/>
            <a:ahLst/>
            <a:cxnLst/>
            <a:rect l="l" t="t" r="r" b="b"/>
            <a:pathLst>
              <a:path w="1375409" h="300354">
                <a:moveTo>
                  <a:pt x="42718" y="0"/>
                </a:moveTo>
                <a:lnTo>
                  <a:pt x="0" y="0"/>
                </a:lnTo>
                <a:lnTo>
                  <a:pt x="0" y="295563"/>
                </a:lnTo>
                <a:lnTo>
                  <a:pt x="33481" y="295563"/>
                </a:lnTo>
                <a:lnTo>
                  <a:pt x="33481" y="71004"/>
                </a:lnTo>
                <a:lnTo>
                  <a:pt x="71788" y="71004"/>
                </a:lnTo>
                <a:lnTo>
                  <a:pt x="42718" y="0"/>
                </a:lnTo>
                <a:close/>
              </a:path>
              <a:path w="1375409" h="300354">
                <a:moveTo>
                  <a:pt x="71788" y="71004"/>
                </a:moveTo>
                <a:lnTo>
                  <a:pt x="36368" y="71004"/>
                </a:lnTo>
                <a:lnTo>
                  <a:pt x="128731" y="295563"/>
                </a:lnTo>
                <a:lnTo>
                  <a:pt x="161059" y="295563"/>
                </a:lnTo>
                <a:lnTo>
                  <a:pt x="181716" y="245340"/>
                </a:lnTo>
                <a:lnTo>
                  <a:pt x="143163" y="245340"/>
                </a:lnTo>
                <a:lnTo>
                  <a:pt x="71788" y="71004"/>
                </a:lnTo>
                <a:close/>
              </a:path>
              <a:path w="1375409" h="300354">
                <a:moveTo>
                  <a:pt x="289790" y="71004"/>
                </a:moveTo>
                <a:lnTo>
                  <a:pt x="256309" y="71004"/>
                </a:lnTo>
                <a:lnTo>
                  <a:pt x="256309" y="295563"/>
                </a:lnTo>
                <a:lnTo>
                  <a:pt x="289790" y="295563"/>
                </a:lnTo>
                <a:lnTo>
                  <a:pt x="289790" y="71004"/>
                </a:lnTo>
                <a:close/>
              </a:path>
              <a:path w="1375409" h="300354">
                <a:moveTo>
                  <a:pt x="289790" y="0"/>
                </a:moveTo>
                <a:lnTo>
                  <a:pt x="247072" y="0"/>
                </a:lnTo>
                <a:lnTo>
                  <a:pt x="146627" y="245340"/>
                </a:lnTo>
                <a:lnTo>
                  <a:pt x="181716" y="245340"/>
                </a:lnTo>
                <a:lnTo>
                  <a:pt x="253422" y="71004"/>
                </a:lnTo>
                <a:lnTo>
                  <a:pt x="289790" y="71004"/>
                </a:lnTo>
                <a:lnTo>
                  <a:pt x="289790" y="0"/>
                </a:lnTo>
                <a:close/>
              </a:path>
              <a:path w="1375409" h="300354">
                <a:moveTo>
                  <a:pt x="446989" y="71004"/>
                </a:moveTo>
                <a:lnTo>
                  <a:pt x="406102" y="79041"/>
                </a:lnTo>
                <a:lnTo>
                  <a:pt x="374253" y="102465"/>
                </a:lnTo>
                <a:lnTo>
                  <a:pt x="353606" y="138879"/>
                </a:lnTo>
                <a:lnTo>
                  <a:pt x="346544" y="185881"/>
                </a:lnTo>
                <a:lnTo>
                  <a:pt x="347328" y="202514"/>
                </a:lnTo>
                <a:lnTo>
                  <a:pt x="359099" y="245918"/>
                </a:lnTo>
                <a:lnTo>
                  <a:pt x="383669" y="278038"/>
                </a:lnTo>
                <a:lnTo>
                  <a:pt x="418811" y="296609"/>
                </a:lnTo>
                <a:lnTo>
                  <a:pt x="446989" y="300181"/>
                </a:lnTo>
                <a:lnTo>
                  <a:pt x="461529" y="299288"/>
                </a:lnTo>
                <a:lnTo>
                  <a:pt x="499521" y="285894"/>
                </a:lnTo>
                <a:lnTo>
                  <a:pt x="518810" y="269586"/>
                </a:lnTo>
                <a:lnTo>
                  <a:pt x="446989" y="269586"/>
                </a:lnTo>
                <a:lnTo>
                  <a:pt x="436093" y="268855"/>
                </a:lnTo>
                <a:lnTo>
                  <a:pt x="396658" y="244366"/>
                </a:lnTo>
                <a:lnTo>
                  <a:pt x="382371" y="207313"/>
                </a:lnTo>
                <a:lnTo>
                  <a:pt x="380603" y="185881"/>
                </a:lnTo>
                <a:lnTo>
                  <a:pt x="381045" y="174958"/>
                </a:lnTo>
                <a:lnTo>
                  <a:pt x="391688" y="135325"/>
                </a:lnTo>
                <a:lnTo>
                  <a:pt x="426207" y="104558"/>
                </a:lnTo>
                <a:lnTo>
                  <a:pt x="446989" y="101600"/>
                </a:lnTo>
                <a:lnTo>
                  <a:pt x="518776" y="101600"/>
                </a:lnTo>
                <a:lnTo>
                  <a:pt x="510218" y="93157"/>
                </a:lnTo>
                <a:lnTo>
                  <a:pt x="499521" y="85292"/>
                </a:lnTo>
                <a:lnTo>
                  <a:pt x="487795" y="79041"/>
                </a:lnTo>
                <a:lnTo>
                  <a:pt x="475131" y="74576"/>
                </a:lnTo>
                <a:lnTo>
                  <a:pt x="461529" y="71897"/>
                </a:lnTo>
                <a:lnTo>
                  <a:pt x="446989" y="71004"/>
                </a:lnTo>
                <a:close/>
              </a:path>
              <a:path w="1375409" h="300354">
                <a:moveTo>
                  <a:pt x="518776" y="101600"/>
                </a:moveTo>
                <a:lnTo>
                  <a:pt x="446989" y="101600"/>
                </a:lnTo>
                <a:lnTo>
                  <a:pt x="457885" y="102339"/>
                </a:lnTo>
                <a:lnTo>
                  <a:pt x="467771" y="104558"/>
                </a:lnTo>
                <a:lnTo>
                  <a:pt x="502290" y="135325"/>
                </a:lnTo>
                <a:lnTo>
                  <a:pt x="512933" y="174958"/>
                </a:lnTo>
                <a:lnTo>
                  <a:pt x="513375" y="185881"/>
                </a:lnTo>
                <a:lnTo>
                  <a:pt x="512933" y="196795"/>
                </a:lnTo>
                <a:lnTo>
                  <a:pt x="502290" y="236221"/>
                </a:lnTo>
                <a:lnTo>
                  <a:pt x="467771" y="266663"/>
                </a:lnTo>
                <a:lnTo>
                  <a:pt x="446989" y="269586"/>
                </a:lnTo>
                <a:lnTo>
                  <a:pt x="518810" y="269586"/>
                </a:lnTo>
                <a:lnTo>
                  <a:pt x="540291" y="232532"/>
                </a:lnTo>
                <a:lnTo>
                  <a:pt x="547434" y="185881"/>
                </a:lnTo>
                <a:lnTo>
                  <a:pt x="546641" y="169113"/>
                </a:lnTo>
                <a:lnTo>
                  <a:pt x="534734" y="125412"/>
                </a:lnTo>
                <a:lnTo>
                  <a:pt x="519653" y="102465"/>
                </a:lnTo>
                <a:lnTo>
                  <a:pt x="518776" y="101600"/>
                </a:lnTo>
                <a:close/>
              </a:path>
              <a:path w="1375409" h="300354">
                <a:moveTo>
                  <a:pt x="683707" y="71004"/>
                </a:moveTo>
                <a:lnTo>
                  <a:pt x="645445" y="78878"/>
                </a:lnTo>
                <a:lnTo>
                  <a:pt x="607588" y="112577"/>
                </a:lnTo>
                <a:lnTo>
                  <a:pt x="592029" y="152688"/>
                </a:lnTo>
                <a:lnTo>
                  <a:pt x="589034" y="185304"/>
                </a:lnTo>
                <a:lnTo>
                  <a:pt x="589783" y="202325"/>
                </a:lnTo>
                <a:lnTo>
                  <a:pt x="601013" y="246351"/>
                </a:lnTo>
                <a:lnTo>
                  <a:pt x="624176" y="278389"/>
                </a:lnTo>
                <a:lnTo>
                  <a:pt x="669681" y="299306"/>
                </a:lnTo>
                <a:lnTo>
                  <a:pt x="683130" y="300181"/>
                </a:lnTo>
                <a:lnTo>
                  <a:pt x="693277" y="299739"/>
                </a:lnTo>
                <a:lnTo>
                  <a:pt x="728698" y="285425"/>
                </a:lnTo>
                <a:lnTo>
                  <a:pt x="742462" y="269586"/>
                </a:lnTo>
                <a:lnTo>
                  <a:pt x="687748" y="269586"/>
                </a:lnTo>
                <a:lnTo>
                  <a:pt x="677501" y="268882"/>
                </a:lnTo>
                <a:lnTo>
                  <a:pt x="639401" y="244980"/>
                </a:lnTo>
                <a:lnTo>
                  <a:pt x="624897" y="207313"/>
                </a:lnTo>
                <a:lnTo>
                  <a:pt x="623093" y="184727"/>
                </a:lnTo>
                <a:lnTo>
                  <a:pt x="623535" y="173326"/>
                </a:lnTo>
                <a:lnTo>
                  <a:pt x="634215" y="133629"/>
                </a:lnTo>
                <a:lnTo>
                  <a:pt x="667904" y="104378"/>
                </a:lnTo>
                <a:lnTo>
                  <a:pt x="687748" y="101600"/>
                </a:lnTo>
                <a:lnTo>
                  <a:pt x="742666" y="101600"/>
                </a:lnTo>
                <a:lnTo>
                  <a:pt x="741771" y="100349"/>
                </a:lnTo>
                <a:lnTo>
                  <a:pt x="737249" y="94384"/>
                </a:lnTo>
                <a:lnTo>
                  <a:pt x="732823" y="88322"/>
                </a:lnTo>
                <a:lnTo>
                  <a:pt x="726377" y="82934"/>
                </a:lnTo>
                <a:lnTo>
                  <a:pt x="717910" y="78220"/>
                </a:lnTo>
                <a:lnTo>
                  <a:pt x="711064" y="75063"/>
                </a:lnTo>
                <a:lnTo>
                  <a:pt x="703082" y="72808"/>
                </a:lnTo>
                <a:lnTo>
                  <a:pt x="693962" y="71455"/>
                </a:lnTo>
                <a:lnTo>
                  <a:pt x="683707" y="71004"/>
                </a:lnTo>
                <a:close/>
              </a:path>
              <a:path w="1375409" h="300354">
                <a:moveTo>
                  <a:pt x="784730" y="261504"/>
                </a:moveTo>
                <a:lnTo>
                  <a:pt x="751825" y="261504"/>
                </a:lnTo>
                <a:lnTo>
                  <a:pt x="751825" y="295563"/>
                </a:lnTo>
                <a:lnTo>
                  <a:pt x="784730" y="295563"/>
                </a:lnTo>
                <a:lnTo>
                  <a:pt x="784730" y="261504"/>
                </a:lnTo>
                <a:close/>
              </a:path>
              <a:path w="1375409" h="300354">
                <a:moveTo>
                  <a:pt x="742666" y="101600"/>
                </a:moveTo>
                <a:lnTo>
                  <a:pt x="687748" y="101600"/>
                </a:lnTo>
                <a:lnTo>
                  <a:pt x="697724" y="102258"/>
                </a:lnTo>
                <a:lnTo>
                  <a:pt x="706870" y="104233"/>
                </a:lnTo>
                <a:lnTo>
                  <a:pt x="739991" y="132429"/>
                </a:lnTo>
                <a:lnTo>
                  <a:pt x="750797" y="172703"/>
                </a:lnTo>
                <a:lnTo>
                  <a:pt x="751248" y="184727"/>
                </a:lnTo>
                <a:lnTo>
                  <a:pt x="750788" y="196913"/>
                </a:lnTo>
                <a:lnTo>
                  <a:pt x="739784" y="238043"/>
                </a:lnTo>
                <a:lnTo>
                  <a:pt x="706653" y="266916"/>
                </a:lnTo>
                <a:lnTo>
                  <a:pt x="687748" y="269586"/>
                </a:lnTo>
                <a:lnTo>
                  <a:pt x="742462" y="269586"/>
                </a:lnTo>
                <a:lnTo>
                  <a:pt x="745283" y="265545"/>
                </a:lnTo>
                <a:lnTo>
                  <a:pt x="747784" y="261504"/>
                </a:lnTo>
                <a:lnTo>
                  <a:pt x="784730" y="261504"/>
                </a:lnTo>
                <a:lnTo>
                  <a:pt x="784730" y="109104"/>
                </a:lnTo>
                <a:lnTo>
                  <a:pt x="747784" y="109104"/>
                </a:lnTo>
                <a:lnTo>
                  <a:pt x="745283" y="105256"/>
                </a:lnTo>
                <a:lnTo>
                  <a:pt x="742666" y="101600"/>
                </a:lnTo>
                <a:close/>
              </a:path>
              <a:path w="1375409" h="300354">
                <a:moveTo>
                  <a:pt x="784730" y="0"/>
                </a:moveTo>
                <a:lnTo>
                  <a:pt x="750671" y="0"/>
                </a:lnTo>
                <a:lnTo>
                  <a:pt x="750671" y="109104"/>
                </a:lnTo>
                <a:lnTo>
                  <a:pt x="784730" y="109104"/>
                </a:lnTo>
                <a:lnTo>
                  <a:pt x="784730" y="0"/>
                </a:lnTo>
                <a:close/>
              </a:path>
              <a:path w="1375409" h="300354">
                <a:moveTo>
                  <a:pt x="941315" y="71004"/>
                </a:moveTo>
                <a:lnTo>
                  <a:pt x="900509" y="79284"/>
                </a:lnTo>
                <a:lnTo>
                  <a:pt x="868867" y="103187"/>
                </a:lnTo>
                <a:lnTo>
                  <a:pt x="848428" y="139916"/>
                </a:lnTo>
                <a:lnTo>
                  <a:pt x="841447" y="186459"/>
                </a:lnTo>
                <a:lnTo>
                  <a:pt x="842222" y="202965"/>
                </a:lnTo>
                <a:lnTo>
                  <a:pt x="853858" y="246206"/>
                </a:lnTo>
                <a:lnTo>
                  <a:pt x="878618" y="278191"/>
                </a:lnTo>
                <a:lnTo>
                  <a:pt x="914941" y="296646"/>
                </a:lnTo>
                <a:lnTo>
                  <a:pt x="944778" y="300181"/>
                </a:lnTo>
                <a:lnTo>
                  <a:pt x="955756" y="299748"/>
                </a:lnTo>
                <a:lnTo>
                  <a:pt x="993991" y="289376"/>
                </a:lnTo>
                <a:lnTo>
                  <a:pt x="1019122" y="269586"/>
                </a:lnTo>
                <a:lnTo>
                  <a:pt x="944778" y="269586"/>
                </a:lnTo>
                <a:lnTo>
                  <a:pt x="934775" y="269027"/>
                </a:lnTo>
                <a:lnTo>
                  <a:pt x="894664" y="249490"/>
                </a:lnTo>
                <a:lnTo>
                  <a:pt x="877671" y="214853"/>
                </a:lnTo>
                <a:lnTo>
                  <a:pt x="875713" y="196272"/>
                </a:lnTo>
                <a:lnTo>
                  <a:pt x="865692" y="196272"/>
                </a:lnTo>
                <a:lnTo>
                  <a:pt x="865692" y="166831"/>
                </a:lnTo>
                <a:lnTo>
                  <a:pt x="875792" y="166831"/>
                </a:lnTo>
                <a:lnTo>
                  <a:pt x="876002" y="163007"/>
                </a:lnTo>
                <a:lnTo>
                  <a:pt x="893076" y="123175"/>
                </a:lnTo>
                <a:lnTo>
                  <a:pt x="931483" y="102231"/>
                </a:lnTo>
                <a:lnTo>
                  <a:pt x="941315" y="101600"/>
                </a:lnTo>
                <a:lnTo>
                  <a:pt x="1011997" y="101600"/>
                </a:lnTo>
                <a:lnTo>
                  <a:pt x="1006258" y="95538"/>
                </a:lnTo>
                <a:lnTo>
                  <a:pt x="967049" y="74251"/>
                </a:lnTo>
                <a:lnTo>
                  <a:pt x="949947" y="71365"/>
                </a:lnTo>
                <a:lnTo>
                  <a:pt x="941315" y="71004"/>
                </a:lnTo>
                <a:close/>
              </a:path>
              <a:path w="1375409" h="300354">
                <a:moveTo>
                  <a:pt x="1000197" y="234950"/>
                </a:moveTo>
                <a:lnTo>
                  <a:pt x="961808" y="268335"/>
                </a:lnTo>
                <a:lnTo>
                  <a:pt x="953726" y="269586"/>
                </a:lnTo>
                <a:lnTo>
                  <a:pt x="1019122" y="269586"/>
                </a:lnTo>
                <a:lnTo>
                  <a:pt x="1021330" y="267024"/>
                </a:lnTo>
                <a:lnTo>
                  <a:pt x="1026138" y="259917"/>
                </a:lnTo>
                <a:lnTo>
                  <a:pt x="1030061" y="252304"/>
                </a:lnTo>
                <a:lnTo>
                  <a:pt x="1033101" y="244186"/>
                </a:lnTo>
                <a:lnTo>
                  <a:pt x="1000197" y="234950"/>
                </a:lnTo>
                <a:close/>
              </a:path>
              <a:path w="1375409" h="300354">
                <a:moveTo>
                  <a:pt x="875792" y="166831"/>
                </a:moveTo>
                <a:lnTo>
                  <a:pt x="865692" y="166831"/>
                </a:lnTo>
                <a:lnTo>
                  <a:pt x="865692" y="196272"/>
                </a:lnTo>
                <a:lnTo>
                  <a:pt x="875713" y="196272"/>
                </a:lnTo>
                <a:lnTo>
                  <a:pt x="875506" y="191654"/>
                </a:lnTo>
                <a:lnTo>
                  <a:pt x="875621" y="169934"/>
                </a:lnTo>
                <a:lnTo>
                  <a:pt x="875792" y="166831"/>
                </a:lnTo>
                <a:close/>
              </a:path>
              <a:path w="1375409" h="300354">
                <a:moveTo>
                  <a:pt x="1011997" y="101600"/>
                </a:moveTo>
                <a:lnTo>
                  <a:pt x="941315" y="101600"/>
                </a:lnTo>
                <a:lnTo>
                  <a:pt x="950245" y="102132"/>
                </a:lnTo>
                <a:lnTo>
                  <a:pt x="958561" y="103728"/>
                </a:lnTo>
                <a:lnTo>
                  <a:pt x="990373" y="126422"/>
                </a:lnTo>
                <a:lnTo>
                  <a:pt x="1001928" y="166831"/>
                </a:lnTo>
                <a:lnTo>
                  <a:pt x="875792" y="166831"/>
                </a:lnTo>
                <a:lnTo>
                  <a:pt x="875621" y="169934"/>
                </a:lnTo>
                <a:lnTo>
                  <a:pt x="875506" y="191654"/>
                </a:lnTo>
                <a:lnTo>
                  <a:pt x="875713" y="196272"/>
                </a:lnTo>
                <a:lnTo>
                  <a:pt x="1036565" y="196272"/>
                </a:lnTo>
                <a:lnTo>
                  <a:pt x="1036565" y="181840"/>
                </a:lnTo>
                <a:lnTo>
                  <a:pt x="1036038" y="166831"/>
                </a:lnTo>
                <a:lnTo>
                  <a:pt x="1023874" y="119513"/>
                </a:lnTo>
                <a:lnTo>
                  <a:pt x="1012834" y="102483"/>
                </a:lnTo>
                <a:lnTo>
                  <a:pt x="1011997" y="101600"/>
                </a:lnTo>
                <a:close/>
              </a:path>
              <a:path w="1375409" h="300354">
                <a:moveTo>
                  <a:pt x="1122434" y="0"/>
                </a:moveTo>
                <a:lnTo>
                  <a:pt x="1088375" y="0"/>
                </a:lnTo>
                <a:lnTo>
                  <a:pt x="1088375" y="295563"/>
                </a:lnTo>
                <a:lnTo>
                  <a:pt x="1122434" y="295563"/>
                </a:lnTo>
                <a:lnTo>
                  <a:pt x="1122434" y="0"/>
                </a:lnTo>
                <a:close/>
              </a:path>
              <a:path w="1375409" h="300354">
                <a:moveTo>
                  <a:pt x="1274870" y="71004"/>
                </a:moveTo>
                <a:lnTo>
                  <a:pt x="1233983" y="79041"/>
                </a:lnTo>
                <a:lnTo>
                  <a:pt x="1202134" y="102465"/>
                </a:lnTo>
                <a:lnTo>
                  <a:pt x="1181487" y="138879"/>
                </a:lnTo>
                <a:lnTo>
                  <a:pt x="1174425" y="185881"/>
                </a:lnTo>
                <a:lnTo>
                  <a:pt x="1175209" y="202514"/>
                </a:lnTo>
                <a:lnTo>
                  <a:pt x="1186980" y="245918"/>
                </a:lnTo>
                <a:lnTo>
                  <a:pt x="1211551" y="278038"/>
                </a:lnTo>
                <a:lnTo>
                  <a:pt x="1246692" y="296609"/>
                </a:lnTo>
                <a:lnTo>
                  <a:pt x="1274870" y="300181"/>
                </a:lnTo>
                <a:lnTo>
                  <a:pt x="1289410" y="299288"/>
                </a:lnTo>
                <a:lnTo>
                  <a:pt x="1327402" y="285894"/>
                </a:lnTo>
                <a:lnTo>
                  <a:pt x="1346691" y="269586"/>
                </a:lnTo>
                <a:lnTo>
                  <a:pt x="1274870" y="269586"/>
                </a:lnTo>
                <a:lnTo>
                  <a:pt x="1263974" y="268855"/>
                </a:lnTo>
                <a:lnTo>
                  <a:pt x="1224539" y="244366"/>
                </a:lnTo>
                <a:lnTo>
                  <a:pt x="1210252" y="207313"/>
                </a:lnTo>
                <a:lnTo>
                  <a:pt x="1208484" y="185881"/>
                </a:lnTo>
                <a:lnTo>
                  <a:pt x="1208926" y="174958"/>
                </a:lnTo>
                <a:lnTo>
                  <a:pt x="1219569" y="135325"/>
                </a:lnTo>
                <a:lnTo>
                  <a:pt x="1254088" y="104558"/>
                </a:lnTo>
                <a:lnTo>
                  <a:pt x="1274870" y="101600"/>
                </a:lnTo>
                <a:lnTo>
                  <a:pt x="1346657" y="101600"/>
                </a:lnTo>
                <a:lnTo>
                  <a:pt x="1338100" y="93157"/>
                </a:lnTo>
                <a:lnTo>
                  <a:pt x="1327402" y="85292"/>
                </a:lnTo>
                <a:lnTo>
                  <a:pt x="1315676" y="79041"/>
                </a:lnTo>
                <a:lnTo>
                  <a:pt x="1303012" y="74576"/>
                </a:lnTo>
                <a:lnTo>
                  <a:pt x="1289410" y="71897"/>
                </a:lnTo>
                <a:lnTo>
                  <a:pt x="1274870" y="71004"/>
                </a:lnTo>
                <a:close/>
              </a:path>
              <a:path w="1375409" h="300354">
                <a:moveTo>
                  <a:pt x="1346657" y="101600"/>
                </a:moveTo>
                <a:lnTo>
                  <a:pt x="1274870" y="101600"/>
                </a:lnTo>
                <a:lnTo>
                  <a:pt x="1285766" y="102339"/>
                </a:lnTo>
                <a:lnTo>
                  <a:pt x="1295652" y="104558"/>
                </a:lnTo>
                <a:lnTo>
                  <a:pt x="1330171" y="135325"/>
                </a:lnTo>
                <a:lnTo>
                  <a:pt x="1340815" y="174958"/>
                </a:lnTo>
                <a:lnTo>
                  <a:pt x="1341257" y="185881"/>
                </a:lnTo>
                <a:lnTo>
                  <a:pt x="1340815" y="196795"/>
                </a:lnTo>
                <a:lnTo>
                  <a:pt x="1330171" y="236221"/>
                </a:lnTo>
                <a:lnTo>
                  <a:pt x="1295652" y="266663"/>
                </a:lnTo>
                <a:lnTo>
                  <a:pt x="1274870" y="269586"/>
                </a:lnTo>
                <a:lnTo>
                  <a:pt x="1346691" y="269586"/>
                </a:lnTo>
                <a:lnTo>
                  <a:pt x="1368172" y="232532"/>
                </a:lnTo>
                <a:lnTo>
                  <a:pt x="1375316" y="185881"/>
                </a:lnTo>
                <a:lnTo>
                  <a:pt x="1374522" y="169113"/>
                </a:lnTo>
                <a:lnTo>
                  <a:pt x="1362616" y="125412"/>
                </a:lnTo>
                <a:lnTo>
                  <a:pt x="1347534" y="102465"/>
                </a:lnTo>
                <a:lnTo>
                  <a:pt x="1346657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5" name="object 25"/>
          <p:cNvSpPr/>
          <p:nvPr/>
        </p:nvSpPr>
        <p:spPr>
          <a:xfrm>
            <a:off x="6442227" y="2294214"/>
            <a:ext cx="956415" cy="230407"/>
          </a:xfrm>
          <a:custGeom>
            <a:avLst/>
            <a:gdLst/>
            <a:ahLst/>
            <a:cxnLst/>
            <a:rect l="l" t="t" r="r" b="b"/>
            <a:pathLst>
              <a:path w="1344295" h="323850">
                <a:moveTo>
                  <a:pt x="34636" y="23090"/>
                </a:moveTo>
                <a:lnTo>
                  <a:pt x="0" y="23090"/>
                </a:lnTo>
                <a:lnTo>
                  <a:pt x="0" y="318654"/>
                </a:lnTo>
                <a:lnTo>
                  <a:pt x="35790" y="318654"/>
                </a:lnTo>
                <a:lnTo>
                  <a:pt x="35790" y="86590"/>
                </a:lnTo>
                <a:lnTo>
                  <a:pt x="78755" y="86590"/>
                </a:lnTo>
                <a:lnTo>
                  <a:pt x="34636" y="23090"/>
                </a:lnTo>
                <a:close/>
              </a:path>
              <a:path w="1344295" h="323850">
                <a:moveTo>
                  <a:pt x="78755" y="86590"/>
                </a:moveTo>
                <a:lnTo>
                  <a:pt x="38677" y="86590"/>
                </a:lnTo>
                <a:lnTo>
                  <a:pt x="199736" y="318654"/>
                </a:lnTo>
                <a:lnTo>
                  <a:pt x="234372" y="318654"/>
                </a:lnTo>
                <a:lnTo>
                  <a:pt x="234372" y="255731"/>
                </a:lnTo>
                <a:lnTo>
                  <a:pt x="196272" y="255731"/>
                </a:lnTo>
                <a:lnTo>
                  <a:pt x="78755" y="86590"/>
                </a:lnTo>
                <a:close/>
              </a:path>
              <a:path w="1344295" h="323850">
                <a:moveTo>
                  <a:pt x="234372" y="23090"/>
                </a:moveTo>
                <a:lnTo>
                  <a:pt x="199159" y="23090"/>
                </a:lnTo>
                <a:lnTo>
                  <a:pt x="199159" y="255731"/>
                </a:lnTo>
                <a:lnTo>
                  <a:pt x="234372" y="255731"/>
                </a:lnTo>
                <a:lnTo>
                  <a:pt x="234372" y="23090"/>
                </a:lnTo>
                <a:close/>
              </a:path>
              <a:path w="1344295" h="323850">
                <a:moveTo>
                  <a:pt x="444536" y="242454"/>
                </a:moveTo>
                <a:lnTo>
                  <a:pt x="407590" y="242454"/>
                </a:lnTo>
                <a:lnTo>
                  <a:pt x="409169" y="254207"/>
                </a:lnTo>
                <a:lnTo>
                  <a:pt x="429707" y="293687"/>
                </a:lnTo>
                <a:lnTo>
                  <a:pt x="470973" y="318086"/>
                </a:lnTo>
                <a:lnTo>
                  <a:pt x="513808" y="323850"/>
                </a:lnTo>
                <a:lnTo>
                  <a:pt x="530197" y="323137"/>
                </a:lnTo>
                <a:lnTo>
                  <a:pt x="571680" y="312448"/>
                </a:lnTo>
                <a:lnTo>
                  <a:pt x="600466" y="291522"/>
                </a:lnTo>
                <a:lnTo>
                  <a:pt x="513808" y="291522"/>
                </a:lnTo>
                <a:lnTo>
                  <a:pt x="505149" y="291198"/>
                </a:lnTo>
                <a:lnTo>
                  <a:pt x="467049" y="279616"/>
                </a:lnTo>
                <a:lnTo>
                  <a:pt x="445780" y="250464"/>
                </a:lnTo>
                <a:lnTo>
                  <a:pt x="444536" y="242454"/>
                </a:lnTo>
                <a:close/>
              </a:path>
              <a:path w="1344295" h="323850">
                <a:moveTo>
                  <a:pt x="516695" y="19050"/>
                </a:moveTo>
                <a:lnTo>
                  <a:pt x="477269" y="24894"/>
                </a:lnTo>
                <a:lnTo>
                  <a:pt x="436454" y="49519"/>
                </a:lnTo>
                <a:lnTo>
                  <a:pt x="416511" y="89585"/>
                </a:lnTo>
                <a:lnTo>
                  <a:pt x="415672" y="101600"/>
                </a:lnTo>
                <a:lnTo>
                  <a:pt x="416935" y="115824"/>
                </a:lnTo>
                <a:lnTo>
                  <a:pt x="435877" y="149946"/>
                </a:lnTo>
                <a:lnTo>
                  <a:pt x="474301" y="172866"/>
                </a:lnTo>
                <a:lnTo>
                  <a:pt x="534743" y="191023"/>
                </a:lnTo>
                <a:lnTo>
                  <a:pt x="542131" y="193458"/>
                </a:lnTo>
                <a:lnTo>
                  <a:pt x="577741" y="213879"/>
                </a:lnTo>
                <a:lnTo>
                  <a:pt x="585967" y="228022"/>
                </a:lnTo>
                <a:lnTo>
                  <a:pt x="585923" y="238413"/>
                </a:lnTo>
                <a:lnTo>
                  <a:pt x="565222" y="276802"/>
                </a:lnTo>
                <a:lnTo>
                  <a:pt x="523793" y="291107"/>
                </a:lnTo>
                <a:lnTo>
                  <a:pt x="513808" y="291522"/>
                </a:lnTo>
                <a:lnTo>
                  <a:pt x="600466" y="291522"/>
                </a:lnTo>
                <a:lnTo>
                  <a:pt x="619819" y="250103"/>
                </a:lnTo>
                <a:lnTo>
                  <a:pt x="620604" y="238413"/>
                </a:lnTo>
                <a:lnTo>
                  <a:pt x="620072" y="228428"/>
                </a:lnTo>
                <a:lnTo>
                  <a:pt x="602420" y="190355"/>
                </a:lnTo>
                <a:lnTo>
                  <a:pt x="570228" y="168302"/>
                </a:lnTo>
                <a:lnTo>
                  <a:pt x="501974" y="147493"/>
                </a:lnTo>
                <a:lnTo>
                  <a:pt x="495961" y="145617"/>
                </a:lnTo>
                <a:lnTo>
                  <a:pt x="459785" y="125797"/>
                </a:lnTo>
                <a:lnTo>
                  <a:pt x="450308" y="107757"/>
                </a:lnTo>
                <a:lnTo>
                  <a:pt x="450308" y="99868"/>
                </a:lnTo>
                <a:lnTo>
                  <a:pt x="468204" y="64690"/>
                </a:lnTo>
                <a:lnTo>
                  <a:pt x="506033" y="51196"/>
                </a:lnTo>
                <a:lnTo>
                  <a:pt x="515540" y="50800"/>
                </a:lnTo>
                <a:lnTo>
                  <a:pt x="597443" y="50800"/>
                </a:lnTo>
                <a:lnTo>
                  <a:pt x="595637" y="48671"/>
                </a:lnTo>
                <a:lnTo>
                  <a:pt x="555985" y="24813"/>
                </a:lnTo>
                <a:lnTo>
                  <a:pt x="530585" y="19690"/>
                </a:lnTo>
                <a:lnTo>
                  <a:pt x="516695" y="19050"/>
                </a:lnTo>
                <a:close/>
              </a:path>
              <a:path w="1344295" h="323850">
                <a:moveTo>
                  <a:pt x="597443" y="50800"/>
                </a:moveTo>
                <a:lnTo>
                  <a:pt x="515540" y="50800"/>
                </a:lnTo>
                <a:lnTo>
                  <a:pt x="528439" y="51557"/>
                </a:lnTo>
                <a:lnTo>
                  <a:pt x="540291" y="53830"/>
                </a:lnTo>
                <a:lnTo>
                  <a:pt x="575360" y="77498"/>
                </a:lnTo>
                <a:lnTo>
                  <a:pt x="581927" y="96981"/>
                </a:lnTo>
                <a:lnTo>
                  <a:pt x="616563" y="96981"/>
                </a:lnTo>
                <a:lnTo>
                  <a:pt x="615426" y="86094"/>
                </a:lnTo>
                <a:lnTo>
                  <a:pt x="612738" y="75803"/>
                </a:lnTo>
                <a:lnTo>
                  <a:pt x="608499" y="66106"/>
                </a:lnTo>
                <a:lnTo>
                  <a:pt x="602708" y="57005"/>
                </a:lnTo>
                <a:lnTo>
                  <a:pt x="597443" y="50800"/>
                </a:lnTo>
                <a:close/>
              </a:path>
              <a:path w="1344295" h="323850">
                <a:moveTo>
                  <a:pt x="764309" y="94095"/>
                </a:moveTo>
                <a:lnTo>
                  <a:pt x="723503" y="102375"/>
                </a:lnTo>
                <a:lnTo>
                  <a:pt x="691861" y="126278"/>
                </a:lnTo>
                <a:lnTo>
                  <a:pt x="671422" y="163007"/>
                </a:lnTo>
                <a:lnTo>
                  <a:pt x="664440" y="209550"/>
                </a:lnTo>
                <a:lnTo>
                  <a:pt x="665216" y="226056"/>
                </a:lnTo>
                <a:lnTo>
                  <a:pt x="676852" y="269297"/>
                </a:lnTo>
                <a:lnTo>
                  <a:pt x="701611" y="301282"/>
                </a:lnTo>
                <a:lnTo>
                  <a:pt x="737934" y="319736"/>
                </a:lnTo>
                <a:lnTo>
                  <a:pt x="767772" y="323272"/>
                </a:lnTo>
                <a:lnTo>
                  <a:pt x="778749" y="322839"/>
                </a:lnTo>
                <a:lnTo>
                  <a:pt x="816985" y="312466"/>
                </a:lnTo>
                <a:lnTo>
                  <a:pt x="842116" y="292677"/>
                </a:lnTo>
                <a:lnTo>
                  <a:pt x="767772" y="292677"/>
                </a:lnTo>
                <a:lnTo>
                  <a:pt x="757769" y="292118"/>
                </a:lnTo>
                <a:lnTo>
                  <a:pt x="717658" y="272580"/>
                </a:lnTo>
                <a:lnTo>
                  <a:pt x="700664" y="237944"/>
                </a:lnTo>
                <a:lnTo>
                  <a:pt x="698706" y="219363"/>
                </a:lnTo>
                <a:lnTo>
                  <a:pt x="688686" y="219363"/>
                </a:lnTo>
                <a:lnTo>
                  <a:pt x="688686" y="189922"/>
                </a:lnTo>
                <a:lnTo>
                  <a:pt x="698785" y="189922"/>
                </a:lnTo>
                <a:lnTo>
                  <a:pt x="698996" y="186098"/>
                </a:lnTo>
                <a:lnTo>
                  <a:pt x="716070" y="146266"/>
                </a:lnTo>
                <a:lnTo>
                  <a:pt x="754477" y="125322"/>
                </a:lnTo>
                <a:lnTo>
                  <a:pt x="764309" y="124690"/>
                </a:lnTo>
                <a:lnTo>
                  <a:pt x="834990" y="124690"/>
                </a:lnTo>
                <a:lnTo>
                  <a:pt x="829252" y="118629"/>
                </a:lnTo>
                <a:lnTo>
                  <a:pt x="790042" y="97342"/>
                </a:lnTo>
                <a:lnTo>
                  <a:pt x="772941" y="94456"/>
                </a:lnTo>
                <a:lnTo>
                  <a:pt x="764309" y="94095"/>
                </a:lnTo>
                <a:close/>
              </a:path>
              <a:path w="1344295" h="323850">
                <a:moveTo>
                  <a:pt x="823190" y="258040"/>
                </a:moveTo>
                <a:lnTo>
                  <a:pt x="784802" y="291426"/>
                </a:lnTo>
                <a:lnTo>
                  <a:pt x="776720" y="292677"/>
                </a:lnTo>
                <a:lnTo>
                  <a:pt x="842116" y="292677"/>
                </a:lnTo>
                <a:lnTo>
                  <a:pt x="844324" y="290115"/>
                </a:lnTo>
                <a:lnTo>
                  <a:pt x="849132" y="283007"/>
                </a:lnTo>
                <a:lnTo>
                  <a:pt x="853055" y="275395"/>
                </a:lnTo>
                <a:lnTo>
                  <a:pt x="856095" y="267277"/>
                </a:lnTo>
                <a:lnTo>
                  <a:pt x="823190" y="258040"/>
                </a:lnTo>
                <a:close/>
              </a:path>
              <a:path w="1344295" h="323850">
                <a:moveTo>
                  <a:pt x="698785" y="189922"/>
                </a:moveTo>
                <a:lnTo>
                  <a:pt x="688686" y="189922"/>
                </a:lnTo>
                <a:lnTo>
                  <a:pt x="688686" y="219363"/>
                </a:lnTo>
                <a:lnTo>
                  <a:pt x="698706" y="219363"/>
                </a:lnTo>
                <a:lnTo>
                  <a:pt x="698500" y="214745"/>
                </a:lnTo>
                <a:lnTo>
                  <a:pt x="698615" y="193025"/>
                </a:lnTo>
                <a:lnTo>
                  <a:pt x="698785" y="189922"/>
                </a:lnTo>
                <a:close/>
              </a:path>
              <a:path w="1344295" h="323850">
                <a:moveTo>
                  <a:pt x="834990" y="124690"/>
                </a:moveTo>
                <a:lnTo>
                  <a:pt x="764309" y="124690"/>
                </a:lnTo>
                <a:lnTo>
                  <a:pt x="773238" y="125223"/>
                </a:lnTo>
                <a:lnTo>
                  <a:pt x="781555" y="126819"/>
                </a:lnTo>
                <a:lnTo>
                  <a:pt x="813367" y="149513"/>
                </a:lnTo>
                <a:lnTo>
                  <a:pt x="824922" y="189922"/>
                </a:lnTo>
                <a:lnTo>
                  <a:pt x="698785" y="189922"/>
                </a:lnTo>
                <a:lnTo>
                  <a:pt x="698615" y="193025"/>
                </a:lnTo>
                <a:lnTo>
                  <a:pt x="698500" y="214745"/>
                </a:lnTo>
                <a:lnTo>
                  <a:pt x="698706" y="219363"/>
                </a:lnTo>
                <a:lnTo>
                  <a:pt x="859559" y="219363"/>
                </a:lnTo>
                <a:lnTo>
                  <a:pt x="859559" y="204931"/>
                </a:lnTo>
                <a:lnTo>
                  <a:pt x="859032" y="189922"/>
                </a:lnTo>
                <a:lnTo>
                  <a:pt x="846868" y="142604"/>
                </a:lnTo>
                <a:lnTo>
                  <a:pt x="835827" y="125574"/>
                </a:lnTo>
                <a:lnTo>
                  <a:pt x="834990" y="124690"/>
                </a:lnTo>
                <a:close/>
              </a:path>
              <a:path w="1344295" h="323850">
                <a:moveTo>
                  <a:pt x="822036" y="0"/>
                </a:moveTo>
                <a:lnTo>
                  <a:pt x="782204" y="0"/>
                </a:lnTo>
                <a:lnTo>
                  <a:pt x="746990" y="66963"/>
                </a:lnTo>
                <a:lnTo>
                  <a:pt x="777009" y="66963"/>
                </a:lnTo>
                <a:lnTo>
                  <a:pt x="822036" y="0"/>
                </a:lnTo>
                <a:close/>
              </a:path>
              <a:path w="1344295" h="323850">
                <a:moveTo>
                  <a:pt x="944273" y="96981"/>
                </a:moveTo>
                <a:lnTo>
                  <a:pt x="911369" y="96981"/>
                </a:lnTo>
                <a:lnTo>
                  <a:pt x="911369" y="318654"/>
                </a:lnTo>
                <a:lnTo>
                  <a:pt x="945428" y="318654"/>
                </a:lnTo>
                <a:lnTo>
                  <a:pt x="945428" y="178377"/>
                </a:lnTo>
                <a:lnTo>
                  <a:pt x="945879" y="171080"/>
                </a:lnTo>
                <a:lnTo>
                  <a:pt x="966607" y="136849"/>
                </a:lnTo>
                <a:lnTo>
                  <a:pt x="978627" y="130463"/>
                </a:lnTo>
                <a:lnTo>
                  <a:pt x="944273" y="130463"/>
                </a:lnTo>
                <a:lnTo>
                  <a:pt x="944273" y="96981"/>
                </a:lnTo>
                <a:close/>
              </a:path>
              <a:path w="1344295" h="323850">
                <a:moveTo>
                  <a:pt x="1006811" y="93518"/>
                </a:moveTo>
                <a:lnTo>
                  <a:pt x="1004310" y="93518"/>
                </a:lnTo>
                <a:lnTo>
                  <a:pt x="994604" y="94158"/>
                </a:lnTo>
                <a:lnTo>
                  <a:pt x="955097" y="115562"/>
                </a:lnTo>
                <a:lnTo>
                  <a:pt x="946582" y="130463"/>
                </a:lnTo>
                <a:lnTo>
                  <a:pt x="978627" y="130463"/>
                </a:lnTo>
                <a:lnTo>
                  <a:pt x="979126" y="130238"/>
                </a:lnTo>
                <a:lnTo>
                  <a:pt x="986126" y="128118"/>
                </a:lnTo>
                <a:lnTo>
                  <a:pt x="993558" y="126846"/>
                </a:lnTo>
                <a:lnTo>
                  <a:pt x="1001423" y="126422"/>
                </a:lnTo>
                <a:lnTo>
                  <a:pt x="1022205" y="126422"/>
                </a:lnTo>
                <a:lnTo>
                  <a:pt x="1022205" y="94095"/>
                </a:lnTo>
                <a:lnTo>
                  <a:pt x="1020281" y="93903"/>
                </a:lnTo>
                <a:lnTo>
                  <a:pt x="1017443" y="93758"/>
                </a:lnTo>
                <a:lnTo>
                  <a:pt x="1009938" y="93566"/>
                </a:lnTo>
                <a:lnTo>
                  <a:pt x="1006811" y="93518"/>
                </a:lnTo>
                <a:close/>
              </a:path>
              <a:path w="1344295" h="323850">
                <a:moveTo>
                  <a:pt x="1022205" y="126422"/>
                </a:moveTo>
                <a:lnTo>
                  <a:pt x="1005945" y="126422"/>
                </a:lnTo>
                <a:lnTo>
                  <a:pt x="1010227" y="126759"/>
                </a:lnTo>
                <a:lnTo>
                  <a:pt x="1014268" y="127432"/>
                </a:lnTo>
                <a:lnTo>
                  <a:pt x="1018405" y="128010"/>
                </a:lnTo>
                <a:lnTo>
                  <a:pt x="1021051" y="128443"/>
                </a:lnTo>
                <a:lnTo>
                  <a:pt x="1022205" y="128731"/>
                </a:lnTo>
                <a:lnTo>
                  <a:pt x="1022205" y="126422"/>
                </a:lnTo>
                <a:close/>
              </a:path>
              <a:path w="1344295" h="323850">
                <a:moveTo>
                  <a:pt x="1096637" y="96981"/>
                </a:moveTo>
                <a:lnTo>
                  <a:pt x="1062578" y="96981"/>
                </a:lnTo>
                <a:lnTo>
                  <a:pt x="1062578" y="318654"/>
                </a:lnTo>
                <a:lnTo>
                  <a:pt x="1096637" y="318654"/>
                </a:lnTo>
                <a:lnTo>
                  <a:pt x="1096637" y="96981"/>
                </a:lnTo>
                <a:close/>
              </a:path>
              <a:path w="1344295" h="323850">
                <a:moveTo>
                  <a:pt x="1086535" y="13854"/>
                </a:moveTo>
                <a:lnTo>
                  <a:pt x="1073258" y="13854"/>
                </a:lnTo>
                <a:lnTo>
                  <a:pt x="1067533" y="16115"/>
                </a:lnTo>
                <a:lnTo>
                  <a:pt x="1062723" y="20637"/>
                </a:lnTo>
                <a:lnTo>
                  <a:pt x="1058008" y="25159"/>
                </a:lnTo>
                <a:lnTo>
                  <a:pt x="1055651" y="30595"/>
                </a:lnTo>
                <a:lnTo>
                  <a:pt x="1055651" y="43295"/>
                </a:lnTo>
                <a:lnTo>
                  <a:pt x="1058008" y="48731"/>
                </a:lnTo>
                <a:lnTo>
                  <a:pt x="1062723" y="53253"/>
                </a:lnTo>
                <a:lnTo>
                  <a:pt x="1067533" y="57775"/>
                </a:lnTo>
                <a:lnTo>
                  <a:pt x="1073258" y="60036"/>
                </a:lnTo>
                <a:lnTo>
                  <a:pt x="1086535" y="60036"/>
                </a:lnTo>
                <a:lnTo>
                  <a:pt x="1092212" y="57775"/>
                </a:lnTo>
                <a:lnTo>
                  <a:pt x="1096926" y="53253"/>
                </a:lnTo>
                <a:lnTo>
                  <a:pt x="1101737" y="48731"/>
                </a:lnTo>
                <a:lnTo>
                  <a:pt x="1104142" y="43295"/>
                </a:lnTo>
                <a:lnTo>
                  <a:pt x="1104142" y="30595"/>
                </a:lnTo>
                <a:lnTo>
                  <a:pt x="1101737" y="25159"/>
                </a:lnTo>
                <a:lnTo>
                  <a:pt x="1096926" y="20637"/>
                </a:lnTo>
                <a:lnTo>
                  <a:pt x="1092212" y="16115"/>
                </a:lnTo>
                <a:lnTo>
                  <a:pt x="1086535" y="13854"/>
                </a:lnTo>
                <a:close/>
              </a:path>
              <a:path w="1344295" h="323850">
                <a:moveTo>
                  <a:pt x="1248496" y="94095"/>
                </a:moveTo>
                <a:lnTo>
                  <a:pt x="1207690" y="102375"/>
                </a:lnTo>
                <a:lnTo>
                  <a:pt x="1176048" y="126278"/>
                </a:lnTo>
                <a:lnTo>
                  <a:pt x="1155609" y="163007"/>
                </a:lnTo>
                <a:lnTo>
                  <a:pt x="1148628" y="209550"/>
                </a:lnTo>
                <a:lnTo>
                  <a:pt x="1149404" y="226056"/>
                </a:lnTo>
                <a:lnTo>
                  <a:pt x="1161039" y="269297"/>
                </a:lnTo>
                <a:lnTo>
                  <a:pt x="1185799" y="301282"/>
                </a:lnTo>
                <a:lnTo>
                  <a:pt x="1222122" y="319736"/>
                </a:lnTo>
                <a:lnTo>
                  <a:pt x="1251960" y="323272"/>
                </a:lnTo>
                <a:lnTo>
                  <a:pt x="1262937" y="322839"/>
                </a:lnTo>
                <a:lnTo>
                  <a:pt x="1301172" y="312466"/>
                </a:lnTo>
                <a:lnTo>
                  <a:pt x="1326303" y="292677"/>
                </a:lnTo>
                <a:lnTo>
                  <a:pt x="1251960" y="292677"/>
                </a:lnTo>
                <a:lnTo>
                  <a:pt x="1241957" y="292118"/>
                </a:lnTo>
                <a:lnTo>
                  <a:pt x="1201845" y="272580"/>
                </a:lnTo>
                <a:lnTo>
                  <a:pt x="1184852" y="237944"/>
                </a:lnTo>
                <a:lnTo>
                  <a:pt x="1182894" y="219363"/>
                </a:lnTo>
                <a:lnTo>
                  <a:pt x="1172873" y="219363"/>
                </a:lnTo>
                <a:lnTo>
                  <a:pt x="1172873" y="189922"/>
                </a:lnTo>
                <a:lnTo>
                  <a:pt x="1182973" y="189922"/>
                </a:lnTo>
                <a:lnTo>
                  <a:pt x="1183183" y="186098"/>
                </a:lnTo>
                <a:lnTo>
                  <a:pt x="1200258" y="146266"/>
                </a:lnTo>
                <a:lnTo>
                  <a:pt x="1238664" y="125322"/>
                </a:lnTo>
                <a:lnTo>
                  <a:pt x="1248496" y="124690"/>
                </a:lnTo>
                <a:lnTo>
                  <a:pt x="1319178" y="124690"/>
                </a:lnTo>
                <a:lnTo>
                  <a:pt x="1313439" y="118629"/>
                </a:lnTo>
                <a:lnTo>
                  <a:pt x="1274230" y="97342"/>
                </a:lnTo>
                <a:lnTo>
                  <a:pt x="1257128" y="94456"/>
                </a:lnTo>
                <a:lnTo>
                  <a:pt x="1248496" y="94095"/>
                </a:lnTo>
                <a:close/>
              </a:path>
              <a:path w="1344295" h="323850">
                <a:moveTo>
                  <a:pt x="1307378" y="258040"/>
                </a:moveTo>
                <a:lnTo>
                  <a:pt x="1268989" y="291426"/>
                </a:lnTo>
                <a:lnTo>
                  <a:pt x="1260907" y="292677"/>
                </a:lnTo>
                <a:lnTo>
                  <a:pt x="1326303" y="292677"/>
                </a:lnTo>
                <a:lnTo>
                  <a:pt x="1328512" y="290115"/>
                </a:lnTo>
                <a:lnTo>
                  <a:pt x="1333319" y="283007"/>
                </a:lnTo>
                <a:lnTo>
                  <a:pt x="1337243" y="275395"/>
                </a:lnTo>
                <a:lnTo>
                  <a:pt x="1340282" y="267277"/>
                </a:lnTo>
                <a:lnTo>
                  <a:pt x="1307378" y="258040"/>
                </a:lnTo>
                <a:close/>
              </a:path>
              <a:path w="1344295" h="323850">
                <a:moveTo>
                  <a:pt x="1182973" y="189922"/>
                </a:moveTo>
                <a:lnTo>
                  <a:pt x="1172873" y="189922"/>
                </a:lnTo>
                <a:lnTo>
                  <a:pt x="1172873" y="219363"/>
                </a:lnTo>
                <a:lnTo>
                  <a:pt x="1182894" y="219363"/>
                </a:lnTo>
                <a:lnTo>
                  <a:pt x="1182687" y="214745"/>
                </a:lnTo>
                <a:lnTo>
                  <a:pt x="1182802" y="193025"/>
                </a:lnTo>
                <a:lnTo>
                  <a:pt x="1182973" y="189922"/>
                </a:lnTo>
                <a:close/>
              </a:path>
              <a:path w="1344295" h="323850">
                <a:moveTo>
                  <a:pt x="1319178" y="124690"/>
                </a:moveTo>
                <a:lnTo>
                  <a:pt x="1248496" y="124690"/>
                </a:lnTo>
                <a:lnTo>
                  <a:pt x="1257426" y="125223"/>
                </a:lnTo>
                <a:lnTo>
                  <a:pt x="1265742" y="126819"/>
                </a:lnTo>
                <a:lnTo>
                  <a:pt x="1297555" y="149513"/>
                </a:lnTo>
                <a:lnTo>
                  <a:pt x="1309110" y="189922"/>
                </a:lnTo>
                <a:lnTo>
                  <a:pt x="1182973" y="189922"/>
                </a:lnTo>
                <a:lnTo>
                  <a:pt x="1182802" y="193025"/>
                </a:lnTo>
                <a:lnTo>
                  <a:pt x="1182687" y="214745"/>
                </a:lnTo>
                <a:lnTo>
                  <a:pt x="1182894" y="219363"/>
                </a:lnTo>
                <a:lnTo>
                  <a:pt x="1343746" y="219363"/>
                </a:lnTo>
                <a:lnTo>
                  <a:pt x="1343746" y="204931"/>
                </a:lnTo>
                <a:lnTo>
                  <a:pt x="1343220" y="189922"/>
                </a:lnTo>
                <a:lnTo>
                  <a:pt x="1331055" y="142604"/>
                </a:lnTo>
                <a:lnTo>
                  <a:pt x="1320015" y="125574"/>
                </a:lnTo>
                <a:lnTo>
                  <a:pt x="1319178" y="124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6" name="object 26"/>
          <p:cNvSpPr/>
          <p:nvPr/>
        </p:nvSpPr>
        <p:spPr>
          <a:xfrm>
            <a:off x="8366804" y="2310642"/>
            <a:ext cx="748597" cy="271971"/>
          </a:xfrm>
          <a:custGeom>
            <a:avLst/>
            <a:gdLst/>
            <a:ahLst/>
            <a:cxnLst/>
            <a:rect l="l" t="t" r="r" b="b"/>
            <a:pathLst>
              <a:path w="1052195" h="382270">
                <a:moveTo>
                  <a:pt x="99868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87613"/>
                </a:lnTo>
                <a:lnTo>
                  <a:pt x="28863" y="187613"/>
                </a:lnTo>
                <a:lnTo>
                  <a:pt x="28863" y="155863"/>
                </a:lnTo>
                <a:lnTo>
                  <a:pt x="35790" y="155863"/>
                </a:lnTo>
                <a:lnTo>
                  <a:pt x="35790" y="31750"/>
                </a:lnTo>
                <a:lnTo>
                  <a:pt x="179907" y="31750"/>
                </a:lnTo>
                <a:lnTo>
                  <a:pt x="144895" y="7062"/>
                </a:lnTo>
                <a:lnTo>
                  <a:pt x="116464" y="784"/>
                </a:lnTo>
                <a:lnTo>
                  <a:pt x="99868" y="0"/>
                </a:lnTo>
                <a:close/>
              </a:path>
              <a:path w="1052195" h="382270">
                <a:moveTo>
                  <a:pt x="35790" y="155863"/>
                </a:moveTo>
                <a:lnTo>
                  <a:pt x="28863" y="155863"/>
                </a:lnTo>
                <a:lnTo>
                  <a:pt x="28863" y="187613"/>
                </a:lnTo>
                <a:lnTo>
                  <a:pt x="35790" y="187613"/>
                </a:lnTo>
                <a:lnTo>
                  <a:pt x="35790" y="155863"/>
                </a:lnTo>
                <a:close/>
              </a:path>
              <a:path w="1052195" h="382270">
                <a:moveTo>
                  <a:pt x="179907" y="31750"/>
                </a:moveTo>
                <a:lnTo>
                  <a:pt x="98713" y="31750"/>
                </a:lnTo>
                <a:lnTo>
                  <a:pt x="110168" y="32255"/>
                </a:lnTo>
                <a:lnTo>
                  <a:pt x="120433" y="33770"/>
                </a:lnTo>
                <a:lnTo>
                  <a:pt x="154709" y="55147"/>
                </a:lnTo>
                <a:lnTo>
                  <a:pt x="165100" y="93518"/>
                </a:lnTo>
                <a:lnTo>
                  <a:pt x="164685" y="102168"/>
                </a:lnTo>
                <a:lnTo>
                  <a:pt x="149982" y="137968"/>
                </a:lnTo>
                <a:lnTo>
                  <a:pt x="110610" y="155349"/>
                </a:lnTo>
                <a:lnTo>
                  <a:pt x="99290" y="155863"/>
                </a:lnTo>
                <a:lnTo>
                  <a:pt x="35790" y="155863"/>
                </a:lnTo>
                <a:lnTo>
                  <a:pt x="35790" y="187613"/>
                </a:lnTo>
                <a:lnTo>
                  <a:pt x="100445" y="187613"/>
                </a:lnTo>
                <a:lnTo>
                  <a:pt x="116915" y="186828"/>
                </a:lnTo>
                <a:lnTo>
                  <a:pt x="157018" y="175057"/>
                </a:lnTo>
                <a:lnTo>
                  <a:pt x="189634" y="140998"/>
                </a:lnTo>
                <a:lnTo>
                  <a:pt x="200313" y="93518"/>
                </a:lnTo>
                <a:lnTo>
                  <a:pt x="199646" y="80764"/>
                </a:lnTo>
                <a:lnTo>
                  <a:pt x="197643" y="68623"/>
                </a:lnTo>
                <a:lnTo>
                  <a:pt x="194306" y="57095"/>
                </a:lnTo>
                <a:lnTo>
                  <a:pt x="189634" y="46181"/>
                </a:lnTo>
                <a:lnTo>
                  <a:pt x="183572" y="36124"/>
                </a:lnTo>
                <a:lnTo>
                  <a:pt x="179907" y="31750"/>
                </a:lnTo>
                <a:close/>
              </a:path>
              <a:path w="1052195" h="382270">
                <a:moveTo>
                  <a:pt x="286255" y="73890"/>
                </a:moveTo>
                <a:lnTo>
                  <a:pt x="253350" y="73890"/>
                </a:lnTo>
                <a:lnTo>
                  <a:pt x="253350" y="295563"/>
                </a:lnTo>
                <a:lnTo>
                  <a:pt x="287409" y="295563"/>
                </a:lnTo>
                <a:lnTo>
                  <a:pt x="287409" y="155286"/>
                </a:lnTo>
                <a:lnTo>
                  <a:pt x="287860" y="147989"/>
                </a:lnTo>
                <a:lnTo>
                  <a:pt x="308588" y="113758"/>
                </a:lnTo>
                <a:lnTo>
                  <a:pt x="320608" y="107372"/>
                </a:lnTo>
                <a:lnTo>
                  <a:pt x="286255" y="107372"/>
                </a:lnTo>
                <a:lnTo>
                  <a:pt x="286255" y="73890"/>
                </a:lnTo>
                <a:close/>
              </a:path>
              <a:path w="1052195" h="382270">
                <a:moveTo>
                  <a:pt x="348793" y="70427"/>
                </a:moveTo>
                <a:lnTo>
                  <a:pt x="346291" y="70427"/>
                </a:lnTo>
                <a:lnTo>
                  <a:pt x="336586" y="71067"/>
                </a:lnTo>
                <a:lnTo>
                  <a:pt x="297078" y="92471"/>
                </a:lnTo>
                <a:lnTo>
                  <a:pt x="288564" y="107372"/>
                </a:lnTo>
                <a:lnTo>
                  <a:pt x="320608" y="107372"/>
                </a:lnTo>
                <a:lnTo>
                  <a:pt x="321107" y="107147"/>
                </a:lnTo>
                <a:lnTo>
                  <a:pt x="328107" y="105027"/>
                </a:lnTo>
                <a:lnTo>
                  <a:pt x="335539" y="103755"/>
                </a:lnTo>
                <a:lnTo>
                  <a:pt x="343405" y="103331"/>
                </a:lnTo>
                <a:lnTo>
                  <a:pt x="364186" y="103331"/>
                </a:lnTo>
                <a:lnTo>
                  <a:pt x="364186" y="71004"/>
                </a:lnTo>
                <a:lnTo>
                  <a:pt x="362262" y="70812"/>
                </a:lnTo>
                <a:lnTo>
                  <a:pt x="359424" y="70667"/>
                </a:lnTo>
                <a:lnTo>
                  <a:pt x="351919" y="70475"/>
                </a:lnTo>
                <a:lnTo>
                  <a:pt x="348793" y="70427"/>
                </a:lnTo>
                <a:close/>
              </a:path>
              <a:path w="1052195" h="382270">
                <a:moveTo>
                  <a:pt x="364186" y="103331"/>
                </a:moveTo>
                <a:lnTo>
                  <a:pt x="347927" y="103331"/>
                </a:lnTo>
                <a:lnTo>
                  <a:pt x="352208" y="103668"/>
                </a:lnTo>
                <a:lnTo>
                  <a:pt x="356249" y="104342"/>
                </a:lnTo>
                <a:lnTo>
                  <a:pt x="360386" y="104919"/>
                </a:lnTo>
                <a:lnTo>
                  <a:pt x="363032" y="105352"/>
                </a:lnTo>
                <a:lnTo>
                  <a:pt x="364186" y="105640"/>
                </a:lnTo>
                <a:lnTo>
                  <a:pt x="364186" y="103331"/>
                </a:lnTo>
                <a:close/>
              </a:path>
              <a:path w="1052195" h="382270">
                <a:moveTo>
                  <a:pt x="487290" y="71004"/>
                </a:moveTo>
                <a:lnTo>
                  <a:pt x="446484" y="79284"/>
                </a:lnTo>
                <a:lnTo>
                  <a:pt x="414842" y="103187"/>
                </a:lnTo>
                <a:lnTo>
                  <a:pt x="394403" y="139916"/>
                </a:lnTo>
                <a:lnTo>
                  <a:pt x="387422" y="186459"/>
                </a:lnTo>
                <a:lnTo>
                  <a:pt x="388197" y="202965"/>
                </a:lnTo>
                <a:lnTo>
                  <a:pt x="399833" y="246206"/>
                </a:lnTo>
                <a:lnTo>
                  <a:pt x="424593" y="278191"/>
                </a:lnTo>
                <a:lnTo>
                  <a:pt x="460916" y="296646"/>
                </a:lnTo>
                <a:lnTo>
                  <a:pt x="490753" y="300181"/>
                </a:lnTo>
                <a:lnTo>
                  <a:pt x="501731" y="299748"/>
                </a:lnTo>
                <a:lnTo>
                  <a:pt x="539966" y="289376"/>
                </a:lnTo>
                <a:lnTo>
                  <a:pt x="565097" y="269586"/>
                </a:lnTo>
                <a:lnTo>
                  <a:pt x="490753" y="269586"/>
                </a:lnTo>
                <a:lnTo>
                  <a:pt x="480750" y="269027"/>
                </a:lnTo>
                <a:lnTo>
                  <a:pt x="440639" y="249490"/>
                </a:lnTo>
                <a:lnTo>
                  <a:pt x="423646" y="214853"/>
                </a:lnTo>
                <a:lnTo>
                  <a:pt x="421688" y="196272"/>
                </a:lnTo>
                <a:lnTo>
                  <a:pt x="411667" y="196272"/>
                </a:lnTo>
                <a:lnTo>
                  <a:pt x="411667" y="166831"/>
                </a:lnTo>
                <a:lnTo>
                  <a:pt x="421767" y="166831"/>
                </a:lnTo>
                <a:lnTo>
                  <a:pt x="421977" y="163007"/>
                </a:lnTo>
                <a:lnTo>
                  <a:pt x="439052" y="123175"/>
                </a:lnTo>
                <a:lnTo>
                  <a:pt x="477458" y="102231"/>
                </a:lnTo>
                <a:lnTo>
                  <a:pt x="487290" y="101600"/>
                </a:lnTo>
                <a:lnTo>
                  <a:pt x="557972" y="101600"/>
                </a:lnTo>
                <a:lnTo>
                  <a:pt x="552233" y="95538"/>
                </a:lnTo>
                <a:lnTo>
                  <a:pt x="513024" y="74251"/>
                </a:lnTo>
                <a:lnTo>
                  <a:pt x="495922" y="71365"/>
                </a:lnTo>
                <a:lnTo>
                  <a:pt x="487290" y="71004"/>
                </a:lnTo>
                <a:close/>
              </a:path>
              <a:path w="1052195" h="382270">
                <a:moveTo>
                  <a:pt x="546172" y="234950"/>
                </a:moveTo>
                <a:lnTo>
                  <a:pt x="507783" y="268335"/>
                </a:lnTo>
                <a:lnTo>
                  <a:pt x="499701" y="269586"/>
                </a:lnTo>
                <a:lnTo>
                  <a:pt x="565097" y="269586"/>
                </a:lnTo>
                <a:lnTo>
                  <a:pt x="567305" y="267024"/>
                </a:lnTo>
                <a:lnTo>
                  <a:pt x="572113" y="259917"/>
                </a:lnTo>
                <a:lnTo>
                  <a:pt x="576037" y="252304"/>
                </a:lnTo>
                <a:lnTo>
                  <a:pt x="579076" y="244186"/>
                </a:lnTo>
                <a:lnTo>
                  <a:pt x="546172" y="234950"/>
                </a:lnTo>
                <a:close/>
              </a:path>
              <a:path w="1052195" h="382270">
                <a:moveTo>
                  <a:pt x="421767" y="166831"/>
                </a:moveTo>
                <a:lnTo>
                  <a:pt x="411667" y="166831"/>
                </a:lnTo>
                <a:lnTo>
                  <a:pt x="411667" y="196272"/>
                </a:lnTo>
                <a:lnTo>
                  <a:pt x="421688" y="196272"/>
                </a:lnTo>
                <a:lnTo>
                  <a:pt x="421481" y="191654"/>
                </a:lnTo>
                <a:lnTo>
                  <a:pt x="421596" y="169934"/>
                </a:lnTo>
                <a:lnTo>
                  <a:pt x="421767" y="166831"/>
                </a:lnTo>
                <a:close/>
              </a:path>
              <a:path w="1052195" h="382270">
                <a:moveTo>
                  <a:pt x="557972" y="101600"/>
                </a:moveTo>
                <a:lnTo>
                  <a:pt x="487290" y="101600"/>
                </a:lnTo>
                <a:lnTo>
                  <a:pt x="496220" y="102132"/>
                </a:lnTo>
                <a:lnTo>
                  <a:pt x="504536" y="103728"/>
                </a:lnTo>
                <a:lnTo>
                  <a:pt x="536348" y="126422"/>
                </a:lnTo>
                <a:lnTo>
                  <a:pt x="547903" y="166831"/>
                </a:lnTo>
                <a:lnTo>
                  <a:pt x="421767" y="166831"/>
                </a:lnTo>
                <a:lnTo>
                  <a:pt x="421596" y="169934"/>
                </a:lnTo>
                <a:lnTo>
                  <a:pt x="421481" y="191654"/>
                </a:lnTo>
                <a:lnTo>
                  <a:pt x="421688" y="196272"/>
                </a:lnTo>
                <a:lnTo>
                  <a:pt x="582540" y="196272"/>
                </a:lnTo>
                <a:lnTo>
                  <a:pt x="582540" y="181840"/>
                </a:lnTo>
                <a:lnTo>
                  <a:pt x="582013" y="166831"/>
                </a:lnTo>
                <a:lnTo>
                  <a:pt x="569849" y="119513"/>
                </a:lnTo>
                <a:lnTo>
                  <a:pt x="558809" y="102483"/>
                </a:lnTo>
                <a:lnTo>
                  <a:pt x="557972" y="101600"/>
                </a:lnTo>
                <a:close/>
              </a:path>
              <a:path w="1052195" h="382270">
                <a:moveTo>
                  <a:pt x="707332" y="298861"/>
                </a:moveTo>
                <a:lnTo>
                  <a:pt x="702468" y="322695"/>
                </a:lnTo>
                <a:lnTo>
                  <a:pt x="713436" y="323561"/>
                </a:lnTo>
                <a:lnTo>
                  <a:pt x="721374" y="325196"/>
                </a:lnTo>
                <a:lnTo>
                  <a:pt x="731188" y="330007"/>
                </a:lnTo>
                <a:lnTo>
                  <a:pt x="733641" y="334529"/>
                </a:lnTo>
                <a:lnTo>
                  <a:pt x="733641" y="347806"/>
                </a:lnTo>
                <a:lnTo>
                  <a:pt x="730658" y="352521"/>
                </a:lnTo>
                <a:lnTo>
                  <a:pt x="724693" y="355311"/>
                </a:lnTo>
                <a:lnTo>
                  <a:pt x="718824" y="358197"/>
                </a:lnTo>
                <a:lnTo>
                  <a:pt x="711416" y="359640"/>
                </a:lnTo>
                <a:lnTo>
                  <a:pt x="702468" y="359640"/>
                </a:lnTo>
                <a:lnTo>
                  <a:pt x="703623" y="382154"/>
                </a:lnTo>
                <a:lnTo>
                  <a:pt x="748794" y="370320"/>
                </a:lnTo>
                <a:lnTo>
                  <a:pt x="764236" y="340013"/>
                </a:lnTo>
                <a:lnTo>
                  <a:pt x="763650" y="332139"/>
                </a:lnTo>
                <a:lnTo>
                  <a:pt x="734218" y="305954"/>
                </a:lnTo>
                <a:lnTo>
                  <a:pt x="735373" y="300181"/>
                </a:lnTo>
                <a:lnTo>
                  <a:pt x="724405" y="300181"/>
                </a:lnTo>
                <a:lnTo>
                  <a:pt x="709359" y="299261"/>
                </a:lnTo>
                <a:lnTo>
                  <a:pt x="707332" y="298861"/>
                </a:lnTo>
                <a:close/>
              </a:path>
              <a:path w="1052195" h="382270">
                <a:moveTo>
                  <a:pt x="736527" y="294409"/>
                </a:moveTo>
                <a:lnTo>
                  <a:pt x="708241" y="294409"/>
                </a:lnTo>
                <a:lnTo>
                  <a:pt x="707332" y="298861"/>
                </a:lnTo>
                <a:lnTo>
                  <a:pt x="709359" y="299261"/>
                </a:lnTo>
                <a:lnTo>
                  <a:pt x="724405" y="300181"/>
                </a:lnTo>
                <a:lnTo>
                  <a:pt x="735479" y="299652"/>
                </a:lnTo>
                <a:lnTo>
                  <a:pt x="736527" y="294409"/>
                </a:lnTo>
                <a:close/>
              </a:path>
              <a:path w="1052195" h="382270">
                <a:moveTo>
                  <a:pt x="735479" y="299652"/>
                </a:moveTo>
                <a:lnTo>
                  <a:pt x="724405" y="300181"/>
                </a:lnTo>
                <a:lnTo>
                  <a:pt x="735373" y="300181"/>
                </a:lnTo>
                <a:lnTo>
                  <a:pt x="735479" y="299652"/>
                </a:lnTo>
                <a:close/>
              </a:path>
              <a:path w="1052195" h="382270">
                <a:moveTo>
                  <a:pt x="759388" y="294409"/>
                </a:moveTo>
                <a:lnTo>
                  <a:pt x="736527" y="294409"/>
                </a:lnTo>
                <a:lnTo>
                  <a:pt x="735479" y="299652"/>
                </a:lnTo>
                <a:lnTo>
                  <a:pt x="736293" y="299613"/>
                </a:lnTo>
                <a:lnTo>
                  <a:pt x="747423" y="297908"/>
                </a:lnTo>
                <a:lnTo>
                  <a:pt x="757796" y="295067"/>
                </a:lnTo>
                <a:lnTo>
                  <a:pt x="759388" y="294409"/>
                </a:lnTo>
                <a:close/>
              </a:path>
              <a:path w="1052195" h="382270">
                <a:moveTo>
                  <a:pt x="723827" y="71004"/>
                </a:moveTo>
                <a:lnTo>
                  <a:pt x="683021" y="79284"/>
                </a:lnTo>
                <a:lnTo>
                  <a:pt x="651380" y="103151"/>
                </a:lnTo>
                <a:lnTo>
                  <a:pt x="630941" y="139690"/>
                </a:lnTo>
                <a:lnTo>
                  <a:pt x="623959" y="185881"/>
                </a:lnTo>
                <a:lnTo>
                  <a:pt x="624717" y="202018"/>
                </a:lnTo>
                <a:lnTo>
                  <a:pt x="636082" y="244907"/>
                </a:lnTo>
                <a:lnTo>
                  <a:pt x="660111" y="277406"/>
                </a:lnTo>
                <a:lnTo>
                  <a:pt x="695397" y="296501"/>
                </a:lnTo>
                <a:lnTo>
                  <a:pt x="707332" y="298861"/>
                </a:lnTo>
                <a:lnTo>
                  <a:pt x="708241" y="294409"/>
                </a:lnTo>
                <a:lnTo>
                  <a:pt x="759388" y="294409"/>
                </a:lnTo>
                <a:lnTo>
                  <a:pt x="794553" y="269586"/>
                </a:lnTo>
                <a:lnTo>
                  <a:pt x="724405" y="269586"/>
                </a:lnTo>
                <a:lnTo>
                  <a:pt x="714627" y="268927"/>
                </a:lnTo>
                <a:lnTo>
                  <a:pt x="675986" y="246387"/>
                </a:lnTo>
                <a:lnTo>
                  <a:pt x="660039" y="208756"/>
                </a:lnTo>
                <a:lnTo>
                  <a:pt x="658018" y="184727"/>
                </a:lnTo>
                <a:lnTo>
                  <a:pt x="658532" y="172577"/>
                </a:lnTo>
                <a:lnTo>
                  <a:pt x="670836" y="132150"/>
                </a:lnTo>
                <a:lnTo>
                  <a:pt x="705715" y="104197"/>
                </a:lnTo>
                <a:lnTo>
                  <a:pt x="724405" y="101600"/>
                </a:lnTo>
                <a:lnTo>
                  <a:pt x="794696" y="101600"/>
                </a:lnTo>
                <a:lnTo>
                  <a:pt x="790295" y="96548"/>
                </a:lnTo>
                <a:lnTo>
                  <a:pt x="756299" y="75875"/>
                </a:lnTo>
                <a:lnTo>
                  <a:pt x="735228" y="71545"/>
                </a:lnTo>
                <a:lnTo>
                  <a:pt x="723827" y="71004"/>
                </a:lnTo>
                <a:close/>
              </a:path>
              <a:path w="1052195" h="382270">
                <a:moveTo>
                  <a:pt x="811573" y="230909"/>
                </a:moveTo>
                <a:lnTo>
                  <a:pt x="777514" y="230909"/>
                </a:lnTo>
                <a:lnTo>
                  <a:pt x="775397" y="238990"/>
                </a:lnTo>
                <a:lnTo>
                  <a:pt x="771837" y="245918"/>
                </a:lnTo>
                <a:lnTo>
                  <a:pt x="761831" y="257463"/>
                </a:lnTo>
                <a:lnTo>
                  <a:pt x="755722" y="261889"/>
                </a:lnTo>
                <a:lnTo>
                  <a:pt x="741290" y="268046"/>
                </a:lnTo>
                <a:lnTo>
                  <a:pt x="733256" y="269586"/>
                </a:lnTo>
                <a:lnTo>
                  <a:pt x="794553" y="269586"/>
                </a:lnTo>
                <a:lnTo>
                  <a:pt x="797285" y="266267"/>
                </a:lnTo>
                <a:lnTo>
                  <a:pt x="802454" y="258158"/>
                </a:lnTo>
                <a:lnTo>
                  <a:pt x="806558" y="249562"/>
                </a:lnTo>
                <a:lnTo>
                  <a:pt x="809597" y="240479"/>
                </a:lnTo>
                <a:lnTo>
                  <a:pt x="811573" y="230909"/>
                </a:lnTo>
                <a:close/>
              </a:path>
              <a:path w="1052195" h="382270">
                <a:moveTo>
                  <a:pt x="794696" y="101600"/>
                </a:moveTo>
                <a:lnTo>
                  <a:pt x="724405" y="101600"/>
                </a:lnTo>
                <a:lnTo>
                  <a:pt x="735084" y="102339"/>
                </a:lnTo>
                <a:lnTo>
                  <a:pt x="744609" y="104558"/>
                </a:lnTo>
                <a:lnTo>
                  <a:pt x="774970" y="132917"/>
                </a:lnTo>
                <a:lnTo>
                  <a:pt x="777514" y="140277"/>
                </a:lnTo>
                <a:lnTo>
                  <a:pt x="811573" y="140277"/>
                </a:lnTo>
                <a:lnTo>
                  <a:pt x="809561" y="130211"/>
                </a:lnTo>
                <a:lnTo>
                  <a:pt x="806413" y="120794"/>
                </a:lnTo>
                <a:lnTo>
                  <a:pt x="802105" y="111990"/>
                </a:lnTo>
                <a:lnTo>
                  <a:pt x="796708" y="103909"/>
                </a:lnTo>
                <a:lnTo>
                  <a:pt x="794696" y="101600"/>
                </a:lnTo>
                <a:close/>
              </a:path>
              <a:path w="1052195" h="382270">
                <a:moveTo>
                  <a:pt x="951417" y="71004"/>
                </a:moveTo>
                <a:lnTo>
                  <a:pt x="910530" y="79041"/>
                </a:lnTo>
                <a:lnTo>
                  <a:pt x="878681" y="102465"/>
                </a:lnTo>
                <a:lnTo>
                  <a:pt x="858034" y="138879"/>
                </a:lnTo>
                <a:lnTo>
                  <a:pt x="850972" y="185881"/>
                </a:lnTo>
                <a:lnTo>
                  <a:pt x="851756" y="202514"/>
                </a:lnTo>
                <a:lnTo>
                  <a:pt x="863527" y="245918"/>
                </a:lnTo>
                <a:lnTo>
                  <a:pt x="888098" y="278038"/>
                </a:lnTo>
                <a:lnTo>
                  <a:pt x="923239" y="296609"/>
                </a:lnTo>
                <a:lnTo>
                  <a:pt x="951417" y="300181"/>
                </a:lnTo>
                <a:lnTo>
                  <a:pt x="965957" y="299288"/>
                </a:lnTo>
                <a:lnTo>
                  <a:pt x="1003949" y="285894"/>
                </a:lnTo>
                <a:lnTo>
                  <a:pt x="1023238" y="269586"/>
                </a:lnTo>
                <a:lnTo>
                  <a:pt x="951417" y="269586"/>
                </a:lnTo>
                <a:lnTo>
                  <a:pt x="940521" y="268855"/>
                </a:lnTo>
                <a:lnTo>
                  <a:pt x="901086" y="244366"/>
                </a:lnTo>
                <a:lnTo>
                  <a:pt x="886799" y="207313"/>
                </a:lnTo>
                <a:lnTo>
                  <a:pt x="885031" y="185881"/>
                </a:lnTo>
                <a:lnTo>
                  <a:pt x="885473" y="174958"/>
                </a:lnTo>
                <a:lnTo>
                  <a:pt x="896116" y="135325"/>
                </a:lnTo>
                <a:lnTo>
                  <a:pt x="930635" y="104558"/>
                </a:lnTo>
                <a:lnTo>
                  <a:pt x="951417" y="101600"/>
                </a:lnTo>
                <a:lnTo>
                  <a:pt x="1023204" y="101600"/>
                </a:lnTo>
                <a:lnTo>
                  <a:pt x="1014647" y="93157"/>
                </a:lnTo>
                <a:lnTo>
                  <a:pt x="1003949" y="85292"/>
                </a:lnTo>
                <a:lnTo>
                  <a:pt x="992223" y="79041"/>
                </a:lnTo>
                <a:lnTo>
                  <a:pt x="979559" y="74576"/>
                </a:lnTo>
                <a:lnTo>
                  <a:pt x="965957" y="71897"/>
                </a:lnTo>
                <a:lnTo>
                  <a:pt x="951417" y="71004"/>
                </a:lnTo>
                <a:close/>
              </a:path>
              <a:path w="1052195" h="382270">
                <a:moveTo>
                  <a:pt x="1023204" y="101600"/>
                </a:moveTo>
                <a:lnTo>
                  <a:pt x="951417" y="101600"/>
                </a:lnTo>
                <a:lnTo>
                  <a:pt x="962313" y="102339"/>
                </a:lnTo>
                <a:lnTo>
                  <a:pt x="972199" y="104558"/>
                </a:lnTo>
                <a:lnTo>
                  <a:pt x="1006718" y="135325"/>
                </a:lnTo>
                <a:lnTo>
                  <a:pt x="1017362" y="174958"/>
                </a:lnTo>
                <a:lnTo>
                  <a:pt x="1017803" y="185881"/>
                </a:lnTo>
                <a:lnTo>
                  <a:pt x="1017362" y="196795"/>
                </a:lnTo>
                <a:lnTo>
                  <a:pt x="1006718" y="236221"/>
                </a:lnTo>
                <a:lnTo>
                  <a:pt x="972199" y="266663"/>
                </a:lnTo>
                <a:lnTo>
                  <a:pt x="951417" y="269586"/>
                </a:lnTo>
                <a:lnTo>
                  <a:pt x="1023238" y="269586"/>
                </a:lnTo>
                <a:lnTo>
                  <a:pt x="1044719" y="232532"/>
                </a:lnTo>
                <a:lnTo>
                  <a:pt x="1051863" y="185881"/>
                </a:lnTo>
                <a:lnTo>
                  <a:pt x="1051069" y="169113"/>
                </a:lnTo>
                <a:lnTo>
                  <a:pt x="1039163" y="125412"/>
                </a:lnTo>
                <a:lnTo>
                  <a:pt x="1024081" y="102465"/>
                </a:lnTo>
                <a:lnTo>
                  <a:pt x="1023204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7" name="object 27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8" name="object 28"/>
          <p:cNvSpPr/>
          <p:nvPr/>
        </p:nvSpPr>
        <p:spPr>
          <a:xfrm>
            <a:off x="1691158" y="3903368"/>
            <a:ext cx="379494" cy="33431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9" name="object 29"/>
          <p:cNvSpPr/>
          <p:nvPr/>
        </p:nvSpPr>
        <p:spPr>
          <a:xfrm>
            <a:off x="1691158" y="4319004"/>
            <a:ext cx="379494" cy="33431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0" name="object 30"/>
          <p:cNvSpPr/>
          <p:nvPr/>
        </p:nvSpPr>
        <p:spPr>
          <a:xfrm>
            <a:off x="1691158" y="3496767"/>
            <a:ext cx="379494" cy="33431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1" name="object 31"/>
          <p:cNvSpPr/>
          <p:nvPr/>
        </p:nvSpPr>
        <p:spPr>
          <a:xfrm>
            <a:off x="1691159" y="3090166"/>
            <a:ext cx="383877" cy="33260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2" name="object 32"/>
          <p:cNvSpPr/>
          <p:nvPr/>
        </p:nvSpPr>
        <p:spPr>
          <a:xfrm>
            <a:off x="1691159" y="2710672"/>
            <a:ext cx="383877" cy="33260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3" name="object 33"/>
          <p:cNvSpPr/>
          <p:nvPr/>
        </p:nvSpPr>
        <p:spPr>
          <a:xfrm>
            <a:off x="9777996" y="1481834"/>
            <a:ext cx="542134" cy="54213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4" name="object 34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5" name="object 35"/>
          <p:cNvSpPr/>
          <p:nvPr/>
        </p:nvSpPr>
        <p:spPr>
          <a:xfrm>
            <a:off x="9233936" y="575812"/>
            <a:ext cx="1533762" cy="21397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6" name="object 36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980" y="2105289"/>
            <a:ext cx="8348870" cy="3044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3" name="object 3"/>
          <p:cNvGrpSpPr/>
          <p:nvPr/>
        </p:nvGrpSpPr>
        <p:grpSpPr>
          <a:xfrm>
            <a:off x="3091672" y="5493629"/>
            <a:ext cx="1879399" cy="524063"/>
            <a:chOff x="3962400" y="7721600"/>
            <a:chExt cx="2641600" cy="736600"/>
          </a:xfrm>
        </p:grpSpPr>
        <p:sp>
          <p:nvSpPr>
            <p:cNvPr id="4" name="object 4"/>
            <p:cNvSpPr/>
            <p:nvPr/>
          </p:nvSpPr>
          <p:spPr>
            <a:xfrm>
              <a:off x="3962400" y="7721600"/>
              <a:ext cx="2641600" cy="736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" name="object 5"/>
            <p:cNvSpPr/>
            <p:nvPr/>
          </p:nvSpPr>
          <p:spPr>
            <a:xfrm>
              <a:off x="4013200" y="77216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6" name="object 6"/>
            <p:cNvSpPr/>
            <p:nvPr/>
          </p:nvSpPr>
          <p:spPr>
            <a:xfrm>
              <a:off x="4766107" y="7879195"/>
              <a:ext cx="1036955" cy="304800"/>
            </a:xfrm>
            <a:custGeom>
              <a:avLst/>
              <a:gdLst/>
              <a:ahLst/>
              <a:cxnLst/>
              <a:rect l="l" t="t" r="r" b="b"/>
              <a:pathLst>
                <a:path w="1036954" h="304800">
                  <a:moveTo>
                    <a:pt x="129309" y="0"/>
                  </a:moveTo>
                  <a:lnTo>
                    <a:pt x="89341" y="5926"/>
                  </a:lnTo>
                  <a:lnTo>
                    <a:pt x="55129" y="23379"/>
                  </a:lnTo>
                  <a:lnTo>
                    <a:pt x="28051" y="51251"/>
                  </a:lnTo>
                  <a:lnTo>
                    <a:pt x="9380" y="88755"/>
                  </a:lnTo>
                  <a:lnTo>
                    <a:pt x="586" y="134730"/>
                  </a:lnTo>
                  <a:lnTo>
                    <a:pt x="0" y="151822"/>
                  </a:lnTo>
                  <a:lnTo>
                    <a:pt x="1028" y="174408"/>
                  </a:lnTo>
                  <a:lnTo>
                    <a:pt x="9254" y="214817"/>
                  </a:lnTo>
                  <a:lnTo>
                    <a:pt x="36296" y="262803"/>
                  </a:lnTo>
                  <a:lnTo>
                    <a:pt x="78094" y="293254"/>
                  </a:lnTo>
                  <a:lnTo>
                    <a:pt x="131618" y="303645"/>
                  </a:lnTo>
                  <a:lnTo>
                    <a:pt x="148719" y="302725"/>
                  </a:lnTo>
                  <a:lnTo>
                    <a:pt x="193963" y="288925"/>
                  </a:lnTo>
                  <a:lnTo>
                    <a:pt x="219048" y="270163"/>
                  </a:lnTo>
                  <a:lnTo>
                    <a:pt x="131618" y="270163"/>
                  </a:lnTo>
                  <a:lnTo>
                    <a:pt x="118250" y="269315"/>
                  </a:lnTo>
                  <a:lnTo>
                    <a:pt x="82261" y="256597"/>
                  </a:lnTo>
                  <a:lnTo>
                    <a:pt x="54471" y="229023"/>
                  </a:lnTo>
                  <a:lnTo>
                    <a:pt x="37847" y="187216"/>
                  </a:lnTo>
                  <a:lnTo>
                    <a:pt x="34636" y="151822"/>
                  </a:lnTo>
                  <a:lnTo>
                    <a:pt x="35430" y="133377"/>
                  </a:lnTo>
                  <a:lnTo>
                    <a:pt x="47336" y="87023"/>
                  </a:lnTo>
                  <a:lnTo>
                    <a:pt x="71338" y="54633"/>
                  </a:lnTo>
                  <a:lnTo>
                    <a:pt x="116473" y="34329"/>
                  </a:lnTo>
                  <a:lnTo>
                    <a:pt x="129309" y="33481"/>
                  </a:lnTo>
                  <a:lnTo>
                    <a:pt x="216761" y="33481"/>
                  </a:lnTo>
                  <a:lnTo>
                    <a:pt x="209117" y="26843"/>
                  </a:lnTo>
                  <a:lnTo>
                    <a:pt x="172893" y="7071"/>
                  </a:lnTo>
                  <a:lnTo>
                    <a:pt x="140800" y="441"/>
                  </a:lnTo>
                  <a:lnTo>
                    <a:pt x="129309" y="0"/>
                  </a:lnTo>
                  <a:close/>
                </a:path>
                <a:path w="1036954" h="304800">
                  <a:moveTo>
                    <a:pt x="252268" y="181263"/>
                  </a:moveTo>
                  <a:lnTo>
                    <a:pt x="217631" y="181263"/>
                  </a:lnTo>
                  <a:lnTo>
                    <a:pt x="228600" y="183572"/>
                  </a:lnTo>
                  <a:lnTo>
                    <a:pt x="217511" y="183572"/>
                  </a:lnTo>
                  <a:lnTo>
                    <a:pt x="206663" y="228455"/>
                  </a:lnTo>
                  <a:lnTo>
                    <a:pt x="176356" y="259339"/>
                  </a:lnTo>
                  <a:lnTo>
                    <a:pt x="131618" y="270163"/>
                  </a:lnTo>
                  <a:lnTo>
                    <a:pt x="219048" y="270163"/>
                  </a:lnTo>
                  <a:lnTo>
                    <a:pt x="243500" y="232983"/>
                  </a:lnTo>
                  <a:lnTo>
                    <a:pt x="252268" y="183572"/>
                  </a:lnTo>
                  <a:lnTo>
                    <a:pt x="228600" y="183572"/>
                  </a:lnTo>
                  <a:lnTo>
                    <a:pt x="217631" y="181263"/>
                  </a:lnTo>
                  <a:lnTo>
                    <a:pt x="252268" y="181263"/>
                  </a:lnTo>
                  <a:close/>
                </a:path>
                <a:path w="1036954" h="304800">
                  <a:moveTo>
                    <a:pt x="252268" y="151822"/>
                  </a:moveTo>
                  <a:lnTo>
                    <a:pt x="139700" y="151822"/>
                  </a:lnTo>
                  <a:lnTo>
                    <a:pt x="139700" y="183572"/>
                  </a:lnTo>
                  <a:lnTo>
                    <a:pt x="217511" y="183572"/>
                  </a:lnTo>
                  <a:lnTo>
                    <a:pt x="217631" y="181263"/>
                  </a:lnTo>
                  <a:lnTo>
                    <a:pt x="252268" y="181263"/>
                  </a:lnTo>
                  <a:lnTo>
                    <a:pt x="252268" y="151822"/>
                  </a:lnTo>
                  <a:close/>
                </a:path>
                <a:path w="1036954" h="304800">
                  <a:moveTo>
                    <a:pt x="216761" y="33481"/>
                  </a:moveTo>
                  <a:lnTo>
                    <a:pt x="129309" y="33481"/>
                  </a:lnTo>
                  <a:lnTo>
                    <a:pt x="137156" y="33752"/>
                  </a:lnTo>
                  <a:lnTo>
                    <a:pt x="144678" y="34564"/>
                  </a:lnTo>
                  <a:lnTo>
                    <a:pt x="182706" y="50367"/>
                  </a:lnTo>
                  <a:lnTo>
                    <a:pt x="208070" y="82586"/>
                  </a:lnTo>
                  <a:lnTo>
                    <a:pt x="213590" y="96404"/>
                  </a:lnTo>
                  <a:lnTo>
                    <a:pt x="250536" y="96404"/>
                  </a:lnTo>
                  <a:lnTo>
                    <a:pt x="235815" y="57294"/>
                  </a:lnTo>
                  <a:lnTo>
                    <a:pt x="223801" y="40805"/>
                  </a:lnTo>
                  <a:lnTo>
                    <a:pt x="216761" y="33481"/>
                  </a:lnTo>
                  <a:close/>
                </a:path>
                <a:path w="1036954" h="304800">
                  <a:moveTo>
                    <a:pt x="398426" y="75045"/>
                  </a:moveTo>
                  <a:lnTo>
                    <a:pt x="357620" y="83325"/>
                  </a:lnTo>
                  <a:lnTo>
                    <a:pt x="325978" y="107228"/>
                  </a:lnTo>
                  <a:lnTo>
                    <a:pt x="305539" y="143957"/>
                  </a:lnTo>
                  <a:lnTo>
                    <a:pt x="298558" y="190500"/>
                  </a:lnTo>
                  <a:lnTo>
                    <a:pt x="299333" y="207006"/>
                  </a:lnTo>
                  <a:lnTo>
                    <a:pt x="310969" y="250247"/>
                  </a:lnTo>
                  <a:lnTo>
                    <a:pt x="335729" y="282232"/>
                  </a:lnTo>
                  <a:lnTo>
                    <a:pt x="372052" y="300686"/>
                  </a:lnTo>
                  <a:lnTo>
                    <a:pt x="401890" y="304222"/>
                  </a:lnTo>
                  <a:lnTo>
                    <a:pt x="412867" y="303789"/>
                  </a:lnTo>
                  <a:lnTo>
                    <a:pt x="451102" y="293416"/>
                  </a:lnTo>
                  <a:lnTo>
                    <a:pt x="476233" y="273627"/>
                  </a:lnTo>
                  <a:lnTo>
                    <a:pt x="401890" y="273627"/>
                  </a:lnTo>
                  <a:lnTo>
                    <a:pt x="391887" y="273068"/>
                  </a:lnTo>
                  <a:lnTo>
                    <a:pt x="351775" y="253530"/>
                  </a:lnTo>
                  <a:lnTo>
                    <a:pt x="334782" y="218894"/>
                  </a:lnTo>
                  <a:lnTo>
                    <a:pt x="332824" y="200313"/>
                  </a:lnTo>
                  <a:lnTo>
                    <a:pt x="322803" y="200313"/>
                  </a:lnTo>
                  <a:lnTo>
                    <a:pt x="322803" y="170872"/>
                  </a:lnTo>
                  <a:lnTo>
                    <a:pt x="332903" y="170872"/>
                  </a:lnTo>
                  <a:lnTo>
                    <a:pt x="333113" y="167048"/>
                  </a:lnTo>
                  <a:lnTo>
                    <a:pt x="350188" y="127216"/>
                  </a:lnTo>
                  <a:lnTo>
                    <a:pt x="388594" y="106272"/>
                  </a:lnTo>
                  <a:lnTo>
                    <a:pt x="398426" y="105640"/>
                  </a:lnTo>
                  <a:lnTo>
                    <a:pt x="469108" y="105640"/>
                  </a:lnTo>
                  <a:lnTo>
                    <a:pt x="463369" y="99579"/>
                  </a:lnTo>
                  <a:lnTo>
                    <a:pt x="424160" y="78292"/>
                  </a:lnTo>
                  <a:lnTo>
                    <a:pt x="407058" y="75406"/>
                  </a:lnTo>
                  <a:lnTo>
                    <a:pt x="398426" y="75045"/>
                  </a:lnTo>
                  <a:close/>
                </a:path>
                <a:path w="1036954" h="304800">
                  <a:moveTo>
                    <a:pt x="457308" y="238990"/>
                  </a:moveTo>
                  <a:lnTo>
                    <a:pt x="418919" y="272376"/>
                  </a:lnTo>
                  <a:lnTo>
                    <a:pt x="410837" y="273627"/>
                  </a:lnTo>
                  <a:lnTo>
                    <a:pt x="476233" y="273627"/>
                  </a:lnTo>
                  <a:lnTo>
                    <a:pt x="478441" y="271065"/>
                  </a:lnTo>
                  <a:lnTo>
                    <a:pt x="483249" y="263957"/>
                  </a:lnTo>
                  <a:lnTo>
                    <a:pt x="487173" y="256345"/>
                  </a:lnTo>
                  <a:lnTo>
                    <a:pt x="490212" y="248227"/>
                  </a:lnTo>
                  <a:lnTo>
                    <a:pt x="457308" y="238990"/>
                  </a:lnTo>
                  <a:close/>
                </a:path>
                <a:path w="1036954" h="304800">
                  <a:moveTo>
                    <a:pt x="332903" y="170872"/>
                  </a:moveTo>
                  <a:lnTo>
                    <a:pt x="322803" y="170872"/>
                  </a:lnTo>
                  <a:lnTo>
                    <a:pt x="322803" y="200313"/>
                  </a:lnTo>
                  <a:lnTo>
                    <a:pt x="332824" y="200313"/>
                  </a:lnTo>
                  <a:lnTo>
                    <a:pt x="332617" y="195695"/>
                  </a:lnTo>
                  <a:lnTo>
                    <a:pt x="332732" y="173975"/>
                  </a:lnTo>
                  <a:lnTo>
                    <a:pt x="332903" y="170872"/>
                  </a:lnTo>
                  <a:close/>
                </a:path>
                <a:path w="1036954" h="304800">
                  <a:moveTo>
                    <a:pt x="469108" y="105640"/>
                  </a:moveTo>
                  <a:lnTo>
                    <a:pt x="398426" y="105640"/>
                  </a:lnTo>
                  <a:lnTo>
                    <a:pt x="407356" y="106173"/>
                  </a:lnTo>
                  <a:lnTo>
                    <a:pt x="415672" y="107769"/>
                  </a:lnTo>
                  <a:lnTo>
                    <a:pt x="447484" y="130463"/>
                  </a:lnTo>
                  <a:lnTo>
                    <a:pt x="459040" y="170872"/>
                  </a:lnTo>
                  <a:lnTo>
                    <a:pt x="332903" y="170872"/>
                  </a:lnTo>
                  <a:lnTo>
                    <a:pt x="332732" y="173975"/>
                  </a:lnTo>
                  <a:lnTo>
                    <a:pt x="332617" y="195695"/>
                  </a:lnTo>
                  <a:lnTo>
                    <a:pt x="332824" y="200313"/>
                  </a:lnTo>
                  <a:lnTo>
                    <a:pt x="493676" y="200313"/>
                  </a:lnTo>
                  <a:lnTo>
                    <a:pt x="493676" y="185881"/>
                  </a:lnTo>
                  <a:lnTo>
                    <a:pt x="493150" y="170872"/>
                  </a:lnTo>
                  <a:lnTo>
                    <a:pt x="480985" y="123554"/>
                  </a:lnTo>
                  <a:lnTo>
                    <a:pt x="469945" y="106524"/>
                  </a:lnTo>
                  <a:lnTo>
                    <a:pt x="469108" y="105640"/>
                  </a:lnTo>
                  <a:close/>
                </a:path>
                <a:path w="1036954" h="304800">
                  <a:moveTo>
                    <a:pt x="578391" y="77931"/>
                  </a:moveTo>
                  <a:lnTo>
                    <a:pt x="545486" y="77931"/>
                  </a:lnTo>
                  <a:lnTo>
                    <a:pt x="545486" y="299604"/>
                  </a:lnTo>
                  <a:lnTo>
                    <a:pt x="579545" y="299604"/>
                  </a:lnTo>
                  <a:lnTo>
                    <a:pt x="579545" y="159327"/>
                  </a:lnTo>
                  <a:lnTo>
                    <a:pt x="579996" y="152030"/>
                  </a:lnTo>
                  <a:lnTo>
                    <a:pt x="600724" y="117799"/>
                  </a:lnTo>
                  <a:lnTo>
                    <a:pt x="612745" y="111413"/>
                  </a:lnTo>
                  <a:lnTo>
                    <a:pt x="578391" y="111413"/>
                  </a:lnTo>
                  <a:lnTo>
                    <a:pt x="578391" y="77931"/>
                  </a:lnTo>
                  <a:close/>
                </a:path>
                <a:path w="1036954" h="304800">
                  <a:moveTo>
                    <a:pt x="640929" y="74468"/>
                  </a:moveTo>
                  <a:lnTo>
                    <a:pt x="638427" y="74468"/>
                  </a:lnTo>
                  <a:lnTo>
                    <a:pt x="628722" y="75108"/>
                  </a:lnTo>
                  <a:lnTo>
                    <a:pt x="589215" y="96512"/>
                  </a:lnTo>
                  <a:lnTo>
                    <a:pt x="580700" y="111413"/>
                  </a:lnTo>
                  <a:lnTo>
                    <a:pt x="612745" y="111413"/>
                  </a:lnTo>
                  <a:lnTo>
                    <a:pt x="613244" y="111188"/>
                  </a:lnTo>
                  <a:lnTo>
                    <a:pt x="620243" y="109068"/>
                  </a:lnTo>
                  <a:lnTo>
                    <a:pt x="627675" y="107796"/>
                  </a:lnTo>
                  <a:lnTo>
                    <a:pt x="635541" y="107372"/>
                  </a:lnTo>
                  <a:lnTo>
                    <a:pt x="656323" y="107372"/>
                  </a:lnTo>
                  <a:lnTo>
                    <a:pt x="656323" y="75045"/>
                  </a:lnTo>
                  <a:lnTo>
                    <a:pt x="654398" y="74853"/>
                  </a:lnTo>
                  <a:lnTo>
                    <a:pt x="651560" y="74708"/>
                  </a:lnTo>
                  <a:lnTo>
                    <a:pt x="644056" y="74516"/>
                  </a:lnTo>
                  <a:lnTo>
                    <a:pt x="640929" y="74468"/>
                  </a:lnTo>
                  <a:close/>
                </a:path>
                <a:path w="1036954" h="304800">
                  <a:moveTo>
                    <a:pt x="656323" y="107372"/>
                  </a:moveTo>
                  <a:lnTo>
                    <a:pt x="640063" y="107372"/>
                  </a:lnTo>
                  <a:lnTo>
                    <a:pt x="644344" y="107709"/>
                  </a:lnTo>
                  <a:lnTo>
                    <a:pt x="648385" y="108382"/>
                  </a:lnTo>
                  <a:lnTo>
                    <a:pt x="652522" y="108960"/>
                  </a:lnTo>
                  <a:lnTo>
                    <a:pt x="655168" y="109393"/>
                  </a:lnTo>
                  <a:lnTo>
                    <a:pt x="656323" y="109681"/>
                  </a:lnTo>
                  <a:lnTo>
                    <a:pt x="656323" y="107372"/>
                  </a:lnTo>
                  <a:close/>
                </a:path>
                <a:path w="1036954" h="304800">
                  <a:moveTo>
                    <a:pt x="850897" y="105063"/>
                  </a:moveTo>
                  <a:lnTo>
                    <a:pt x="782709" y="105063"/>
                  </a:lnTo>
                  <a:lnTo>
                    <a:pt x="793722" y="105803"/>
                  </a:lnTo>
                  <a:lnTo>
                    <a:pt x="803238" y="108022"/>
                  </a:lnTo>
                  <a:lnTo>
                    <a:pt x="828738" y="140006"/>
                  </a:lnTo>
                  <a:lnTo>
                    <a:pt x="829468" y="150090"/>
                  </a:lnTo>
                  <a:lnTo>
                    <a:pt x="829468" y="156729"/>
                  </a:lnTo>
                  <a:lnTo>
                    <a:pt x="827496" y="160578"/>
                  </a:lnTo>
                  <a:lnTo>
                    <a:pt x="823551" y="162790"/>
                  </a:lnTo>
                  <a:lnTo>
                    <a:pt x="819703" y="165003"/>
                  </a:lnTo>
                  <a:lnTo>
                    <a:pt x="813545" y="166591"/>
                  </a:lnTo>
                  <a:lnTo>
                    <a:pt x="798323" y="168284"/>
                  </a:lnTo>
                  <a:lnTo>
                    <a:pt x="772318" y="171450"/>
                  </a:lnTo>
                  <a:lnTo>
                    <a:pt x="734164" y="178810"/>
                  </a:lnTo>
                  <a:lnTo>
                    <a:pt x="697877" y="200133"/>
                  </a:lnTo>
                  <a:lnTo>
                    <a:pt x="686409" y="238413"/>
                  </a:lnTo>
                  <a:lnTo>
                    <a:pt x="686936" y="247108"/>
                  </a:lnTo>
                  <a:lnTo>
                    <a:pt x="708277" y="287012"/>
                  </a:lnTo>
                  <a:lnTo>
                    <a:pt x="751636" y="304303"/>
                  </a:lnTo>
                  <a:lnTo>
                    <a:pt x="761927" y="304800"/>
                  </a:lnTo>
                  <a:lnTo>
                    <a:pt x="771227" y="304439"/>
                  </a:lnTo>
                  <a:lnTo>
                    <a:pt x="811816" y="288988"/>
                  </a:lnTo>
                  <a:lnTo>
                    <a:pt x="825520" y="274204"/>
                  </a:lnTo>
                  <a:lnTo>
                    <a:pt x="767123" y="274204"/>
                  </a:lnTo>
                  <a:lnTo>
                    <a:pt x="757295" y="273627"/>
                  </a:lnTo>
                  <a:lnTo>
                    <a:pt x="723647" y="254000"/>
                  </a:lnTo>
                  <a:lnTo>
                    <a:pt x="720364" y="229754"/>
                  </a:lnTo>
                  <a:lnTo>
                    <a:pt x="722673" y="222923"/>
                  </a:lnTo>
                  <a:lnTo>
                    <a:pt x="757742" y="203163"/>
                  </a:lnTo>
                  <a:lnTo>
                    <a:pt x="784874" y="199159"/>
                  </a:lnTo>
                  <a:lnTo>
                    <a:pt x="790839" y="198389"/>
                  </a:lnTo>
                  <a:lnTo>
                    <a:pt x="828025" y="189922"/>
                  </a:lnTo>
                  <a:lnTo>
                    <a:pt x="829468" y="188190"/>
                  </a:lnTo>
                  <a:lnTo>
                    <a:pt x="863527" y="188190"/>
                  </a:lnTo>
                  <a:lnTo>
                    <a:pt x="863527" y="153554"/>
                  </a:lnTo>
                  <a:lnTo>
                    <a:pt x="862986" y="141016"/>
                  </a:lnTo>
                  <a:lnTo>
                    <a:pt x="861363" y="129814"/>
                  </a:lnTo>
                  <a:lnTo>
                    <a:pt x="858657" y="119946"/>
                  </a:lnTo>
                  <a:lnTo>
                    <a:pt x="854868" y="111413"/>
                  </a:lnTo>
                  <a:lnTo>
                    <a:pt x="850897" y="105063"/>
                  </a:lnTo>
                  <a:close/>
                </a:path>
                <a:path w="1036954" h="304800">
                  <a:moveTo>
                    <a:pt x="863527" y="269586"/>
                  </a:moveTo>
                  <a:lnTo>
                    <a:pt x="829468" y="269586"/>
                  </a:lnTo>
                  <a:lnTo>
                    <a:pt x="829468" y="299604"/>
                  </a:lnTo>
                  <a:lnTo>
                    <a:pt x="863527" y="299604"/>
                  </a:lnTo>
                  <a:lnTo>
                    <a:pt x="863527" y="269586"/>
                  </a:lnTo>
                  <a:close/>
                </a:path>
                <a:path w="1036954" h="304800">
                  <a:moveTo>
                    <a:pt x="863527" y="188190"/>
                  </a:moveTo>
                  <a:lnTo>
                    <a:pt x="829468" y="188190"/>
                  </a:lnTo>
                  <a:lnTo>
                    <a:pt x="829463" y="219435"/>
                  </a:lnTo>
                  <a:lnTo>
                    <a:pt x="829017" y="226209"/>
                  </a:lnTo>
                  <a:lnTo>
                    <a:pt x="807748" y="262009"/>
                  </a:lnTo>
                  <a:lnTo>
                    <a:pt x="767123" y="274204"/>
                  </a:lnTo>
                  <a:lnTo>
                    <a:pt x="825520" y="274204"/>
                  </a:lnTo>
                  <a:lnTo>
                    <a:pt x="827736" y="269586"/>
                  </a:lnTo>
                  <a:lnTo>
                    <a:pt x="863527" y="269586"/>
                  </a:lnTo>
                  <a:lnTo>
                    <a:pt x="863527" y="188190"/>
                  </a:lnTo>
                  <a:close/>
                </a:path>
                <a:path w="1036954" h="304800">
                  <a:moveTo>
                    <a:pt x="788674" y="75045"/>
                  </a:moveTo>
                  <a:lnTo>
                    <a:pt x="781555" y="75045"/>
                  </a:lnTo>
                  <a:lnTo>
                    <a:pt x="773148" y="75334"/>
                  </a:lnTo>
                  <a:lnTo>
                    <a:pt x="730971" y="85869"/>
                  </a:lnTo>
                  <a:lnTo>
                    <a:pt x="697345" y="117456"/>
                  </a:lnTo>
                  <a:lnTo>
                    <a:pt x="692655" y="127000"/>
                  </a:lnTo>
                  <a:lnTo>
                    <a:pt x="724982" y="138545"/>
                  </a:lnTo>
                  <a:lnTo>
                    <a:pt x="728310" y="132574"/>
                  </a:lnTo>
                  <a:lnTo>
                    <a:pt x="732667" y="126783"/>
                  </a:lnTo>
                  <a:lnTo>
                    <a:pt x="771173" y="105731"/>
                  </a:lnTo>
                  <a:lnTo>
                    <a:pt x="782709" y="105063"/>
                  </a:lnTo>
                  <a:lnTo>
                    <a:pt x="850897" y="105063"/>
                  </a:lnTo>
                  <a:lnTo>
                    <a:pt x="850259" y="104044"/>
                  </a:lnTo>
                  <a:lnTo>
                    <a:pt x="813025" y="79203"/>
                  </a:lnTo>
                  <a:lnTo>
                    <a:pt x="796852" y="75911"/>
                  </a:lnTo>
                  <a:lnTo>
                    <a:pt x="788674" y="75045"/>
                  </a:lnTo>
                  <a:close/>
                </a:path>
                <a:path w="1036954" h="304800">
                  <a:moveTo>
                    <a:pt x="958597" y="77931"/>
                  </a:moveTo>
                  <a:lnTo>
                    <a:pt x="925692" y="77931"/>
                  </a:lnTo>
                  <a:lnTo>
                    <a:pt x="925692" y="299604"/>
                  </a:lnTo>
                  <a:lnTo>
                    <a:pt x="959752" y="299604"/>
                  </a:lnTo>
                  <a:lnTo>
                    <a:pt x="959752" y="159327"/>
                  </a:lnTo>
                  <a:lnTo>
                    <a:pt x="960203" y="152030"/>
                  </a:lnTo>
                  <a:lnTo>
                    <a:pt x="980930" y="117799"/>
                  </a:lnTo>
                  <a:lnTo>
                    <a:pt x="992951" y="111413"/>
                  </a:lnTo>
                  <a:lnTo>
                    <a:pt x="958597" y="111413"/>
                  </a:lnTo>
                  <a:lnTo>
                    <a:pt x="958597" y="77931"/>
                  </a:lnTo>
                  <a:close/>
                </a:path>
                <a:path w="1036954" h="304800">
                  <a:moveTo>
                    <a:pt x="1021135" y="74468"/>
                  </a:moveTo>
                  <a:lnTo>
                    <a:pt x="1018633" y="74468"/>
                  </a:lnTo>
                  <a:lnTo>
                    <a:pt x="1008928" y="75108"/>
                  </a:lnTo>
                  <a:lnTo>
                    <a:pt x="969421" y="96512"/>
                  </a:lnTo>
                  <a:lnTo>
                    <a:pt x="960906" y="111413"/>
                  </a:lnTo>
                  <a:lnTo>
                    <a:pt x="992951" y="111413"/>
                  </a:lnTo>
                  <a:lnTo>
                    <a:pt x="993450" y="111188"/>
                  </a:lnTo>
                  <a:lnTo>
                    <a:pt x="1000449" y="109068"/>
                  </a:lnTo>
                  <a:lnTo>
                    <a:pt x="1007882" y="107796"/>
                  </a:lnTo>
                  <a:lnTo>
                    <a:pt x="1015747" y="107372"/>
                  </a:lnTo>
                  <a:lnTo>
                    <a:pt x="1036529" y="107372"/>
                  </a:lnTo>
                  <a:lnTo>
                    <a:pt x="1036529" y="75045"/>
                  </a:lnTo>
                  <a:lnTo>
                    <a:pt x="1034605" y="74853"/>
                  </a:lnTo>
                  <a:lnTo>
                    <a:pt x="1031766" y="74708"/>
                  </a:lnTo>
                  <a:lnTo>
                    <a:pt x="1024262" y="74516"/>
                  </a:lnTo>
                  <a:lnTo>
                    <a:pt x="1021135" y="74468"/>
                  </a:lnTo>
                  <a:close/>
                </a:path>
                <a:path w="1036954" h="304800">
                  <a:moveTo>
                    <a:pt x="1036529" y="107372"/>
                  </a:moveTo>
                  <a:lnTo>
                    <a:pt x="1020269" y="107372"/>
                  </a:lnTo>
                  <a:lnTo>
                    <a:pt x="1024550" y="107709"/>
                  </a:lnTo>
                  <a:lnTo>
                    <a:pt x="1028591" y="108382"/>
                  </a:lnTo>
                  <a:lnTo>
                    <a:pt x="1032728" y="108960"/>
                  </a:lnTo>
                  <a:lnTo>
                    <a:pt x="1035374" y="109393"/>
                  </a:lnTo>
                  <a:lnTo>
                    <a:pt x="1036529" y="109681"/>
                  </a:lnTo>
                  <a:lnTo>
                    <a:pt x="1036529" y="107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139609" y="5493629"/>
            <a:ext cx="1879399" cy="524063"/>
            <a:chOff x="9652000" y="7721600"/>
            <a:chExt cx="2641600" cy="736600"/>
          </a:xfrm>
        </p:grpSpPr>
        <p:sp>
          <p:nvSpPr>
            <p:cNvPr id="8" name="object 8"/>
            <p:cNvSpPr/>
            <p:nvPr/>
          </p:nvSpPr>
          <p:spPr>
            <a:xfrm>
              <a:off x="9652000" y="7721600"/>
              <a:ext cx="2641600" cy="736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9" name="object 9"/>
            <p:cNvSpPr/>
            <p:nvPr/>
          </p:nvSpPr>
          <p:spPr>
            <a:xfrm>
              <a:off x="9702800" y="7721600"/>
              <a:ext cx="2540000" cy="635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0" name="object 10"/>
          <p:cNvSpPr/>
          <p:nvPr/>
        </p:nvSpPr>
        <p:spPr>
          <a:xfrm>
            <a:off x="3932205" y="999637"/>
            <a:ext cx="4246174" cy="4300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2228159" y="3584042"/>
            <a:ext cx="759931" cy="1684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2" name="object 12"/>
          <p:cNvSpPr/>
          <p:nvPr/>
        </p:nvSpPr>
        <p:spPr>
          <a:xfrm>
            <a:off x="2220766" y="3171486"/>
            <a:ext cx="1680269" cy="1654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3" name="object 13"/>
          <p:cNvSpPr/>
          <p:nvPr/>
        </p:nvSpPr>
        <p:spPr>
          <a:xfrm>
            <a:off x="2234319" y="2773921"/>
            <a:ext cx="1563410" cy="1654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4" name="object 14"/>
          <p:cNvSpPr/>
          <p:nvPr/>
        </p:nvSpPr>
        <p:spPr>
          <a:xfrm>
            <a:off x="4080451" y="2771457"/>
            <a:ext cx="1393396" cy="18882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5" name="object 15"/>
          <p:cNvSpPr/>
          <p:nvPr/>
        </p:nvSpPr>
        <p:spPr>
          <a:xfrm>
            <a:off x="6433396" y="2776693"/>
            <a:ext cx="1126430" cy="1620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6" name="object 16"/>
          <p:cNvSpPr/>
          <p:nvPr/>
        </p:nvSpPr>
        <p:spPr>
          <a:xfrm>
            <a:off x="6430624" y="3183294"/>
            <a:ext cx="1182165" cy="1620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7" name="object 17"/>
          <p:cNvSpPr/>
          <p:nvPr/>
        </p:nvSpPr>
        <p:spPr>
          <a:xfrm>
            <a:off x="6430652" y="3589894"/>
            <a:ext cx="1170109" cy="16202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8" name="object 18"/>
          <p:cNvSpPr/>
          <p:nvPr/>
        </p:nvSpPr>
        <p:spPr>
          <a:xfrm>
            <a:off x="4086612" y="3587123"/>
            <a:ext cx="847537" cy="165803"/>
          </a:xfrm>
          <a:custGeom>
            <a:avLst/>
            <a:gdLst/>
            <a:ahLst/>
            <a:cxnLst/>
            <a:rect l="l" t="t" r="r" b="b"/>
            <a:pathLst>
              <a:path w="1191259" h="233045">
                <a:moveTo>
                  <a:pt x="74901" y="6927"/>
                </a:moveTo>
                <a:lnTo>
                  <a:pt x="0" y="6927"/>
                </a:lnTo>
                <a:lnTo>
                  <a:pt x="0" y="228599"/>
                </a:lnTo>
                <a:lnTo>
                  <a:pt x="26843" y="228599"/>
                </a:lnTo>
                <a:lnTo>
                  <a:pt x="26843" y="147637"/>
                </a:lnTo>
                <a:lnTo>
                  <a:pt x="21647" y="147637"/>
                </a:lnTo>
                <a:lnTo>
                  <a:pt x="21647" y="123824"/>
                </a:lnTo>
                <a:lnTo>
                  <a:pt x="26843" y="123824"/>
                </a:lnTo>
                <a:lnTo>
                  <a:pt x="26843" y="30739"/>
                </a:lnTo>
                <a:lnTo>
                  <a:pt x="134930" y="30739"/>
                </a:lnTo>
                <a:lnTo>
                  <a:pt x="98605" y="9281"/>
                </a:lnTo>
                <a:lnTo>
                  <a:pt x="87348" y="7515"/>
                </a:lnTo>
                <a:lnTo>
                  <a:pt x="74901" y="6927"/>
                </a:lnTo>
                <a:close/>
              </a:path>
              <a:path w="1191259" h="233045">
                <a:moveTo>
                  <a:pt x="26843" y="123824"/>
                </a:moveTo>
                <a:lnTo>
                  <a:pt x="21647" y="123824"/>
                </a:lnTo>
                <a:lnTo>
                  <a:pt x="21647" y="147637"/>
                </a:lnTo>
                <a:lnTo>
                  <a:pt x="26843" y="147637"/>
                </a:lnTo>
                <a:lnTo>
                  <a:pt x="26843" y="123824"/>
                </a:lnTo>
                <a:close/>
              </a:path>
              <a:path w="1191259" h="233045">
                <a:moveTo>
                  <a:pt x="134930" y="30739"/>
                </a:moveTo>
                <a:lnTo>
                  <a:pt x="74035" y="30739"/>
                </a:lnTo>
                <a:lnTo>
                  <a:pt x="82626" y="31118"/>
                </a:lnTo>
                <a:lnTo>
                  <a:pt x="90325" y="32255"/>
                </a:lnTo>
                <a:lnTo>
                  <a:pt x="118846" y="53253"/>
                </a:lnTo>
                <a:lnTo>
                  <a:pt x="122165" y="60252"/>
                </a:lnTo>
                <a:lnTo>
                  <a:pt x="123825" y="68190"/>
                </a:lnTo>
                <a:lnTo>
                  <a:pt x="123825" y="85941"/>
                </a:lnTo>
                <a:lnTo>
                  <a:pt x="122165" y="93915"/>
                </a:lnTo>
                <a:lnTo>
                  <a:pt x="118846" y="100986"/>
                </a:lnTo>
                <a:lnTo>
                  <a:pt x="115598" y="107986"/>
                </a:lnTo>
                <a:lnTo>
                  <a:pt x="74468" y="123824"/>
                </a:lnTo>
                <a:lnTo>
                  <a:pt x="26843" y="123824"/>
                </a:lnTo>
                <a:lnTo>
                  <a:pt x="26843" y="147637"/>
                </a:lnTo>
                <a:lnTo>
                  <a:pt x="75334" y="147637"/>
                </a:lnTo>
                <a:lnTo>
                  <a:pt x="87686" y="147048"/>
                </a:lnTo>
                <a:lnTo>
                  <a:pt x="125502" y="133052"/>
                </a:lnTo>
                <a:lnTo>
                  <a:pt x="148232" y="95764"/>
                </a:lnTo>
                <a:lnTo>
                  <a:pt x="150235" y="77065"/>
                </a:lnTo>
                <a:lnTo>
                  <a:pt x="149734" y="67500"/>
                </a:lnTo>
                <a:lnTo>
                  <a:pt x="148232" y="58394"/>
                </a:lnTo>
                <a:lnTo>
                  <a:pt x="145729" y="49749"/>
                </a:lnTo>
                <a:lnTo>
                  <a:pt x="142225" y="41563"/>
                </a:lnTo>
                <a:lnTo>
                  <a:pt x="137679" y="34020"/>
                </a:lnTo>
                <a:lnTo>
                  <a:pt x="134930" y="30739"/>
                </a:lnTo>
                <a:close/>
              </a:path>
              <a:path w="1191259" h="233045">
                <a:moveTo>
                  <a:pt x="215557" y="6927"/>
                </a:moveTo>
                <a:lnTo>
                  <a:pt x="190012" y="6927"/>
                </a:lnTo>
                <a:lnTo>
                  <a:pt x="190012" y="228599"/>
                </a:lnTo>
                <a:lnTo>
                  <a:pt x="215557" y="228599"/>
                </a:lnTo>
                <a:lnTo>
                  <a:pt x="215557" y="6927"/>
                </a:lnTo>
                <a:close/>
              </a:path>
              <a:path w="1191259" h="233045">
                <a:moveTo>
                  <a:pt x="378351" y="82694"/>
                </a:moveTo>
                <a:lnTo>
                  <a:pt x="326853" y="82694"/>
                </a:lnTo>
                <a:lnTo>
                  <a:pt x="335113" y="83249"/>
                </a:lnTo>
                <a:lnTo>
                  <a:pt x="342250" y="84913"/>
                </a:lnTo>
                <a:lnTo>
                  <a:pt x="361922" y="116464"/>
                </a:lnTo>
                <a:lnTo>
                  <a:pt x="361922" y="121443"/>
                </a:lnTo>
                <a:lnTo>
                  <a:pt x="360443" y="124330"/>
                </a:lnTo>
                <a:lnTo>
                  <a:pt x="357485" y="125989"/>
                </a:lnTo>
                <a:lnTo>
                  <a:pt x="354598" y="127649"/>
                </a:lnTo>
                <a:lnTo>
                  <a:pt x="349980" y="128840"/>
                </a:lnTo>
                <a:lnTo>
                  <a:pt x="343630" y="129561"/>
                </a:lnTo>
                <a:lnTo>
                  <a:pt x="337352" y="130211"/>
                </a:lnTo>
                <a:lnTo>
                  <a:pt x="329162" y="131185"/>
                </a:lnTo>
                <a:lnTo>
                  <a:pt x="288428" y="138256"/>
                </a:lnTo>
                <a:lnTo>
                  <a:pt x="260178" y="158244"/>
                </a:lnTo>
                <a:lnTo>
                  <a:pt x="256426" y="164161"/>
                </a:lnTo>
                <a:lnTo>
                  <a:pt x="254550" y="171882"/>
                </a:lnTo>
                <a:lnTo>
                  <a:pt x="254582" y="181949"/>
                </a:lnTo>
                <a:lnTo>
                  <a:pt x="255023" y="189228"/>
                </a:lnTo>
                <a:lnTo>
                  <a:pt x="276475" y="223181"/>
                </a:lnTo>
                <a:lnTo>
                  <a:pt x="311267" y="232496"/>
                </a:lnTo>
                <a:lnTo>
                  <a:pt x="320936" y="232496"/>
                </a:lnTo>
                <a:lnTo>
                  <a:pt x="356005" y="213554"/>
                </a:lnTo>
                <a:lnTo>
                  <a:pt x="358961" y="209549"/>
                </a:lnTo>
                <a:lnTo>
                  <a:pt x="315163" y="209549"/>
                </a:lnTo>
                <a:lnTo>
                  <a:pt x="307793" y="209117"/>
                </a:lnTo>
                <a:lnTo>
                  <a:pt x="280094" y="191582"/>
                </a:lnTo>
                <a:lnTo>
                  <a:pt x="280094" y="176212"/>
                </a:lnTo>
                <a:lnTo>
                  <a:pt x="320503" y="154203"/>
                </a:lnTo>
                <a:lnTo>
                  <a:pt x="328477" y="153265"/>
                </a:lnTo>
                <a:lnTo>
                  <a:pt x="332951" y="152688"/>
                </a:lnTo>
                <a:lnTo>
                  <a:pt x="361922" y="145039"/>
                </a:lnTo>
                <a:lnTo>
                  <a:pt x="387467" y="145039"/>
                </a:lnTo>
                <a:lnTo>
                  <a:pt x="385843" y="101257"/>
                </a:lnTo>
                <a:lnTo>
                  <a:pt x="380972" y="87456"/>
                </a:lnTo>
                <a:lnTo>
                  <a:pt x="378351" y="82694"/>
                </a:lnTo>
                <a:close/>
              </a:path>
              <a:path w="1191259" h="233045">
                <a:moveTo>
                  <a:pt x="387467" y="206086"/>
                </a:moveTo>
                <a:lnTo>
                  <a:pt x="361922" y="206086"/>
                </a:lnTo>
                <a:lnTo>
                  <a:pt x="361922" y="228599"/>
                </a:lnTo>
                <a:lnTo>
                  <a:pt x="387467" y="228599"/>
                </a:lnTo>
                <a:lnTo>
                  <a:pt x="387467" y="206086"/>
                </a:lnTo>
                <a:close/>
              </a:path>
              <a:path w="1191259" h="233045">
                <a:moveTo>
                  <a:pt x="387467" y="145039"/>
                </a:moveTo>
                <a:lnTo>
                  <a:pt x="361922" y="145039"/>
                </a:lnTo>
                <a:lnTo>
                  <a:pt x="361922" y="175346"/>
                </a:lnTo>
                <a:lnTo>
                  <a:pt x="360118" y="181949"/>
                </a:lnTo>
                <a:lnTo>
                  <a:pt x="356511" y="188226"/>
                </a:lnTo>
                <a:lnTo>
                  <a:pt x="352975" y="194504"/>
                </a:lnTo>
                <a:lnTo>
                  <a:pt x="347707" y="199628"/>
                </a:lnTo>
                <a:lnTo>
                  <a:pt x="315163" y="209549"/>
                </a:lnTo>
                <a:lnTo>
                  <a:pt x="358961" y="209549"/>
                </a:lnTo>
                <a:lnTo>
                  <a:pt x="360624" y="206086"/>
                </a:lnTo>
                <a:lnTo>
                  <a:pt x="387467" y="206086"/>
                </a:lnTo>
                <a:lnTo>
                  <a:pt x="387467" y="145039"/>
                </a:lnTo>
                <a:close/>
              </a:path>
              <a:path w="1191259" h="233045">
                <a:moveTo>
                  <a:pt x="331327" y="60180"/>
                </a:moveTo>
                <a:lnTo>
                  <a:pt x="325987" y="60180"/>
                </a:lnTo>
                <a:lnTo>
                  <a:pt x="319682" y="60397"/>
                </a:lnTo>
                <a:lnTo>
                  <a:pt x="282218" y="71599"/>
                </a:lnTo>
                <a:lnTo>
                  <a:pt x="259312" y="99146"/>
                </a:lnTo>
                <a:lnTo>
                  <a:pt x="283558" y="107805"/>
                </a:lnTo>
                <a:lnTo>
                  <a:pt x="286372" y="101744"/>
                </a:lnTo>
                <a:lnTo>
                  <a:pt x="291243" y="96043"/>
                </a:lnTo>
                <a:lnTo>
                  <a:pt x="326853" y="82694"/>
                </a:lnTo>
                <a:lnTo>
                  <a:pt x="378351" y="82694"/>
                </a:lnTo>
                <a:lnTo>
                  <a:pt x="376643" y="79591"/>
                </a:lnTo>
                <a:lnTo>
                  <a:pt x="371195" y="73710"/>
                </a:lnTo>
                <a:lnTo>
                  <a:pt x="358134" y="65917"/>
                </a:lnTo>
                <a:lnTo>
                  <a:pt x="351387" y="63355"/>
                </a:lnTo>
                <a:lnTo>
                  <a:pt x="344388" y="62128"/>
                </a:lnTo>
                <a:lnTo>
                  <a:pt x="337461" y="60830"/>
                </a:lnTo>
                <a:lnTo>
                  <a:pt x="331327" y="60180"/>
                </a:lnTo>
                <a:close/>
              </a:path>
              <a:path w="1191259" h="233045">
                <a:moveTo>
                  <a:pt x="470892" y="22513"/>
                </a:moveTo>
                <a:lnTo>
                  <a:pt x="445347" y="22513"/>
                </a:lnTo>
                <a:lnTo>
                  <a:pt x="445347" y="197571"/>
                </a:lnTo>
                <a:lnTo>
                  <a:pt x="476087" y="229213"/>
                </a:lnTo>
                <a:lnTo>
                  <a:pt x="483159" y="230764"/>
                </a:lnTo>
                <a:lnTo>
                  <a:pt x="495137" y="230764"/>
                </a:lnTo>
                <a:lnTo>
                  <a:pt x="499070" y="230403"/>
                </a:lnTo>
                <a:lnTo>
                  <a:pt x="502173" y="229682"/>
                </a:lnTo>
                <a:lnTo>
                  <a:pt x="505275" y="229032"/>
                </a:lnTo>
                <a:lnTo>
                  <a:pt x="507693" y="228383"/>
                </a:lnTo>
                <a:lnTo>
                  <a:pt x="509425" y="227734"/>
                </a:lnTo>
                <a:lnTo>
                  <a:pt x="504523" y="206086"/>
                </a:lnTo>
                <a:lnTo>
                  <a:pt x="489220" y="206086"/>
                </a:lnTo>
                <a:lnTo>
                  <a:pt x="485648" y="205509"/>
                </a:lnTo>
                <a:lnTo>
                  <a:pt x="470892" y="188190"/>
                </a:lnTo>
                <a:lnTo>
                  <a:pt x="470892" y="22513"/>
                </a:lnTo>
                <a:close/>
              </a:path>
              <a:path w="1191259" h="233045">
                <a:moveTo>
                  <a:pt x="504229" y="204787"/>
                </a:moveTo>
                <a:lnTo>
                  <a:pt x="499900" y="205653"/>
                </a:lnTo>
                <a:lnTo>
                  <a:pt x="498096" y="205942"/>
                </a:lnTo>
                <a:lnTo>
                  <a:pt x="495787" y="206086"/>
                </a:lnTo>
                <a:lnTo>
                  <a:pt x="504523" y="206086"/>
                </a:lnTo>
                <a:lnTo>
                  <a:pt x="504229" y="204787"/>
                </a:lnTo>
                <a:close/>
              </a:path>
              <a:path w="1191259" h="233045">
                <a:moveTo>
                  <a:pt x="445347" y="62345"/>
                </a:moveTo>
                <a:lnTo>
                  <a:pt x="420236" y="62345"/>
                </a:lnTo>
                <a:lnTo>
                  <a:pt x="420236" y="83993"/>
                </a:lnTo>
                <a:lnTo>
                  <a:pt x="445347" y="83993"/>
                </a:lnTo>
                <a:lnTo>
                  <a:pt x="445347" y="62345"/>
                </a:lnTo>
                <a:close/>
              </a:path>
              <a:path w="1191259" h="233045">
                <a:moveTo>
                  <a:pt x="506394" y="62345"/>
                </a:moveTo>
                <a:lnTo>
                  <a:pt x="470892" y="62345"/>
                </a:lnTo>
                <a:lnTo>
                  <a:pt x="470892" y="83993"/>
                </a:lnTo>
                <a:lnTo>
                  <a:pt x="506394" y="83993"/>
                </a:lnTo>
                <a:lnTo>
                  <a:pt x="506394" y="62345"/>
                </a:lnTo>
                <a:close/>
              </a:path>
              <a:path w="1191259" h="233045">
                <a:moveTo>
                  <a:pt x="570363" y="62345"/>
                </a:moveTo>
                <a:lnTo>
                  <a:pt x="544819" y="62345"/>
                </a:lnTo>
                <a:lnTo>
                  <a:pt x="544819" y="228599"/>
                </a:lnTo>
                <a:lnTo>
                  <a:pt x="570363" y="228599"/>
                </a:lnTo>
                <a:lnTo>
                  <a:pt x="570363" y="62345"/>
                </a:lnTo>
                <a:close/>
              </a:path>
              <a:path w="1191259" h="233045">
                <a:moveTo>
                  <a:pt x="562786" y="0"/>
                </a:moveTo>
                <a:lnTo>
                  <a:pt x="552828" y="0"/>
                </a:lnTo>
                <a:lnTo>
                  <a:pt x="548535" y="1695"/>
                </a:lnTo>
                <a:lnTo>
                  <a:pt x="544927" y="5087"/>
                </a:lnTo>
                <a:lnTo>
                  <a:pt x="541391" y="8478"/>
                </a:lnTo>
                <a:lnTo>
                  <a:pt x="539623" y="12555"/>
                </a:lnTo>
                <a:lnTo>
                  <a:pt x="539623" y="22080"/>
                </a:lnTo>
                <a:lnTo>
                  <a:pt x="541391" y="26157"/>
                </a:lnTo>
                <a:lnTo>
                  <a:pt x="544927" y="29549"/>
                </a:lnTo>
                <a:lnTo>
                  <a:pt x="548535" y="32940"/>
                </a:lnTo>
                <a:lnTo>
                  <a:pt x="552828" y="34636"/>
                </a:lnTo>
                <a:lnTo>
                  <a:pt x="562786" y="34636"/>
                </a:lnTo>
                <a:lnTo>
                  <a:pt x="567044" y="32940"/>
                </a:lnTo>
                <a:lnTo>
                  <a:pt x="570579" y="29549"/>
                </a:lnTo>
                <a:lnTo>
                  <a:pt x="574187" y="26157"/>
                </a:lnTo>
                <a:lnTo>
                  <a:pt x="575991" y="22080"/>
                </a:lnTo>
                <a:lnTo>
                  <a:pt x="575991" y="12555"/>
                </a:lnTo>
                <a:lnTo>
                  <a:pt x="574187" y="8478"/>
                </a:lnTo>
                <a:lnTo>
                  <a:pt x="570579" y="5087"/>
                </a:lnTo>
                <a:lnTo>
                  <a:pt x="567044" y="1695"/>
                </a:lnTo>
                <a:lnTo>
                  <a:pt x="562786" y="0"/>
                </a:lnTo>
                <a:close/>
              </a:path>
              <a:path w="1191259" h="233045">
                <a:moveTo>
                  <a:pt x="641828" y="62345"/>
                </a:moveTo>
                <a:lnTo>
                  <a:pt x="617149" y="62345"/>
                </a:lnTo>
                <a:lnTo>
                  <a:pt x="617149" y="228599"/>
                </a:lnTo>
                <a:lnTo>
                  <a:pt x="642693" y="228599"/>
                </a:lnTo>
                <a:lnTo>
                  <a:pt x="642693" y="118918"/>
                </a:lnTo>
                <a:lnTo>
                  <a:pt x="644534" y="110692"/>
                </a:lnTo>
                <a:lnTo>
                  <a:pt x="651894" y="97126"/>
                </a:lnTo>
                <a:lnTo>
                  <a:pt x="656909" y="91966"/>
                </a:lnTo>
                <a:lnTo>
                  <a:pt x="663455" y="88322"/>
                </a:lnTo>
                <a:lnTo>
                  <a:pt x="641828" y="88322"/>
                </a:lnTo>
                <a:lnTo>
                  <a:pt x="641828" y="62345"/>
                </a:lnTo>
                <a:close/>
              </a:path>
              <a:path w="1191259" h="233045">
                <a:moveTo>
                  <a:pt x="738912" y="83127"/>
                </a:moveTo>
                <a:lnTo>
                  <a:pt x="685123" y="83127"/>
                </a:lnTo>
                <a:lnTo>
                  <a:pt x="693525" y="83817"/>
                </a:lnTo>
                <a:lnTo>
                  <a:pt x="700980" y="85887"/>
                </a:lnTo>
                <a:lnTo>
                  <a:pt x="723104" y="122959"/>
                </a:lnTo>
                <a:lnTo>
                  <a:pt x="723223" y="228599"/>
                </a:lnTo>
                <a:lnTo>
                  <a:pt x="748767" y="228599"/>
                </a:lnTo>
                <a:lnTo>
                  <a:pt x="748767" y="122959"/>
                </a:lnTo>
                <a:lnTo>
                  <a:pt x="748328" y="112811"/>
                </a:lnTo>
                <a:lnTo>
                  <a:pt x="747008" y="103584"/>
                </a:lnTo>
                <a:lnTo>
                  <a:pt x="744810" y="95277"/>
                </a:lnTo>
                <a:lnTo>
                  <a:pt x="741732" y="87889"/>
                </a:lnTo>
                <a:lnTo>
                  <a:pt x="738912" y="83127"/>
                </a:lnTo>
                <a:close/>
              </a:path>
              <a:path w="1191259" h="233045">
                <a:moveTo>
                  <a:pt x="692483" y="60180"/>
                </a:moveTo>
                <a:lnTo>
                  <a:pt x="656169" y="72127"/>
                </a:lnTo>
                <a:lnTo>
                  <a:pt x="643992" y="88322"/>
                </a:lnTo>
                <a:lnTo>
                  <a:pt x="663455" y="88322"/>
                </a:lnTo>
                <a:lnTo>
                  <a:pt x="669681" y="84895"/>
                </a:lnTo>
                <a:lnTo>
                  <a:pt x="676969" y="83127"/>
                </a:lnTo>
                <a:lnTo>
                  <a:pt x="738912" y="83127"/>
                </a:lnTo>
                <a:lnTo>
                  <a:pt x="737862" y="81354"/>
                </a:lnTo>
                <a:lnTo>
                  <a:pt x="700662" y="60613"/>
                </a:lnTo>
                <a:lnTo>
                  <a:pt x="692483" y="60180"/>
                </a:lnTo>
                <a:close/>
              </a:path>
              <a:path w="1191259" h="233045">
                <a:moveTo>
                  <a:pt x="820990" y="62345"/>
                </a:moveTo>
                <a:lnTo>
                  <a:pt x="795445" y="62345"/>
                </a:lnTo>
                <a:lnTo>
                  <a:pt x="795449" y="168074"/>
                </a:lnTo>
                <a:lnTo>
                  <a:pt x="806161" y="209658"/>
                </a:lnTo>
                <a:lnTo>
                  <a:pt x="841555" y="230338"/>
                </a:lnTo>
                <a:lnTo>
                  <a:pt x="849132" y="230764"/>
                </a:lnTo>
                <a:lnTo>
                  <a:pt x="858143" y="230216"/>
                </a:lnTo>
                <a:lnTo>
                  <a:pt x="895160" y="206553"/>
                </a:lnTo>
                <a:lnTo>
                  <a:pt x="895415" y="206086"/>
                </a:lnTo>
                <a:lnTo>
                  <a:pt x="857358" y="206086"/>
                </a:lnTo>
                <a:lnTo>
                  <a:pt x="849754" y="205409"/>
                </a:lnTo>
                <a:lnTo>
                  <a:pt x="821621" y="174832"/>
                </a:lnTo>
                <a:lnTo>
                  <a:pt x="820990" y="166254"/>
                </a:lnTo>
                <a:lnTo>
                  <a:pt x="820990" y="62345"/>
                </a:lnTo>
                <a:close/>
              </a:path>
              <a:path w="1191259" h="233045">
                <a:moveTo>
                  <a:pt x="925765" y="200457"/>
                </a:moveTo>
                <a:lnTo>
                  <a:pt x="900220" y="200457"/>
                </a:lnTo>
                <a:lnTo>
                  <a:pt x="900220" y="228599"/>
                </a:lnTo>
                <a:lnTo>
                  <a:pt x="925765" y="228599"/>
                </a:lnTo>
                <a:lnTo>
                  <a:pt x="925765" y="200457"/>
                </a:lnTo>
                <a:close/>
              </a:path>
              <a:path w="1191259" h="233045">
                <a:moveTo>
                  <a:pt x="925765" y="62345"/>
                </a:moveTo>
                <a:lnTo>
                  <a:pt x="900220" y="62345"/>
                </a:lnTo>
                <a:lnTo>
                  <a:pt x="900220" y="160626"/>
                </a:lnTo>
                <a:lnTo>
                  <a:pt x="899794" y="168074"/>
                </a:lnTo>
                <a:lnTo>
                  <a:pt x="870166" y="204462"/>
                </a:lnTo>
                <a:lnTo>
                  <a:pt x="863708" y="206086"/>
                </a:lnTo>
                <a:lnTo>
                  <a:pt x="895415" y="206086"/>
                </a:lnTo>
                <a:lnTo>
                  <a:pt x="898488" y="200457"/>
                </a:lnTo>
                <a:lnTo>
                  <a:pt x="925765" y="200457"/>
                </a:lnTo>
                <a:lnTo>
                  <a:pt x="925765" y="62345"/>
                </a:lnTo>
                <a:close/>
              </a:path>
              <a:path w="1191259" h="233045">
                <a:moveTo>
                  <a:pt x="997229" y="62345"/>
                </a:moveTo>
                <a:lnTo>
                  <a:pt x="972551" y="62345"/>
                </a:lnTo>
                <a:lnTo>
                  <a:pt x="972551" y="228599"/>
                </a:lnTo>
                <a:lnTo>
                  <a:pt x="998095" y="228599"/>
                </a:lnTo>
                <a:lnTo>
                  <a:pt x="998095" y="116536"/>
                </a:lnTo>
                <a:lnTo>
                  <a:pt x="999827" y="109357"/>
                </a:lnTo>
                <a:lnTo>
                  <a:pt x="1003290" y="103151"/>
                </a:lnTo>
                <a:lnTo>
                  <a:pt x="1006826" y="96873"/>
                </a:lnTo>
                <a:lnTo>
                  <a:pt x="1011444" y="91966"/>
                </a:lnTo>
                <a:lnTo>
                  <a:pt x="1017322" y="88322"/>
                </a:lnTo>
                <a:lnTo>
                  <a:pt x="997229" y="88322"/>
                </a:lnTo>
                <a:lnTo>
                  <a:pt x="997229" y="62345"/>
                </a:lnTo>
                <a:close/>
              </a:path>
              <a:path w="1191259" h="233045">
                <a:moveTo>
                  <a:pt x="1085781" y="83127"/>
                </a:moveTo>
                <a:lnTo>
                  <a:pt x="1045431" y="83127"/>
                </a:lnTo>
                <a:lnTo>
                  <a:pt x="1053333" y="86049"/>
                </a:lnTo>
                <a:lnTo>
                  <a:pt x="1059543" y="91966"/>
                </a:lnTo>
                <a:lnTo>
                  <a:pt x="1065600" y="97667"/>
                </a:lnTo>
                <a:lnTo>
                  <a:pt x="1068667" y="105280"/>
                </a:lnTo>
                <a:lnTo>
                  <a:pt x="1068667" y="228599"/>
                </a:lnTo>
                <a:lnTo>
                  <a:pt x="1094644" y="228599"/>
                </a:lnTo>
                <a:lnTo>
                  <a:pt x="1094644" y="120361"/>
                </a:lnTo>
                <a:lnTo>
                  <a:pt x="1095246" y="112649"/>
                </a:lnTo>
                <a:lnTo>
                  <a:pt x="1111053" y="88322"/>
                </a:lnTo>
                <a:lnTo>
                  <a:pt x="1088583" y="88322"/>
                </a:lnTo>
                <a:lnTo>
                  <a:pt x="1085781" y="83127"/>
                </a:lnTo>
                <a:close/>
              </a:path>
              <a:path w="1191259" h="233045">
                <a:moveTo>
                  <a:pt x="1183275" y="83127"/>
                </a:moveTo>
                <a:lnTo>
                  <a:pt x="1140537" y="83127"/>
                </a:lnTo>
                <a:lnTo>
                  <a:pt x="1148462" y="85779"/>
                </a:lnTo>
                <a:lnTo>
                  <a:pt x="1155149" y="91028"/>
                </a:lnTo>
                <a:lnTo>
                  <a:pt x="1165215" y="228599"/>
                </a:lnTo>
                <a:lnTo>
                  <a:pt x="1190760" y="228599"/>
                </a:lnTo>
                <a:lnTo>
                  <a:pt x="1190708" y="116536"/>
                </a:lnTo>
                <a:lnTo>
                  <a:pt x="1189874" y="103631"/>
                </a:lnTo>
                <a:lnTo>
                  <a:pt x="1187215" y="91867"/>
                </a:lnTo>
                <a:lnTo>
                  <a:pt x="1183275" y="83127"/>
                </a:lnTo>
                <a:close/>
              </a:path>
              <a:path w="1191259" h="233045">
                <a:moveTo>
                  <a:pt x="1043988" y="60180"/>
                </a:moveTo>
                <a:lnTo>
                  <a:pt x="1006186" y="76497"/>
                </a:lnTo>
                <a:lnTo>
                  <a:pt x="999394" y="88322"/>
                </a:lnTo>
                <a:lnTo>
                  <a:pt x="1017322" y="88322"/>
                </a:lnTo>
                <a:lnTo>
                  <a:pt x="1022918" y="84895"/>
                </a:lnTo>
                <a:lnTo>
                  <a:pt x="1029123" y="83127"/>
                </a:lnTo>
                <a:lnTo>
                  <a:pt x="1085781" y="83127"/>
                </a:lnTo>
                <a:lnTo>
                  <a:pt x="1085193" y="82038"/>
                </a:lnTo>
                <a:lnTo>
                  <a:pt x="1051869" y="60647"/>
                </a:lnTo>
                <a:lnTo>
                  <a:pt x="1043988" y="60180"/>
                </a:lnTo>
                <a:close/>
              </a:path>
              <a:path w="1191259" h="233045">
                <a:moveTo>
                  <a:pt x="1140104" y="60180"/>
                </a:moveTo>
                <a:lnTo>
                  <a:pt x="1103486" y="71985"/>
                </a:lnTo>
                <a:lnTo>
                  <a:pt x="1090314" y="88322"/>
                </a:lnTo>
                <a:lnTo>
                  <a:pt x="1111053" y="88322"/>
                </a:lnTo>
                <a:lnTo>
                  <a:pt x="1115886" y="85779"/>
                </a:lnTo>
                <a:lnTo>
                  <a:pt x="1123172" y="83790"/>
                </a:lnTo>
                <a:lnTo>
                  <a:pt x="1131445" y="83127"/>
                </a:lnTo>
                <a:lnTo>
                  <a:pt x="1183275" y="83127"/>
                </a:lnTo>
                <a:lnTo>
                  <a:pt x="1182784" y="82038"/>
                </a:lnTo>
                <a:lnTo>
                  <a:pt x="1176581" y="74143"/>
                </a:lnTo>
                <a:lnTo>
                  <a:pt x="1168984" y="68034"/>
                </a:lnTo>
                <a:lnTo>
                  <a:pt x="1160372" y="63671"/>
                </a:lnTo>
                <a:lnTo>
                  <a:pt x="1150745" y="61053"/>
                </a:lnTo>
                <a:lnTo>
                  <a:pt x="1140104" y="60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4080452" y="3178058"/>
            <a:ext cx="2140044" cy="1888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144544"/>
              </p:ext>
            </p:extLst>
          </p:nvPr>
        </p:nvGraphicFramePr>
        <p:xfrm>
          <a:off x="1645940" y="2105289"/>
          <a:ext cx="8348869" cy="3044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8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22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8360438" y="2750100"/>
            <a:ext cx="1484882" cy="21593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2" name="object 22"/>
          <p:cNvSpPr/>
          <p:nvPr/>
        </p:nvSpPr>
        <p:spPr>
          <a:xfrm>
            <a:off x="8360438" y="3165736"/>
            <a:ext cx="1488270" cy="21593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3" name="object 23"/>
          <p:cNvSpPr/>
          <p:nvPr/>
        </p:nvSpPr>
        <p:spPr>
          <a:xfrm>
            <a:off x="8360438" y="3536195"/>
            <a:ext cx="1454386" cy="21593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4" name="object 24"/>
          <p:cNvSpPr/>
          <p:nvPr/>
        </p:nvSpPr>
        <p:spPr>
          <a:xfrm>
            <a:off x="4092977" y="2301607"/>
            <a:ext cx="978553" cy="213691"/>
          </a:xfrm>
          <a:custGeom>
            <a:avLst/>
            <a:gdLst/>
            <a:ahLst/>
            <a:cxnLst/>
            <a:rect l="l" t="t" r="r" b="b"/>
            <a:pathLst>
              <a:path w="1375409" h="300354">
                <a:moveTo>
                  <a:pt x="42718" y="0"/>
                </a:moveTo>
                <a:lnTo>
                  <a:pt x="0" y="0"/>
                </a:lnTo>
                <a:lnTo>
                  <a:pt x="0" y="295563"/>
                </a:lnTo>
                <a:lnTo>
                  <a:pt x="33481" y="295563"/>
                </a:lnTo>
                <a:lnTo>
                  <a:pt x="33481" y="71004"/>
                </a:lnTo>
                <a:lnTo>
                  <a:pt x="71788" y="71004"/>
                </a:lnTo>
                <a:lnTo>
                  <a:pt x="42718" y="0"/>
                </a:lnTo>
                <a:close/>
              </a:path>
              <a:path w="1375409" h="300354">
                <a:moveTo>
                  <a:pt x="71788" y="71004"/>
                </a:moveTo>
                <a:lnTo>
                  <a:pt x="36368" y="71004"/>
                </a:lnTo>
                <a:lnTo>
                  <a:pt x="128731" y="295563"/>
                </a:lnTo>
                <a:lnTo>
                  <a:pt x="161059" y="295563"/>
                </a:lnTo>
                <a:lnTo>
                  <a:pt x="181716" y="245340"/>
                </a:lnTo>
                <a:lnTo>
                  <a:pt x="143163" y="245340"/>
                </a:lnTo>
                <a:lnTo>
                  <a:pt x="71788" y="71004"/>
                </a:lnTo>
                <a:close/>
              </a:path>
              <a:path w="1375409" h="300354">
                <a:moveTo>
                  <a:pt x="289790" y="71004"/>
                </a:moveTo>
                <a:lnTo>
                  <a:pt x="256309" y="71004"/>
                </a:lnTo>
                <a:lnTo>
                  <a:pt x="256309" y="295563"/>
                </a:lnTo>
                <a:lnTo>
                  <a:pt x="289790" y="295563"/>
                </a:lnTo>
                <a:lnTo>
                  <a:pt x="289790" y="71004"/>
                </a:lnTo>
                <a:close/>
              </a:path>
              <a:path w="1375409" h="300354">
                <a:moveTo>
                  <a:pt x="289790" y="0"/>
                </a:moveTo>
                <a:lnTo>
                  <a:pt x="247072" y="0"/>
                </a:lnTo>
                <a:lnTo>
                  <a:pt x="146627" y="245340"/>
                </a:lnTo>
                <a:lnTo>
                  <a:pt x="181716" y="245340"/>
                </a:lnTo>
                <a:lnTo>
                  <a:pt x="253422" y="71004"/>
                </a:lnTo>
                <a:lnTo>
                  <a:pt x="289790" y="71004"/>
                </a:lnTo>
                <a:lnTo>
                  <a:pt x="289790" y="0"/>
                </a:lnTo>
                <a:close/>
              </a:path>
              <a:path w="1375409" h="300354">
                <a:moveTo>
                  <a:pt x="446989" y="71004"/>
                </a:moveTo>
                <a:lnTo>
                  <a:pt x="406102" y="79041"/>
                </a:lnTo>
                <a:lnTo>
                  <a:pt x="374253" y="102465"/>
                </a:lnTo>
                <a:lnTo>
                  <a:pt x="353606" y="138879"/>
                </a:lnTo>
                <a:lnTo>
                  <a:pt x="346544" y="185881"/>
                </a:lnTo>
                <a:lnTo>
                  <a:pt x="347328" y="202514"/>
                </a:lnTo>
                <a:lnTo>
                  <a:pt x="359099" y="245918"/>
                </a:lnTo>
                <a:lnTo>
                  <a:pt x="383669" y="278038"/>
                </a:lnTo>
                <a:lnTo>
                  <a:pt x="418811" y="296609"/>
                </a:lnTo>
                <a:lnTo>
                  <a:pt x="446989" y="300181"/>
                </a:lnTo>
                <a:lnTo>
                  <a:pt x="461529" y="299288"/>
                </a:lnTo>
                <a:lnTo>
                  <a:pt x="499521" y="285894"/>
                </a:lnTo>
                <a:lnTo>
                  <a:pt x="518810" y="269586"/>
                </a:lnTo>
                <a:lnTo>
                  <a:pt x="446989" y="269586"/>
                </a:lnTo>
                <a:lnTo>
                  <a:pt x="436093" y="268855"/>
                </a:lnTo>
                <a:lnTo>
                  <a:pt x="396658" y="244366"/>
                </a:lnTo>
                <a:lnTo>
                  <a:pt x="382371" y="207313"/>
                </a:lnTo>
                <a:lnTo>
                  <a:pt x="380603" y="185881"/>
                </a:lnTo>
                <a:lnTo>
                  <a:pt x="381045" y="174958"/>
                </a:lnTo>
                <a:lnTo>
                  <a:pt x="391688" y="135325"/>
                </a:lnTo>
                <a:lnTo>
                  <a:pt x="426207" y="104558"/>
                </a:lnTo>
                <a:lnTo>
                  <a:pt x="446989" y="101600"/>
                </a:lnTo>
                <a:lnTo>
                  <a:pt x="518776" y="101600"/>
                </a:lnTo>
                <a:lnTo>
                  <a:pt x="510218" y="93157"/>
                </a:lnTo>
                <a:lnTo>
                  <a:pt x="499521" y="85292"/>
                </a:lnTo>
                <a:lnTo>
                  <a:pt x="487795" y="79041"/>
                </a:lnTo>
                <a:lnTo>
                  <a:pt x="475131" y="74576"/>
                </a:lnTo>
                <a:lnTo>
                  <a:pt x="461529" y="71897"/>
                </a:lnTo>
                <a:lnTo>
                  <a:pt x="446989" y="71004"/>
                </a:lnTo>
                <a:close/>
              </a:path>
              <a:path w="1375409" h="300354">
                <a:moveTo>
                  <a:pt x="518776" y="101600"/>
                </a:moveTo>
                <a:lnTo>
                  <a:pt x="446989" y="101600"/>
                </a:lnTo>
                <a:lnTo>
                  <a:pt x="457885" y="102339"/>
                </a:lnTo>
                <a:lnTo>
                  <a:pt x="467771" y="104558"/>
                </a:lnTo>
                <a:lnTo>
                  <a:pt x="502290" y="135325"/>
                </a:lnTo>
                <a:lnTo>
                  <a:pt x="512933" y="174958"/>
                </a:lnTo>
                <a:lnTo>
                  <a:pt x="513375" y="185881"/>
                </a:lnTo>
                <a:lnTo>
                  <a:pt x="512933" y="196795"/>
                </a:lnTo>
                <a:lnTo>
                  <a:pt x="502290" y="236221"/>
                </a:lnTo>
                <a:lnTo>
                  <a:pt x="467771" y="266663"/>
                </a:lnTo>
                <a:lnTo>
                  <a:pt x="446989" y="269586"/>
                </a:lnTo>
                <a:lnTo>
                  <a:pt x="518810" y="269586"/>
                </a:lnTo>
                <a:lnTo>
                  <a:pt x="540291" y="232532"/>
                </a:lnTo>
                <a:lnTo>
                  <a:pt x="547434" y="185881"/>
                </a:lnTo>
                <a:lnTo>
                  <a:pt x="546641" y="169113"/>
                </a:lnTo>
                <a:lnTo>
                  <a:pt x="534734" y="125412"/>
                </a:lnTo>
                <a:lnTo>
                  <a:pt x="519653" y="102465"/>
                </a:lnTo>
                <a:lnTo>
                  <a:pt x="518776" y="101600"/>
                </a:lnTo>
                <a:close/>
              </a:path>
              <a:path w="1375409" h="300354">
                <a:moveTo>
                  <a:pt x="683707" y="71004"/>
                </a:moveTo>
                <a:lnTo>
                  <a:pt x="645445" y="78878"/>
                </a:lnTo>
                <a:lnTo>
                  <a:pt x="607588" y="112577"/>
                </a:lnTo>
                <a:lnTo>
                  <a:pt x="592029" y="152688"/>
                </a:lnTo>
                <a:lnTo>
                  <a:pt x="589034" y="185304"/>
                </a:lnTo>
                <a:lnTo>
                  <a:pt x="589783" y="202325"/>
                </a:lnTo>
                <a:lnTo>
                  <a:pt x="601013" y="246351"/>
                </a:lnTo>
                <a:lnTo>
                  <a:pt x="624176" y="278389"/>
                </a:lnTo>
                <a:lnTo>
                  <a:pt x="669681" y="299306"/>
                </a:lnTo>
                <a:lnTo>
                  <a:pt x="683130" y="300181"/>
                </a:lnTo>
                <a:lnTo>
                  <a:pt x="693277" y="299739"/>
                </a:lnTo>
                <a:lnTo>
                  <a:pt x="728698" y="285425"/>
                </a:lnTo>
                <a:lnTo>
                  <a:pt x="742462" y="269586"/>
                </a:lnTo>
                <a:lnTo>
                  <a:pt x="687748" y="269586"/>
                </a:lnTo>
                <a:lnTo>
                  <a:pt x="677501" y="268882"/>
                </a:lnTo>
                <a:lnTo>
                  <a:pt x="639401" y="244980"/>
                </a:lnTo>
                <a:lnTo>
                  <a:pt x="624897" y="207313"/>
                </a:lnTo>
                <a:lnTo>
                  <a:pt x="623093" y="184727"/>
                </a:lnTo>
                <a:lnTo>
                  <a:pt x="623535" y="173326"/>
                </a:lnTo>
                <a:lnTo>
                  <a:pt x="634215" y="133629"/>
                </a:lnTo>
                <a:lnTo>
                  <a:pt x="667904" y="104378"/>
                </a:lnTo>
                <a:lnTo>
                  <a:pt x="687748" y="101600"/>
                </a:lnTo>
                <a:lnTo>
                  <a:pt x="742666" y="101600"/>
                </a:lnTo>
                <a:lnTo>
                  <a:pt x="741771" y="100349"/>
                </a:lnTo>
                <a:lnTo>
                  <a:pt x="737249" y="94384"/>
                </a:lnTo>
                <a:lnTo>
                  <a:pt x="732823" y="88322"/>
                </a:lnTo>
                <a:lnTo>
                  <a:pt x="726377" y="82934"/>
                </a:lnTo>
                <a:lnTo>
                  <a:pt x="717910" y="78220"/>
                </a:lnTo>
                <a:lnTo>
                  <a:pt x="711064" y="75063"/>
                </a:lnTo>
                <a:lnTo>
                  <a:pt x="703082" y="72808"/>
                </a:lnTo>
                <a:lnTo>
                  <a:pt x="693962" y="71455"/>
                </a:lnTo>
                <a:lnTo>
                  <a:pt x="683707" y="71004"/>
                </a:lnTo>
                <a:close/>
              </a:path>
              <a:path w="1375409" h="300354">
                <a:moveTo>
                  <a:pt x="784730" y="261504"/>
                </a:moveTo>
                <a:lnTo>
                  <a:pt x="751825" y="261504"/>
                </a:lnTo>
                <a:lnTo>
                  <a:pt x="751825" y="295563"/>
                </a:lnTo>
                <a:lnTo>
                  <a:pt x="784730" y="295563"/>
                </a:lnTo>
                <a:lnTo>
                  <a:pt x="784730" y="261504"/>
                </a:lnTo>
                <a:close/>
              </a:path>
              <a:path w="1375409" h="300354">
                <a:moveTo>
                  <a:pt x="742666" y="101600"/>
                </a:moveTo>
                <a:lnTo>
                  <a:pt x="687748" y="101600"/>
                </a:lnTo>
                <a:lnTo>
                  <a:pt x="697724" y="102258"/>
                </a:lnTo>
                <a:lnTo>
                  <a:pt x="706870" y="104233"/>
                </a:lnTo>
                <a:lnTo>
                  <a:pt x="739991" y="132429"/>
                </a:lnTo>
                <a:lnTo>
                  <a:pt x="750797" y="172703"/>
                </a:lnTo>
                <a:lnTo>
                  <a:pt x="751248" y="184727"/>
                </a:lnTo>
                <a:lnTo>
                  <a:pt x="750788" y="196913"/>
                </a:lnTo>
                <a:lnTo>
                  <a:pt x="739784" y="238043"/>
                </a:lnTo>
                <a:lnTo>
                  <a:pt x="706653" y="266916"/>
                </a:lnTo>
                <a:lnTo>
                  <a:pt x="687748" y="269586"/>
                </a:lnTo>
                <a:lnTo>
                  <a:pt x="742462" y="269586"/>
                </a:lnTo>
                <a:lnTo>
                  <a:pt x="745283" y="265545"/>
                </a:lnTo>
                <a:lnTo>
                  <a:pt x="747784" y="261504"/>
                </a:lnTo>
                <a:lnTo>
                  <a:pt x="784730" y="261504"/>
                </a:lnTo>
                <a:lnTo>
                  <a:pt x="784730" y="109104"/>
                </a:lnTo>
                <a:lnTo>
                  <a:pt x="747784" y="109104"/>
                </a:lnTo>
                <a:lnTo>
                  <a:pt x="745283" y="105256"/>
                </a:lnTo>
                <a:lnTo>
                  <a:pt x="742666" y="101600"/>
                </a:lnTo>
                <a:close/>
              </a:path>
              <a:path w="1375409" h="300354">
                <a:moveTo>
                  <a:pt x="784730" y="0"/>
                </a:moveTo>
                <a:lnTo>
                  <a:pt x="750671" y="0"/>
                </a:lnTo>
                <a:lnTo>
                  <a:pt x="750671" y="109104"/>
                </a:lnTo>
                <a:lnTo>
                  <a:pt x="784730" y="109104"/>
                </a:lnTo>
                <a:lnTo>
                  <a:pt x="784730" y="0"/>
                </a:lnTo>
                <a:close/>
              </a:path>
              <a:path w="1375409" h="300354">
                <a:moveTo>
                  <a:pt x="941315" y="71004"/>
                </a:moveTo>
                <a:lnTo>
                  <a:pt x="900509" y="79284"/>
                </a:lnTo>
                <a:lnTo>
                  <a:pt x="868867" y="103187"/>
                </a:lnTo>
                <a:lnTo>
                  <a:pt x="848428" y="139916"/>
                </a:lnTo>
                <a:lnTo>
                  <a:pt x="841447" y="186459"/>
                </a:lnTo>
                <a:lnTo>
                  <a:pt x="842222" y="202965"/>
                </a:lnTo>
                <a:lnTo>
                  <a:pt x="853858" y="246206"/>
                </a:lnTo>
                <a:lnTo>
                  <a:pt x="878618" y="278191"/>
                </a:lnTo>
                <a:lnTo>
                  <a:pt x="914941" y="296646"/>
                </a:lnTo>
                <a:lnTo>
                  <a:pt x="944778" y="300181"/>
                </a:lnTo>
                <a:lnTo>
                  <a:pt x="955756" y="299748"/>
                </a:lnTo>
                <a:lnTo>
                  <a:pt x="993991" y="289376"/>
                </a:lnTo>
                <a:lnTo>
                  <a:pt x="1019122" y="269586"/>
                </a:lnTo>
                <a:lnTo>
                  <a:pt x="944778" y="269586"/>
                </a:lnTo>
                <a:lnTo>
                  <a:pt x="934775" y="269027"/>
                </a:lnTo>
                <a:lnTo>
                  <a:pt x="894664" y="249490"/>
                </a:lnTo>
                <a:lnTo>
                  <a:pt x="877671" y="214853"/>
                </a:lnTo>
                <a:lnTo>
                  <a:pt x="875713" y="196272"/>
                </a:lnTo>
                <a:lnTo>
                  <a:pt x="865692" y="196272"/>
                </a:lnTo>
                <a:lnTo>
                  <a:pt x="865692" y="166831"/>
                </a:lnTo>
                <a:lnTo>
                  <a:pt x="875792" y="166831"/>
                </a:lnTo>
                <a:lnTo>
                  <a:pt x="876002" y="163007"/>
                </a:lnTo>
                <a:lnTo>
                  <a:pt x="893076" y="123175"/>
                </a:lnTo>
                <a:lnTo>
                  <a:pt x="931483" y="102231"/>
                </a:lnTo>
                <a:lnTo>
                  <a:pt x="941315" y="101600"/>
                </a:lnTo>
                <a:lnTo>
                  <a:pt x="1011997" y="101600"/>
                </a:lnTo>
                <a:lnTo>
                  <a:pt x="1006258" y="95538"/>
                </a:lnTo>
                <a:lnTo>
                  <a:pt x="967049" y="74251"/>
                </a:lnTo>
                <a:lnTo>
                  <a:pt x="949947" y="71365"/>
                </a:lnTo>
                <a:lnTo>
                  <a:pt x="941315" y="71004"/>
                </a:lnTo>
                <a:close/>
              </a:path>
              <a:path w="1375409" h="300354">
                <a:moveTo>
                  <a:pt x="1000197" y="234950"/>
                </a:moveTo>
                <a:lnTo>
                  <a:pt x="961808" y="268335"/>
                </a:lnTo>
                <a:lnTo>
                  <a:pt x="953726" y="269586"/>
                </a:lnTo>
                <a:lnTo>
                  <a:pt x="1019122" y="269586"/>
                </a:lnTo>
                <a:lnTo>
                  <a:pt x="1021330" y="267024"/>
                </a:lnTo>
                <a:lnTo>
                  <a:pt x="1026138" y="259917"/>
                </a:lnTo>
                <a:lnTo>
                  <a:pt x="1030061" y="252304"/>
                </a:lnTo>
                <a:lnTo>
                  <a:pt x="1033101" y="244186"/>
                </a:lnTo>
                <a:lnTo>
                  <a:pt x="1000197" y="234950"/>
                </a:lnTo>
                <a:close/>
              </a:path>
              <a:path w="1375409" h="300354">
                <a:moveTo>
                  <a:pt x="875792" y="166831"/>
                </a:moveTo>
                <a:lnTo>
                  <a:pt x="865692" y="166831"/>
                </a:lnTo>
                <a:lnTo>
                  <a:pt x="865692" y="196272"/>
                </a:lnTo>
                <a:lnTo>
                  <a:pt x="875713" y="196272"/>
                </a:lnTo>
                <a:lnTo>
                  <a:pt x="875506" y="191654"/>
                </a:lnTo>
                <a:lnTo>
                  <a:pt x="875621" y="169934"/>
                </a:lnTo>
                <a:lnTo>
                  <a:pt x="875792" y="166831"/>
                </a:lnTo>
                <a:close/>
              </a:path>
              <a:path w="1375409" h="300354">
                <a:moveTo>
                  <a:pt x="1011997" y="101600"/>
                </a:moveTo>
                <a:lnTo>
                  <a:pt x="941315" y="101600"/>
                </a:lnTo>
                <a:lnTo>
                  <a:pt x="950245" y="102132"/>
                </a:lnTo>
                <a:lnTo>
                  <a:pt x="958561" y="103728"/>
                </a:lnTo>
                <a:lnTo>
                  <a:pt x="990373" y="126422"/>
                </a:lnTo>
                <a:lnTo>
                  <a:pt x="1001928" y="166831"/>
                </a:lnTo>
                <a:lnTo>
                  <a:pt x="875792" y="166831"/>
                </a:lnTo>
                <a:lnTo>
                  <a:pt x="875621" y="169934"/>
                </a:lnTo>
                <a:lnTo>
                  <a:pt x="875506" y="191654"/>
                </a:lnTo>
                <a:lnTo>
                  <a:pt x="875713" y="196272"/>
                </a:lnTo>
                <a:lnTo>
                  <a:pt x="1036565" y="196272"/>
                </a:lnTo>
                <a:lnTo>
                  <a:pt x="1036565" y="181840"/>
                </a:lnTo>
                <a:lnTo>
                  <a:pt x="1036038" y="166831"/>
                </a:lnTo>
                <a:lnTo>
                  <a:pt x="1023874" y="119513"/>
                </a:lnTo>
                <a:lnTo>
                  <a:pt x="1012834" y="102483"/>
                </a:lnTo>
                <a:lnTo>
                  <a:pt x="1011997" y="101600"/>
                </a:lnTo>
                <a:close/>
              </a:path>
              <a:path w="1375409" h="300354">
                <a:moveTo>
                  <a:pt x="1122434" y="0"/>
                </a:moveTo>
                <a:lnTo>
                  <a:pt x="1088375" y="0"/>
                </a:lnTo>
                <a:lnTo>
                  <a:pt x="1088375" y="295563"/>
                </a:lnTo>
                <a:lnTo>
                  <a:pt x="1122434" y="295563"/>
                </a:lnTo>
                <a:lnTo>
                  <a:pt x="1122434" y="0"/>
                </a:lnTo>
                <a:close/>
              </a:path>
              <a:path w="1375409" h="300354">
                <a:moveTo>
                  <a:pt x="1274870" y="71004"/>
                </a:moveTo>
                <a:lnTo>
                  <a:pt x="1233983" y="79041"/>
                </a:lnTo>
                <a:lnTo>
                  <a:pt x="1202134" y="102465"/>
                </a:lnTo>
                <a:lnTo>
                  <a:pt x="1181487" y="138879"/>
                </a:lnTo>
                <a:lnTo>
                  <a:pt x="1174425" y="185881"/>
                </a:lnTo>
                <a:lnTo>
                  <a:pt x="1175209" y="202514"/>
                </a:lnTo>
                <a:lnTo>
                  <a:pt x="1186980" y="245918"/>
                </a:lnTo>
                <a:lnTo>
                  <a:pt x="1211551" y="278038"/>
                </a:lnTo>
                <a:lnTo>
                  <a:pt x="1246692" y="296609"/>
                </a:lnTo>
                <a:lnTo>
                  <a:pt x="1274870" y="300181"/>
                </a:lnTo>
                <a:lnTo>
                  <a:pt x="1289410" y="299288"/>
                </a:lnTo>
                <a:lnTo>
                  <a:pt x="1327402" y="285894"/>
                </a:lnTo>
                <a:lnTo>
                  <a:pt x="1346691" y="269586"/>
                </a:lnTo>
                <a:lnTo>
                  <a:pt x="1274870" y="269586"/>
                </a:lnTo>
                <a:lnTo>
                  <a:pt x="1263974" y="268855"/>
                </a:lnTo>
                <a:lnTo>
                  <a:pt x="1224539" y="244366"/>
                </a:lnTo>
                <a:lnTo>
                  <a:pt x="1210252" y="207313"/>
                </a:lnTo>
                <a:lnTo>
                  <a:pt x="1208484" y="185881"/>
                </a:lnTo>
                <a:lnTo>
                  <a:pt x="1208926" y="174958"/>
                </a:lnTo>
                <a:lnTo>
                  <a:pt x="1219569" y="135325"/>
                </a:lnTo>
                <a:lnTo>
                  <a:pt x="1254088" y="104558"/>
                </a:lnTo>
                <a:lnTo>
                  <a:pt x="1274870" y="101600"/>
                </a:lnTo>
                <a:lnTo>
                  <a:pt x="1346657" y="101600"/>
                </a:lnTo>
                <a:lnTo>
                  <a:pt x="1338100" y="93157"/>
                </a:lnTo>
                <a:lnTo>
                  <a:pt x="1327402" y="85292"/>
                </a:lnTo>
                <a:lnTo>
                  <a:pt x="1315676" y="79041"/>
                </a:lnTo>
                <a:lnTo>
                  <a:pt x="1303012" y="74576"/>
                </a:lnTo>
                <a:lnTo>
                  <a:pt x="1289410" y="71897"/>
                </a:lnTo>
                <a:lnTo>
                  <a:pt x="1274870" y="71004"/>
                </a:lnTo>
                <a:close/>
              </a:path>
              <a:path w="1375409" h="300354">
                <a:moveTo>
                  <a:pt x="1346657" y="101600"/>
                </a:moveTo>
                <a:lnTo>
                  <a:pt x="1274870" y="101600"/>
                </a:lnTo>
                <a:lnTo>
                  <a:pt x="1285766" y="102339"/>
                </a:lnTo>
                <a:lnTo>
                  <a:pt x="1295652" y="104558"/>
                </a:lnTo>
                <a:lnTo>
                  <a:pt x="1330171" y="135325"/>
                </a:lnTo>
                <a:lnTo>
                  <a:pt x="1340815" y="174958"/>
                </a:lnTo>
                <a:lnTo>
                  <a:pt x="1341257" y="185881"/>
                </a:lnTo>
                <a:lnTo>
                  <a:pt x="1340815" y="196795"/>
                </a:lnTo>
                <a:lnTo>
                  <a:pt x="1330171" y="236221"/>
                </a:lnTo>
                <a:lnTo>
                  <a:pt x="1295652" y="266663"/>
                </a:lnTo>
                <a:lnTo>
                  <a:pt x="1274870" y="269586"/>
                </a:lnTo>
                <a:lnTo>
                  <a:pt x="1346691" y="269586"/>
                </a:lnTo>
                <a:lnTo>
                  <a:pt x="1368172" y="232532"/>
                </a:lnTo>
                <a:lnTo>
                  <a:pt x="1375316" y="185881"/>
                </a:lnTo>
                <a:lnTo>
                  <a:pt x="1374522" y="169113"/>
                </a:lnTo>
                <a:lnTo>
                  <a:pt x="1362616" y="125412"/>
                </a:lnTo>
                <a:lnTo>
                  <a:pt x="1347534" y="102465"/>
                </a:lnTo>
                <a:lnTo>
                  <a:pt x="1346657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5" name="object 25"/>
          <p:cNvSpPr/>
          <p:nvPr/>
        </p:nvSpPr>
        <p:spPr>
          <a:xfrm>
            <a:off x="6442227" y="2294214"/>
            <a:ext cx="956415" cy="230407"/>
          </a:xfrm>
          <a:custGeom>
            <a:avLst/>
            <a:gdLst/>
            <a:ahLst/>
            <a:cxnLst/>
            <a:rect l="l" t="t" r="r" b="b"/>
            <a:pathLst>
              <a:path w="1344295" h="323850">
                <a:moveTo>
                  <a:pt x="34636" y="23090"/>
                </a:moveTo>
                <a:lnTo>
                  <a:pt x="0" y="23090"/>
                </a:lnTo>
                <a:lnTo>
                  <a:pt x="0" y="318654"/>
                </a:lnTo>
                <a:lnTo>
                  <a:pt x="35790" y="318654"/>
                </a:lnTo>
                <a:lnTo>
                  <a:pt x="35790" y="86590"/>
                </a:lnTo>
                <a:lnTo>
                  <a:pt x="78755" y="86590"/>
                </a:lnTo>
                <a:lnTo>
                  <a:pt x="34636" y="23090"/>
                </a:lnTo>
                <a:close/>
              </a:path>
              <a:path w="1344295" h="323850">
                <a:moveTo>
                  <a:pt x="78755" y="86590"/>
                </a:moveTo>
                <a:lnTo>
                  <a:pt x="38677" y="86590"/>
                </a:lnTo>
                <a:lnTo>
                  <a:pt x="199736" y="318654"/>
                </a:lnTo>
                <a:lnTo>
                  <a:pt x="234372" y="318654"/>
                </a:lnTo>
                <a:lnTo>
                  <a:pt x="234372" y="255731"/>
                </a:lnTo>
                <a:lnTo>
                  <a:pt x="196272" y="255731"/>
                </a:lnTo>
                <a:lnTo>
                  <a:pt x="78755" y="86590"/>
                </a:lnTo>
                <a:close/>
              </a:path>
              <a:path w="1344295" h="323850">
                <a:moveTo>
                  <a:pt x="234372" y="23090"/>
                </a:moveTo>
                <a:lnTo>
                  <a:pt x="199159" y="23090"/>
                </a:lnTo>
                <a:lnTo>
                  <a:pt x="199159" y="255731"/>
                </a:lnTo>
                <a:lnTo>
                  <a:pt x="234372" y="255731"/>
                </a:lnTo>
                <a:lnTo>
                  <a:pt x="234372" y="23090"/>
                </a:lnTo>
                <a:close/>
              </a:path>
              <a:path w="1344295" h="323850">
                <a:moveTo>
                  <a:pt x="444536" y="242454"/>
                </a:moveTo>
                <a:lnTo>
                  <a:pt x="407590" y="242454"/>
                </a:lnTo>
                <a:lnTo>
                  <a:pt x="409169" y="254207"/>
                </a:lnTo>
                <a:lnTo>
                  <a:pt x="429707" y="293687"/>
                </a:lnTo>
                <a:lnTo>
                  <a:pt x="470973" y="318086"/>
                </a:lnTo>
                <a:lnTo>
                  <a:pt x="513808" y="323850"/>
                </a:lnTo>
                <a:lnTo>
                  <a:pt x="530197" y="323137"/>
                </a:lnTo>
                <a:lnTo>
                  <a:pt x="571680" y="312448"/>
                </a:lnTo>
                <a:lnTo>
                  <a:pt x="600466" y="291522"/>
                </a:lnTo>
                <a:lnTo>
                  <a:pt x="513808" y="291522"/>
                </a:lnTo>
                <a:lnTo>
                  <a:pt x="505149" y="291198"/>
                </a:lnTo>
                <a:lnTo>
                  <a:pt x="467049" y="279616"/>
                </a:lnTo>
                <a:lnTo>
                  <a:pt x="445780" y="250464"/>
                </a:lnTo>
                <a:lnTo>
                  <a:pt x="444536" y="242454"/>
                </a:lnTo>
                <a:close/>
              </a:path>
              <a:path w="1344295" h="323850">
                <a:moveTo>
                  <a:pt x="516695" y="19050"/>
                </a:moveTo>
                <a:lnTo>
                  <a:pt x="477269" y="24894"/>
                </a:lnTo>
                <a:lnTo>
                  <a:pt x="436454" y="49519"/>
                </a:lnTo>
                <a:lnTo>
                  <a:pt x="416511" y="89585"/>
                </a:lnTo>
                <a:lnTo>
                  <a:pt x="415672" y="101600"/>
                </a:lnTo>
                <a:lnTo>
                  <a:pt x="416935" y="115824"/>
                </a:lnTo>
                <a:lnTo>
                  <a:pt x="435877" y="149946"/>
                </a:lnTo>
                <a:lnTo>
                  <a:pt x="474301" y="172866"/>
                </a:lnTo>
                <a:lnTo>
                  <a:pt x="534743" y="191023"/>
                </a:lnTo>
                <a:lnTo>
                  <a:pt x="542131" y="193458"/>
                </a:lnTo>
                <a:lnTo>
                  <a:pt x="577741" y="213879"/>
                </a:lnTo>
                <a:lnTo>
                  <a:pt x="585967" y="228022"/>
                </a:lnTo>
                <a:lnTo>
                  <a:pt x="585923" y="238413"/>
                </a:lnTo>
                <a:lnTo>
                  <a:pt x="565222" y="276802"/>
                </a:lnTo>
                <a:lnTo>
                  <a:pt x="523793" y="291107"/>
                </a:lnTo>
                <a:lnTo>
                  <a:pt x="513808" y="291522"/>
                </a:lnTo>
                <a:lnTo>
                  <a:pt x="600466" y="291522"/>
                </a:lnTo>
                <a:lnTo>
                  <a:pt x="619819" y="250103"/>
                </a:lnTo>
                <a:lnTo>
                  <a:pt x="620604" y="238413"/>
                </a:lnTo>
                <a:lnTo>
                  <a:pt x="620072" y="228428"/>
                </a:lnTo>
                <a:lnTo>
                  <a:pt x="602420" y="190355"/>
                </a:lnTo>
                <a:lnTo>
                  <a:pt x="570228" y="168302"/>
                </a:lnTo>
                <a:lnTo>
                  <a:pt x="501974" y="147493"/>
                </a:lnTo>
                <a:lnTo>
                  <a:pt x="495961" y="145617"/>
                </a:lnTo>
                <a:lnTo>
                  <a:pt x="459785" y="125797"/>
                </a:lnTo>
                <a:lnTo>
                  <a:pt x="450308" y="107757"/>
                </a:lnTo>
                <a:lnTo>
                  <a:pt x="450308" y="99868"/>
                </a:lnTo>
                <a:lnTo>
                  <a:pt x="468204" y="64690"/>
                </a:lnTo>
                <a:lnTo>
                  <a:pt x="506033" y="51196"/>
                </a:lnTo>
                <a:lnTo>
                  <a:pt x="515540" y="50800"/>
                </a:lnTo>
                <a:lnTo>
                  <a:pt x="597443" y="50800"/>
                </a:lnTo>
                <a:lnTo>
                  <a:pt x="595637" y="48671"/>
                </a:lnTo>
                <a:lnTo>
                  <a:pt x="555985" y="24813"/>
                </a:lnTo>
                <a:lnTo>
                  <a:pt x="530585" y="19690"/>
                </a:lnTo>
                <a:lnTo>
                  <a:pt x="516695" y="19050"/>
                </a:lnTo>
                <a:close/>
              </a:path>
              <a:path w="1344295" h="323850">
                <a:moveTo>
                  <a:pt x="597443" y="50800"/>
                </a:moveTo>
                <a:lnTo>
                  <a:pt x="515540" y="50800"/>
                </a:lnTo>
                <a:lnTo>
                  <a:pt x="528439" y="51557"/>
                </a:lnTo>
                <a:lnTo>
                  <a:pt x="540291" y="53830"/>
                </a:lnTo>
                <a:lnTo>
                  <a:pt x="575360" y="77498"/>
                </a:lnTo>
                <a:lnTo>
                  <a:pt x="581927" y="96981"/>
                </a:lnTo>
                <a:lnTo>
                  <a:pt x="616563" y="96981"/>
                </a:lnTo>
                <a:lnTo>
                  <a:pt x="615426" y="86094"/>
                </a:lnTo>
                <a:lnTo>
                  <a:pt x="612738" y="75803"/>
                </a:lnTo>
                <a:lnTo>
                  <a:pt x="608499" y="66106"/>
                </a:lnTo>
                <a:lnTo>
                  <a:pt x="602708" y="57005"/>
                </a:lnTo>
                <a:lnTo>
                  <a:pt x="597443" y="50800"/>
                </a:lnTo>
                <a:close/>
              </a:path>
              <a:path w="1344295" h="323850">
                <a:moveTo>
                  <a:pt x="764309" y="94095"/>
                </a:moveTo>
                <a:lnTo>
                  <a:pt x="723503" y="102375"/>
                </a:lnTo>
                <a:lnTo>
                  <a:pt x="691861" y="126278"/>
                </a:lnTo>
                <a:lnTo>
                  <a:pt x="671422" y="163007"/>
                </a:lnTo>
                <a:lnTo>
                  <a:pt x="664440" y="209550"/>
                </a:lnTo>
                <a:lnTo>
                  <a:pt x="665216" y="226056"/>
                </a:lnTo>
                <a:lnTo>
                  <a:pt x="676852" y="269297"/>
                </a:lnTo>
                <a:lnTo>
                  <a:pt x="701611" y="301282"/>
                </a:lnTo>
                <a:lnTo>
                  <a:pt x="737934" y="319736"/>
                </a:lnTo>
                <a:lnTo>
                  <a:pt x="767772" y="323272"/>
                </a:lnTo>
                <a:lnTo>
                  <a:pt x="778749" y="322839"/>
                </a:lnTo>
                <a:lnTo>
                  <a:pt x="816985" y="312466"/>
                </a:lnTo>
                <a:lnTo>
                  <a:pt x="842116" y="292677"/>
                </a:lnTo>
                <a:lnTo>
                  <a:pt x="767772" y="292677"/>
                </a:lnTo>
                <a:lnTo>
                  <a:pt x="757769" y="292118"/>
                </a:lnTo>
                <a:lnTo>
                  <a:pt x="717658" y="272580"/>
                </a:lnTo>
                <a:lnTo>
                  <a:pt x="700664" y="237944"/>
                </a:lnTo>
                <a:lnTo>
                  <a:pt x="698706" y="219363"/>
                </a:lnTo>
                <a:lnTo>
                  <a:pt x="688686" y="219363"/>
                </a:lnTo>
                <a:lnTo>
                  <a:pt x="688686" y="189922"/>
                </a:lnTo>
                <a:lnTo>
                  <a:pt x="698785" y="189922"/>
                </a:lnTo>
                <a:lnTo>
                  <a:pt x="698996" y="186098"/>
                </a:lnTo>
                <a:lnTo>
                  <a:pt x="716070" y="146266"/>
                </a:lnTo>
                <a:lnTo>
                  <a:pt x="754477" y="125322"/>
                </a:lnTo>
                <a:lnTo>
                  <a:pt x="764309" y="124690"/>
                </a:lnTo>
                <a:lnTo>
                  <a:pt x="834990" y="124690"/>
                </a:lnTo>
                <a:lnTo>
                  <a:pt x="829252" y="118629"/>
                </a:lnTo>
                <a:lnTo>
                  <a:pt x="790042" y="97342"/>
                </a:lnTo>
                <a:lnTo>
                  <a:pt x="772941" y="94456"/>
                </a:lnTo>
                <a:lnTo>
                  <a:pt x="764309" y="94095"/>
                </a:lnTo>
                <a:close/>
              </a:path>
              <a:path w="1344295" h="323850">
                <a:moveTo>
                  <a:pt x="823190" y="258040"/>
                </a:moveTo>
                <a:lnTo>
                  <a:pt x="784802" y="291426"/>
                </a:lnTo>
                <a:lnTo>
                  <a:pt x="776720" y="292677"/>
                </a:lnTo>
                <a:lnTo>
                  <a:pt x="842116" y="292677"/>
                </a:lnTo>
                <a:lnTo>
                  <a:pt x="844324" y="290115"/>
                </a:lnTo>
                <a:lnTo>
                  <a:pt x="849132" y="283007"/>
                </a:lnTo>
                <a:lnTo>
                  <a:pt x="853055" y="275395"/>
                </a:lnTo>
                <a:lnTo>
                  <a:pt x="856095" y="267277"/>
                </a:lnTo>
                <a:lnTo>
                  <a:pt x="823190" y="258040"/>
                </a:lnTo>
                <a:close/>
              </a:path>
              <a:path w="1344295" h="323850">
                <a:moveTo>
                  <a:pt x="698785" y="189922"/>
                </a:moveTo>
                <a:lnTo>
                  <a:pt x="688686" y="189922"/>
                </a:lnTo>
                <a:lnTo>
                  <a:pt x="688686" y="219363"/>
                </a:lnTo>
                <a:lnTo>
                  <a:pt x="698706" y="219363"/>
                </a:lnTo>
                <a:lnTo>
                  <a:pt x="698500" y="214745"/>
                </a:lnTo>
                <a:lnTo>
                  <a:pt x="698615" y="193025"/>
                </a:lnTo>
                <a:lnTo>
                  <a:pt x="698785" y="189922"/>
                </a:lnTo>
                <a:close/>
              </a:path>
              <a:path w="1344295" h="323850">
                <a:moveTo>
                  <a:pt x="834990" y="124690"/>
                </a:moveTo>
                <a:lnTo>
                  <a:pt x="764309" y="124690"/>
                </a:lnTo>
                <a:lnTo>
                  <a:pt x="773238" y="125223"/>
                </a:lnTo>
                <a:lnTo>
                  <a:pt x="781555" y="126819"/>
                </a:lnTo>
                <a:lnTo>
                  <a:pt x="813367" y="149513"/>
                </a:lnTo>
                <a:lnTo>
                  <a:pt x="824922" y="189922"/>
                </a:lnTo>
                <a:lnTo>
                  <a:pt x="698785" y="189922"/>
                </a:lnTo>
                <a:lnTo>
                  <a:pt x="698615" y="193025"/>
                </a:lnTo>
                <a:lnTo>
                  <a:pt x="698500" y="214745"/>
                </a:lnTo>
                <a:lnTo>
                  <a:pt x="698706" y="219363"/>
                </a:lnTo>
                <a:lnTo>
                  <a:pt x="859559" y="219363"/>
                </a:lnTo>
                <a:lnTo>
                  <a:pt x="859559" y="204931"/>
                </a:lnTo>
                <a:lnTo>
                  <a:pt x="859032" y="189922"/>
                </a:lnTo>
                <a:lnTo>
                  <a:pt x="846868" y="142604"/>
                </a:lnTo>
                <a:lnTo>
                  <a:pt x="835827" y="125574"/>
                </a:lnTo>
                <a:lnTo>
                  <a:pt x="834990" y="124690"/>
                </a:lnTo>
                <a:close/>
              </a:path>
              <a:path w="1344295" h="323850">
                <a:moveTo>
                  <a:pt x="822036" y="0"/>
                </a:moveTo>
                <a:lnTo>
                  <a:pt x="782204" y="0"/>
                </a:lnTo>
                <a:lnTo>
                  <a:pt x="746990" y="66963"/>
                </a:lnTo>
                <a:lnTo>
                  <a:pt x="777009" y="66963"/>
                </a:lnTo>
                <a:lnTo>
                  <a:pt x="822036" y="0"/>
                </a:lnTo>
                <a:close/>
              </a:path>
              <a:path w="1344295" h="323850">
                <a:moveTo>
                  <a:pt x="944273" y="96981"/>
                </a:moveTo>
                <a:lnTo>
                  <a:pt x="911369" y="96981"/>
                </a:lnTo>
                <a:lnTo>
                  <a:pt x="911369" y="318654"/>
                </a:lnTo>
                <a:lnTo>
                  <a:pt x="945428" y="318654"/>
                </a:lnTo>
                <a:lnTo>
                  <a:pt x="945428" y="178377"/>
                </a:lnTo>
                <a:lnTo>
                  <a:pt x="945879" y="171080"/>
                </a:lnTo>
                <a:lnTo>
                  <a:pt x="966607" y="136849"/>
                </a:lnTo>
                <a:lnTo>
                  <a:pt x="978627" y="130463"/>
                </a:lnTo>
                <a:lnTo>
                  <a:pt x="944273" y="130463"/>
                </a:lnTo>
                <a:lnTo>
                  <a:pt x="944273" y="96981"/>
                </a:lnTo>
                <a:close/>
              </a:path>
              <a:path w="1344295" h="323850">
                <a:moveTo>
                  <a:pt x="1006811" y="93518"/>
                </a:moveTo>
                <a:lnTo>
                  <a:pt x="1004310" y="93518"/>
                </a:lnTo>
                <a:lnTo>
                  <a:pt x="994604" y="94158"/>
                </a:lnTo>
                <a:lnTo>
                  <a:pt x="955097" y="115562"/>
                </a:lnTo>
                <a:lnTo>
                  <a:pt x="946582" y="130463"/>
                </a:lnTo>
                <a:lnTo>
                  <a:pt x="978627" y="130463"/>
                </a:lnTo>
                <a:lnTo>
                  <a:pt x="979126" y="130238"/>
                </a:lnTo>
                <a:lnTo>
                  <a:pt x="986126" y="128118"/>
                </a:lnTo>
                <a:lnTo>
                  <a:pt x="993558" y="126846"/>
                </a:lnTo>
                <a:lnTo>
                  <a:pt x="1001423" y="126422"/>
                </a:lnTo>
                <a:lnTo>
                  <a:pt x="1022205" y="126422"/>
                </a:lnTo>
                <a:lnTo>
                  <a:pt x="1022205" y="94095"/>
                </a:lnTo>
                <a:lnTo>
                  <a:pt x="1020281" y="93903"/>
                </a:lnTo>
                <a:lnTo>
                  <a:pt x="1017443" y="93758"/>
                </a:lnTo>
                <a:lnTo>
                  <a:pt x="1009938" y="93566"/>
                </a:lnTo>
                <a:lnTo>
                  <a:pt x="1006811" y="93518"/>
                </a:lnTo>
                <a:close/>
              </a:path>
              <a:path w="1344295" h="323850">
                <a:moveTo>
                  <a:pt x="1022205" y="126422"/>
                </a:moveTo>
                <a:lnTo>
                  <a:pt x="1005945" y="126422"/>
                </a:lnTo>
                <a:lnTo>
                  <a:pt x="1010227" y="126759"/>
                </a:lnTo>
                <a:lnTo>
                  <a:pt x="1014268" y="127432"/>
                </a:lnTo>
                <a:lnTo>
                  <a:pt x="1018405" y="128010"/>
                </a:lnTo>
                <a:lnTo>
                  <a:pt x="1021051" y="128443"/>
                </a:lnTo>
                <a:lnTo>
                  <a:pt x="1022205" y="128731"/>
                </a:lnTo>
                <a:lnTo>
                  <a:pt x="1022205" y="126422"/>
                </a:lnTo>
                <a:close/>
              </a:path>
              <a:path w="1344295" h="323850">
                <a:moveTo>
                  <a:pt x="1096637" y="96981"/>
                </a:moveTo>
                <a:lnTo>
                  <a:pt x="1062578" y="96981"/>
                </a:lnTo>
                <a:lnTo>
                  <a:pt x="1062578" y="318654"/>
                </a:lnTo>
                <a:lnTo>
                  <a:pt x="1096637" y="318654"/>
                </a:lnTo>
                <a:lnTo>
                  <a:pt x="1096637" y="96981"/>
                </a:lnTo>
                <a:close/>
              </a:path>
              <a:path w="1344295" h="323850">
                <a:moveTo>
                  <a:pt x="1086535" y="13854"/>
                </a:moveTo>
                <a:lnTo>
                  <a:pt x="1073258" y="13854"/>
                </a:lnTo>
                <a:lnTo>
                  <a:pt x="1067533" y="16115"/>
                </a:lnTo>
                <a:lnTo>
                  <a:pt x="1062723" y="20637"/>
                </a:lnTo>
                <a:lnTo>
                  <a:pt x="1058008" y="25159"/>
                </a:lnTo>
                <a:lnTo>
                  <a:pt x="1055651" y="30595"/>
                </a:lnTo>
                <a:lnTo>
                  <a:pt x="1055651" y="43295"/>
                </a:lnTo>
                <a:lnTo>
                  <a:pt x="1058008" y="48731"/>
                </a:lnTo>
                <a:lnTo>
                  <a:pt x="1062723" y="53253"/>
                </a:lnTo>
                <a:lnTo>
                  <a:pt x="1067533" y="57775"/>
                </a:lnTo>
                <a:lnTo>
                  <a:pt x="1073258" y="60036"/>
                </a:lnTo>
                <a:lnTo>
                  <a:pt x="1086535" y="60036"/>
                </a:lnTo>
                <a:lnTo>
                  <a:pt x="1092212" y="57775"/>
                </a:lnTo>
                <a:lnTo>
                  <a:pt x="1096926" y="53253"/>
                </a:lnTo>
                <a:lnTo>
                  <a:pt x="1101737" y="48731"/>
                </a:lnTo>
                <a:lnTo>
                  <a:pt x="1104142" y="43295"/>
                </a:lnTo>
                <a:lnTo>
                  <a:pt x="1104142" y="30595"/>
                </a:lnTo>
                <a:lnTo>
                  <a:pt x="1101737" y="25159"/>
                </a:lnTo>
                <a:lnTo>
                  <a:pt x="1096926" y="20637"/>
                </a:lnTo>
                <a:lnTo>
                  <a:pt x="1092212" y="16115"/>
                </a:lnTo>
                <a:lnTo>
                  <a:pt x="1086535" y="13854"/>
                </a:lnTo>
                <a:close/>
              </a:path>
              <a:path w="1344295" h="323850">
                <a:moveTo>
                  <a:pt x="1248496" y="94095"/>
                </a:moveTo>
                <a:lnTo>
                  <a:pt x="1207690" y="102375"/>
                </a:lnTo>
                <a:lnTo>
                  <a:pt x="1176048" y="126278"/>
                </a:lnTo>
                <a:lnTo>
                  <a:pt x="1155609" y="163007"/>
                </a:lnTo>
                <a:lnTo>
                  <a:pt x="1148628" y="209550"/>
                </a:lnTo>
                <a:lnTo>
                  <a:pt x="1149404" y="226056"/>
                </a:lnTo>
                <a:lnTo>
                  <a:pt x="1161039" y="269297"/>
                </a:lnTo>
                <a:lnTo>
                  <a:pt x="1185799" y="301282"/>
                </a:lnTo>
                <a:lnTo>
                  <a:pt x="1222122" y="319736"/>
                </a:lnTo>
                <a:lnTo>
                  <a:pt x="1251960" y="323272"/>
                </a:lnTo>
                <a:lnTo>
                  <a:pt x="1262937" y="322839"/>
                </a:lnTo>
                <a:lnTo>
                  <a:pt x="1301172" y="312466"/>
                </a:lnTo>
                <a:lnTo>
                  <a:pt x="1326303" y="292677"/>
                </a:lnTo>
                <a:lnTo>
                  <a:pt x="1251960" y="292677"/>
                </a:lnTo>
                <a:lnTo>
                  <a:pt x="1241957" y="292118"/>
                </a:lnTo>
                <a:lnTo>
                  <a:pt x="1201845" y="272580"/>
                </a:lnTo>
                <a:lnTo>
                  <a:pt x="1184852" y="237944"/>
                </a:lnTo>
                <a:lnTo>
                  <a:pt x="1182894" y="219363"/>
                </a:lnTo>
                <a:lnTo>
                  <a:pt x="1172873" y="219363"/>
                </a:lnTo>
                <a:lnTo>
                  <a:pt x="1172873" y="189922"/>
                </a:lnTo>
                <a:lnTo>
                  <a:pt x="1182973" y="189922"/>
                </a:lnTo>
                <a:lnTo>
                  <a:pt x="1183183" y="186098"/>
                </a:lnTo>
                <a:lnTo>
                  <a:pt x="1200258" y="146266"/>
                </a:lnTo>
                <a:lnTo>
                  <a:pt x="1238664" y="125322"/>
                </a:lnTo>
                <a:lnTo>
                  <a:pt x="1248496" y="124690"/>
                </a:lnTo>
                <a:lnTo>
                  <a:pt x="1319178" y="124690"/>
                </a:lnTo>
                <a:lnTo>
                  <a:pt x="1313439" y="118629"/>
                </a:lnTo>
                <a:lnTo>
                  <a:pt x="1274230" y="97342"/>
                </a:lnTo>
                <a:lnTo>
                  <a:pt x="1257128" y="94456"/>
                </a:lnTo>
                <a:lnTo>
                  <a:pt x="1248496" y="94095"/>
                </a:lnTo>
                <a:close/>
              </a:path>
              <a:path w="1344295" h="323850">
                <a:moveTo>
                  <a:pt x="1307378" y="258040"/>
                </a:moveTo>
                <a:lnTo>
                  <a:pt x="1268989" y="291426"/>
                </a:lnTo>
                <a:lnTo>
                  <a:pt x="1260907" y="292677"/>
                </a:lnTo>
                <a:lnTo>
                  <a:pt x="1326303" y="292677"/>
                </a:lnTo>
                <a:lnTo>
                  <a:pt x="1328512" y="290115"/>
                </a:lnTo>
                <a:lnTo>
                  <a:pt x="1333319" y="283007"/>
                </a:lnTo>
                <a:lnTo>
                  <a:pt x="1337243" y="275395"/>
                </a:lnTo>
                <a:lnTo>
                  <a:pt x="1340282" y="267277"/>
                </a:lnTo>
                <a:lnTo>
                  <a:pt x="1307378" y="258040"/>
                </a:lnTo>
                <a:close/>
              </a:path>
              <a:path w="1344295" h="323850">
                <a:moveTo>
                  <a:pt x="1182973" y="189922"/>
                </a:moveTo>
                <a:lnTo>
                  <a:pt x="1172873" y="189922"/>
                </a:lnTo>
                <a:lnTo>
                  <a:pt x="1172873" y="219363"/>
                </a:lnTo>
                <a:lnTo>
                  <a:pt x="1182894" y="219363"/>
                </a:lnTo>
                <a:lnTo>
                  <a:pt x="1182687" y="214745"/>
                </a:lnTo>
                <a:lnTo>
                  <a:pt x="1182802" y="193025"/>
                </a:lnTo>
                <a:lnTo>
                  <a:pt x="1182973" y="189922"/>
                </a:lnTo>
                <a:close/>
              </a:path>
              <a:path w="1344295" h="323850">
                <a:moveTo>
                  <a:pt x="1319178" y="124690"/>
                </a:moveTo>
                <a:lnTo>
                  <a:pt x="1248496" y="124690"/>
                </a:lnTo>
                <a:lnTo>
                  <a:pt x="1257426" y="125223"/>
                </a:lnTo>
                <a:lnTo>
                  <a:pt x="1265742" y="126819"/>
                </a:lnTo>
                <a:lnTo>
                  <a:pt x="1297555" y="149513"/>
                </a:lnTo>
                <a:lnTo>
                  <a:pt x="1309110" y="189922"/>
                </a:lnTo>
                <a:lnTo>
                  <a:pt x="1182973" y="189922"/>
                </a:lnTo>
                <a:lnTo>
                  <a:pt x="1182802" y="193025"/>
                </a:lnTo>
                <a:lnTo>
                  <a:pt x="1182687" y="214745"/>
                </a:lnTo>
                <a:lnTo>
                  <a:pt x="1182894" y="219363"/>
                </a:lnTo>
                <a:lnTo>
                  <a:pt x="1343746" y="219363"/>
                </a:lnTo>
                <a:lnTo>
                  <a:pt x="1343746" y="204931"/>
                </a:lnTo>
                <a:lnTo>
                  <a:pt x="1343220" y="189922"/>
                </a:lnTo>
                <a:lnTo>
                  <a:pt x="1331055" y="142604"/>
                </a:lnTo>
                <a:lnTo>
                  <a:pt x="1320015" y="125574"/>
                </a:lnTo>
                <a:lnTo>
                  <a:pt x="1319178" y="124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6" name="object 26"/>
          <p:cNvSpPr/>
          <p:nvPr/>
        </p:nvSpPr>
        <p:spPr>
          <a:xfrm>
            <a:off x="8366804" y="2310642"/>
            <a:ext cx="748597" cy="271971"/>
          </a:xfrm>
          <a:custGeom>
            <a:avLst/>
            <a:gdLst/>
            <a:ahLst/>
            <a:cxnLst/>
            <a:rect l="l" t="t" r="r" b="b"/>
            <a:pathLst>
              <a:path w="1052195" h="382270">
                <a:moveTo>
                  <a:pt x="99868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87613"/>
                </a:lnTo>
                <a:lnTo>
                  <a:pt x="28863" y="187613"/>
                </a:lnTo>
                <a:lnTo>
                  <a:pt x="28863" y="155863"/>
                </a:lnTo>
                <a:lnTo>
                  <a:pt x="35790" y="155863"/>
                </a:lnTo>
                <a:lnTo>
                  <a:pt x="35790" y="31750"/>
                </a:lnTo>
                <a:lnTo>
                  <a:pt x="179907" y="31750"/>
                </a:lnTo>
                <a:lnTo>
                  <a:pt x="144895" y="7062"/>
                </a:lnTo>
                <a:lnTo>
                  <a:pt x="116464" y="784"/>
                </a:lnTo>
                <a:lnTo>
                  <a:pt x="99868" y="0"/>
                </a:lnTo>
                <a:close/>
              </a:path>
              <a:path w="1052195" h="382270">
                <a:moveTo>
                  <a:pt x="35790" y="155863"/>
                </a:moveTo>
                <a:lnTo>
                  <a:pt x="28863" y="155863"/>
                </a:lnTo>
                <a:lnTo>
                  <a:pt x="28863" y="187613"/>
                </a:lnTo>
                <a:lnTo>
                  <a:pt x="35790" y="187613"/>
                </a:lnTo>
                <a:lnTo>
                  <a:pt x="35790" y="155863"/>
                </a:lnTo>
                <a:close/>
              </a:path>
              <a:path w="1052195" h="382270">
                <a:moveTo>
                  <a:pt x="179907" y="31750"/>
                </a:moveTo>
                <a:lnTo>
                  <a:pt x="98713" y="31750"/>
                </a:lnTo>
                <a:lnTo>
                  <a:pt x="110168" y="32255"/>
                </a:lnTo>
                <a:lnTo>
                  <a:pt x="120433" y="33770"/>
                </a:lnTo>
                <a:lnTo>
                  <a:pt x="154709" y="55147"/>
                </a:lnTo>
                <a:lnTo>
                  <a:pt x="165100" y="93518"/>
                </a:lnTo>
                <a:lnTo>
                  <a:pt x="164685" y="102168"/>
                </a:lnTo>
                <a:lnTo>
                  <a:pt x="149982" y="137968"/>
                </a:lnTo>
                <a:lnTo>
                  <a:pt x="110610" y="155349"/>
                </a:lnTo>
                <a:lnTo>
                  <a:pt x="99290" y="155863"/>
                </a:lnTo>
                <a:lnTo>
                  <a:pt x="35790" y="155863"/>
                </a:lnTo>
                <a:lnTo>
                  <a:pt x="35790" y="187613"/>
                </a:lnTo>
                <a:lnTo>
                  <a:pt x="100445" y="187613"/>
                </a:lnTo>
                <a:lnTo>
                  <a:pt x="116915" y="186828"/>
                </a:lnTo>
                <a:lnTo>
                  <a:pt x="157018" y="175057"/>
                </a:lnTo>
                <a:lnTo>
                  <a:pt x="189634" y="140998"/>
                </a:lnTo>
                <a:lnTo>
                  <a:pt x="200313" y="93518"/>
                </a:lnTo>
                <a:lnTo>
                  <a:pt x="199646" y="80764"/>
                </a:lnTo>
                <a:lnTo>
                  <a:pt x="197643" y="68623"/>
                </a:lnTo>
                <a:lnTo>
                  <a:pt x="194306" y="57095"/>
                </a:lnTo>
                <a:lnTo>
                  <a:pt x="189634" y="46181"/>
                </a:lnTo>
                <a:lnTo>
                  <a:pt x="183572" y="36124"/>
                </a:lnTo>
                <a:lnTo>
                  <a:pt x="179907" y="31750"/>
                </a:lnTo>
                <a:close/>
              </a:path>
              <a:path w="1052195" h="382270">
                <a:moveTo>
                  <a:pt x="286255" y="73890"/>
                </a:moveTo>
                <a:lnTo>
                  <a:pt x="253350" y="73890"/>
                </a:lnTo>
                <a:lnTo>
                  <a:pt x="253350" y="295563"/>
                </a:lnTo>
                <a:lnTo>
                  <a:pt x="287409" y="295563"/>
                </a:lnTo>
                <a:lnTo>
                  <a:pt x="287409" y="155286"/>
                </a:lnTo>
                <a:lnTo>
                  <a:pt x="287860" y="147989"/>
                </a:lnTo>
                <a:lnTo>
                  <a:pt x="308588" y="113758"/>
                </a:lnTo>
                <a:lnTo>
                  <a:pt x="320608" y="107372"/>
                </a:lnTo>
                <a:lnTo>
                  <a:pt x="286255" y="107372"/>
                </a:lnTo>
                <a:lnTo>
                  <a:pt x="286255" y="73890"/>
                </a:lnTo>
                <a:close/>
              </a:path>
              <a:path w="1052195" h="382270">
                <a:moveTo>
                  <a:pt x="348793" y="70427"/>
                </a:moveTo>
                <a:lnTo>
                  <a:pt x="346291" y="70427"/>
                </a:lnTo>
                <a:lnTo>
                  <a:pt x="336586" y="71067"/>
                </a:lnTo>
                <a:lnTo>
                  <a:pt x="297078" y="92471"/>
                </a:lnTo>
                <a:lnTo>
                  <a:pt x="288564" y="107372"/>
                </a:lnTo>
                <a:lnTo>
                  <a:pt x="320608" y="107372"/>
                </a:lnTo>
                <a:lnTo>
                  <a:pt x="321107" y="107147"/>
                </a:lnTo>
                <a:lnTo>
                  <a:pt x="328107" y="105027"/>
                </a:lnTo>
                <a:lnTo>
                  <a:pt x="335539" y="103755"/>
                </a:lnTo>
                <a:lnTo>
                  <a:pt x="343405" y="103331"/>
                </a:lnTo>
                <a:lnTo>
                  <a:pt x="364186" y="103331"/>
                </a:lnTo>
                <a:lnTo>
                  <a:pt x="364186" y="71004"/>
                </a:lnTo>
                <a:lnTo>
                  <a:pt x="362262" y="70812"/>
                </a:lnTo>
                <a:lnTo>
                  <a:pt x="359424" y="70667"/>
                </a:lnTo>
                <a:lnTo>
                  <a:pt x="351919" y="70475"/>
                </a:lnTo>
                <a:lnTo>
                  <a:pt x="348793" y="70427"/>
                </a:lnTo>
                <a:close/>
              </a:path>
              <a:path w="1052195" h="382270">
                <a:moveTo>
                  <a:pt x="364186" y="103331"/>
                </a:moveTo>
                <a:lnTo>
                  <a:pt x="347927" y="103331"/>
                </a:lnTo>
                <a:lnTo>
                  <a:pt x="352208" y="103668"/>
                </a:lnTo>
                <a:lnTo>
                  <a:pt x="356249" y="104342"/>
                </a:lnTo>
                <a:lnTo>
                  <a:pt x="360386" y="104919"/>
                </a:lnTo>
                <a:lnTo>
                  <a:pt x="363032" y="105352"/>
                </a:lnTo>
                <a:lnTo>
                  <a:pt x="364186" y="105640"/>
                </a:lnTo>
                <a:lnTo>
                  <a:pt x="364186" y="103331"/>
                </a:lnTo>
                <a:close/>
              </a:path>
              <a:path w="1052195" h="382270">
                <a:moveTo>
                  <a:pt x="487290" y="71004"/>
                </a:moveTo>
                <a:lnTo>
                  <a:pt x="446484" y="79284"/>
                </a:lnTo>
                <a:lnTo>
                  <a:pt x="414842" y="103187"/>
                </a:lnTo>
                <a:lnTo>
                  <a:pt x="394403" y="139916"/>
                </a:lnTo>
                <a:lnTo>
                  <a:pt x="387422" y="186459"/>
                </a:lnTo>
                <a:lnTo>
                  <a:pt x="388197" y="202965"/>
                </a:lnTo>
                <a:lnTo>
                  <a:pt x="399833" y="246206"/>
                </a:lnTo>
                <a:lnTo>
                  <a:pt x="424593" y="278191"/>
                </a:lnTo>
                <a:lnTo>
                  <a:pt x="460916" y="296646"/>
                </a:lnTo>
                <a:lnTo>
                  <a:pt x="490753" y="300181"/>
                </a:lnTo>
                <a:lnTo>
                  <a:pt x="501731" y="299748"/>
                </a:lnTo>
                <a:lnTo>
                  <a:pt x="539966" y="289376"/>
                </a:lnTo>
                <a:lnTo>
                  <a:pt x="565097" y="269586"/>
                </a:lnTo>
                <a:lnTo>
                  <a:pt x="490753" y="269586"/>
                </a:lnTo>
                <a:lnTo>
                  <a:pt x="480750" y="269027"/>
                </a:lnTo>
                <a:lnTo>
                  <a:pt x="440639" y="249490"/>
                </a:lnTo>
                <a:lnTo>
                  <a:pt x="423646" y="214853"/>
                </a:lnTo>
                <a:lnTo>
                  <a:pt x="421688" y="196272"/>
                </a:lnTo>
                <a:lnTo>
                  <a:pt x="411667" y="196272"/>
                </a:lnTo>
                <a:lnTo>
                  <a:pt x="411667" y="166831"/>
                </a:lnTo>
                <a:lnTo>
                  <a:pt x="421767" y="166831"/>
                </a:lnTo>
                <a:lnTo>
                  <a:pt x="421977" y="163007"/>
                </a:lnTo>
                <a:lnTo>
                  <a:pt x="439052" y="123175"/>
                </a:lnTo>
                <a:lnTo>
                  <a:pt x="477458" y="102231"/>
                </a:lnTo>
                <a:lnTo>
                  <a:pt x="487290" y="101600"/>
                </a:lnTo>
                <a:lnTo>
                  <a:pt x="557972" y="101600"/>
                </a:lnTo>
                <a:lnTo>
                  <a:pt x="552233" y="95538"/>
                </a:lnTo>
                <a:lnTo>
                  <a:pt x="513024" y="74251"/>
                </a:lnTo>
                <a:lnTo>
                  <a:pt x="495922" y="71365"/>
                </a:lnTo>
                <a:lnTo>
                  <a:pt x="487290" y="71004"/>
                </a:lnTo>
                <a:close/>
              </a:path>
              <a:path w="1052195" h="382270">
                <a:moveTo>
                  <a:pt x="546172" y="234950"/>
                </a:moveTo>
                <a:lnTo>
                  <a:pt x="507783" y="268335"/>
                </a:lnTo>
                <a:lnTo>
                  <a:pt x="499701" y="269586"/>
                </a:lnTo>
                <a:lnTo>
                  <a:pt x="565097" y="269586"/>
                </a:lnTo>
                <a:lnTo>
                  <a:pt x="567305" y="267024"/>
                </a:lnTo>
                <a:lnTo>
                  <a:pt x="572113" y="259917"/>
                </a:lnTo>
                <a:lnTo>
                  <a:pt x="576037" y="252304"/>
                </a:lnTo>
                <a:lnTo>
                  <a:pt x="579076" y="244186"/>
                </a:lnTo>
                <a:lnTo>
                  <a:pt x="546172" y="234950"/>
                </a:lnTo>
                <a:close/>
              </a:path>
              <a:path w="1052195" h="382270">
                <a:moveTo>
                  <a:pt x="421767" y="166831"/>
                </a:moveTo>
                <a:lnTo>
                  <a:pt x="411667" y="166831"/>
                </a:lnTo>
                <a:lnTo>
                  <a:pt x="411667" y="196272"/>
                </a:lnTo>
                <a:lnTo>
                  <a:pt x="421688" y="196272"/>
                </a:lnTo>
                <a:lnTo>
                  <a:pt x="421481" y="191654"/>
                </a:lnTo>
                <a:lnTo>
                  <a:pt x="421596" y="169934"/>
                </a:lnTo>
                <a:lnTo>
                  <a:pt x="421767" y="166831"/>
                </a:lnTo>
                <a:close/>
              </a:path>
              <a:path w="1052195" h="382270">
                <a:moveTo>
                  <a:pt x="557972" y="101600"/>
                </a:moveTo>
                <a:lnTo>
                  <a:pt x="487290" y="101600"/>
                </a:lnTo>
                <a:lnTo>
                  <a:pt x="496220" y="102132"/>
                </a:lnTo>
                <a:lnTo>
                  <a:pt x="504536" y="103728"/>
                </a:lnTo>
                <a:lnTo>
                  <a:pt x="536348" y="126422"/>
                </a:lnTo>
                <a:lnTo>
                  <a:pt x="547903" y="166831"/>
                </a:lnTo>
                <a:lnTo>
                  <a:pt x="421767" y="166831"/>
                </a:lnTo>
                <a:lnTo>
                  <a:pt x="421596" y="169934"/>
                </a:lnTo>
                <a:lnTo>
                  <a:pt x="421481" y="191654"/>
                </a:lnTo>
                <a:lnTo>
                  <a:pt x="421688" y="196272"/>
                </a:lnTo>
                <a:lnTo>
                  <a:pt x="582540" y="196272"/>
                </a:lnTo>
                <a:lnTo>
                  <a:pt x="582540" y="181840"/>
                </a:lnTo>
                <a:lnTo>
                  <a:pt x="582013" y="166831"/>
                </a:lnTo>
                <a:lnTo>
                  <a:pt x="569849" y="119513"/>
                </a:lnTo>
                <a:lnTo>
                  <a:pt x="558809" y="102483"/>
                </a:lnTo>
                <a:lnTo>
                  <a:pt x="557972" y="101600"/>
                </a:lnTo>
                <a:close/>
              </a:path>
              <a:path w="1052195" h="382270">
                <a:moveTo>
                  <a:pt x="707332" y="298861"/>
                </a:moveTo>
                <a:lnTo>
                  <a:pt x="702468" y="322695"/>
                </a:lnTo>
                <a:lnTo>
                  <a:pt x="713436" y="323561"/>
                </a:lnTo>
                <a:lnTo>
                  <a:pt x="721374" y="325196"/>
                </a:lnTo>
                <a:lnTo>
                  <a:pt x="731188" y="330007"/>
                </a:lnTo>
                <a:lnTo>
                  <a:pt x="733641" y="334529"/>
                </a:lnTo>
                <a:lnTo>
                  <a:pt x="733641" y="347806"/>
                </a:lnTo>
                <a:lnTo>
                  <a:pt x="730658" y="352521"/>
                </a:lnTo>
                <a:lnTo>
                  <a:pt x="724693" y="355311"/>
                </a:lnTo>
                <a:lnTo>
                  <a:pt x="718824" y="358197"/>
                </a:lnTo>
                <a:lnTo>
                  <a:pt x="711416" y="359640"/>
                </a:lnTo>
                <a:lnTo>
                  <a:pt x="702468" y="359640"/>
                </a:lnTo>
                <a:lnTo>
                  <a:pt x="703623" y="382154"/>
                </a:lnTo>
                <a:lnTo>
                  <a:pt x="748794" y="370320"/>
                </a:lnTo>
                <a:lnTo>
                  <a:pt x="764236" y="340013"/>
                </a:lnTo>
                <a:lnTo>
                  <a:pt x="763650" y="332139"/>
                </a:lnTo>
                <a:lnTo>
                  <a:pt x="734218" y="305954"/>
                </a:lnTo>
                <a:lnTo>
                  <a:pt x="735373" y="300181"/>
                </a:lnTo>
                <a:lnTo>
                  <a:pt x="724405" y="300181"/>
                </a:lnTo>
                <a:lnTo>
                  <a:pt x="709359" y="299261"/>
                </a:lnTo>
                <a:lnTo>
                  <a:pt x="707332" y="298861"/>
                </a:lnTo>
                <a:close/>
              </a:path>
              <a:path w="1052195" h="382270">
                <a:moveTo>
                  <a:pt x="736527" y="294409"/>
                </a:moveTo>
                <a:lnTo>
                  <a:pt x="708241" y="294409"/>
                </a:lnTo>
                <a:lnTo>
                  <a:pt x="707332" y="298861"/>
                </a:lnTo>
                <a:lnTo>
                  <a:pt x="709359" y="299261"/>
                </a:lnTo>
                <a:lnTo>
                  <a:pt x="724405" y="300181"/>
                </a:lnTo>
                <a:lnTo>
                  <a:pt x="735479" y="299652"/>
                </a:lnTo>
                <a:lnTo>
                  <a:pt x="736527" y="294409"/>
                </a:lnTo>
                <a:close/>
              </a:path>
              <a:path w="1052195" h="382270">
                <a:moveTo>
                  <a:pt x="735479" y="299652"/>
                </a:moveTo>
                <a:lnTo>
                  <a:pt x="724405" y="300181"/>
                </a:lnTo>
                <a:lnTo>
                  <a:pt x="735373" y="300181"/>
                </a:lnTo>
                <a:lnTo>
                  <a:pt x="735479" y="299652"/>
                </a:lnTo>
                <a:close/>
              </a:path>
              <a:path w="1052195" h="382270">
                <a:moveTo>
                  <a:pt x="759388" y="294409"/>
                </a:moveTo>
                <a:lnTo>
                  <a:pt x="736527" y="294409"/>
                </a:lnTo>
                <a:lnTo>
                  <a:pt x="735479" y="299652"/>
                </a:lnTo>
                <a:lnTo>
                  <a:pt x="736293" y="299613"/>
                </a:lnTo>
                <a:lnTo>
                  <a:pt x="747423" y="297908"/>
                </a:lnTo>
                <a:lnTo>
                  <a:pt x="757796" y="295067"/>
                </a:lnTo>
                <a:lnTo>
                  <a:pt x="759388" y="294409"/>
                </a:lnTo>
                <a:close/>
              </a:path>
              <a:path w="1052195" h="382270">
                <a:moveTo>
                  <a:pt x="723827" y="71004"/>
                </a:moveTo>
                <a:lnTo>
                  <a:pt x="683021" y="79284"/>
                </a:lnTo>
                <a:lnTo>
                  <a:pt x="651380" y="103151"/>
                </a:lnTo>
                <a:lnTo>
                  <a:pt x="630941" y="139690"/>
                </a:lnTo>
                <a:lnTo>
                  <a:pt x="623959" y="185881"/>
                </a:lnTo>
                <a:lnTo>
                  <a:pt x="624717" y="202018"/>
                </a:lnTo>
                <a:lnTo>
                  <a:pt x="636082" y="244907"/>
                </a:lnTo>
                <a:lnTo>
                  <a:pt x="660111" y="277406"/>
                </a:lnTo>
                <a:lnTo>
                  <a:pt x="695397" y="296501"/>
                </a:lnTo>
                <a:lnTo>
                  <a:pt x="707332" y="298861"/>
                </a:lnTo>
                <a:lnTo>
                  <a:pt x="708241" y="294409"/>
                </a:lnTo>
                <a:lnTo>
                  <a:pt x="759388" y="294409"/>
                </a:lnTo>
                <a:lnTo>
                  <a:pt x="794553" y="269586"/>
                </a:lnTo>
                <a:lnTo>
                  <a:pt x="724405" y="269586"/>
                </a:lnTo>
                <a:lnTo>
                  <a:pt x="714627" y="268927"/>
                </a:lnTo>
                <a:lnTo>
                  <a:pt x="675986" y="246387"/>
                </a:lnTo>
                <a:lnTo>
                  <a:pt x="660039" y="208756"/>
                </a:lnTo>
                <a:lnTo>
                  <a:pt x="658018" y="184727"/>
                </a:lnTo>
                <a:lnTo>
                  <a:pt x="658532" y="172577"/>
                </a:lnTo>
                <a:lnTo>
                  <a:pt x="670836" y="132150"/>
                </a:lnTo>
                <a:lnTo>
                  <a:pt x="705715" y="104197"/>
                </a:lnTo>
                <a:lnTo>
                  <a:pt x="724405" y="101600"/>
                </a:lnTo>
                <a:lnTo>
                  <a:pt x="794696" y="101600"/>
                </a:lnTo>
                <a:lnTo>
                  <a:pt x="790295" y="96548"/>
                </a:lnTo>
                <a:lnTo>
                  <a:pt x="756299" y="75875"/>
                </a:lnTo>
                <a:lnTo>
                  <a:pt x="735228" y="71545"/>
                </a:lnTo>
                <a:lnTo>
                  <a:pt x="723827" y="71004"/>
                </a:lnTo>
                <a:close/>
              </a:path>
              <a:path w="1052195" h="382270">
                <a:moveTo>
                  <a:pt x="811573" y="230909"/>
                </a:moveTo>
                <a:lnTo>
                  <a:pt x="777514" y="230909"/>
                </a:lnTo>
                <a:lnTo>
                  <a:pt x="775397" y="238990"/>
                </a:lnTo>
                <a:lnTo>
                  <a:pt x="771837" y="245918"/>
                </a:lnTo>
                <a:lnTo>
                  <a:pt x="761831" y="257463"/>
                </a:lnTo>
                <a:lnTo>
                  <a:pt x="755722" y="261889"/>
                </a:lnTo>
                <a:lnTo>
                  <a:pt x="741290" y="268046"/>
                </a:lnTo>
                <a:lnTo>
                  <a:pt x="733256" y="269586"/>
                </a:lnTo>
                <a:lnTo>
                  <a:pt x="794553" y="269586"/>
                </a:lnTo>
                <a:lnTo>
                  <a:pt x="797285" y="266267"/>
                </a:lnTo>
                <a:lnTo>
                  <a:pt x="802454" y="258158"/>
                </a:lnTo>
                <a:lnTo>
                  <a:pt x="806558" y="249562"/>
                </a:lnTo>
                <a:lnTo>
                  <a:pt x="809597" y="240479"/>
                </a:lnTo>
                <a:lnTo>
                  <a:pt x="811573" y="230909"/>
                </a:lnTo>
                <a:close/>
              </a:path>
              <a:path w="1052195" h="382270">
                <a:moveTo>
                  <a:pt x="794696" y="101600"/>
                </a:moveTo>
                <a:lnTo>
                  <a:pt x="724405" y="101600"/>
                </a:lnTo>
                <a:lnTo>
                  <a:pt x="735084" y="102339"/>
                </a:lnTo>
                <a:lnTo>
                  <a:pt x="744609" y="104558"/>
                </a:lnTo>
                <a:lnTo>
                  <a:pt x="774970" y="132917"/>
                </a:lnTo>
                <a:lnTo>
                  <a:pt x="777514" y="140277"/>
                </a:lnTo>
                <a:lnTo>
                  <a:pt x="811573" y="140277"/>
                </a:lnTo>
                <a:lnTo>
                  <a:pt x="809561" y="130211"/>
                </a:lnTo>
                <a:lnTo>
                  <a:pt x="806413" y="120794"/>
                </a:lnTo>
                <a:lnTo>
                  <a:pt x="802105" y="111990"/>
                </a:lnTo>
                <a:lnTo>
                  <a:pt x="796708" y="103909"/>
                </a:lnTo>
                <a:lnTo>
                  <a:pt x="794696" y="101600"/>
                </a:lnTo>
                <a:close/>
              </a:path>
              <a:path w="1052195" h="382270">
                <a:moveTo>
                  <a:pt x="951417" y="71004"/>
                </a:moveTo>
                <a:lnTo>
                  <a:pt x="910530" y="79041"/>
                </a:lnTo>
                <a:lnTo>
                  <a:pt x="878681" y="102465"/>
                </a:lnTo>
                <a:lnTo>
                  <a:pt x="858034" y="138879"/>
                </a:lnTo>
                <a:lnTo>
                  <a:pt x="850972" y="185881"/>
                </a:lnTo>
                <a:lnTo>
                  <a:pt x="851756" y="202514"/>
                </a:lnTo>
                <a:lnTo>
                  <a:pt x="863527" y="245918"/>
                </a:lnTo>
                <a:lnTo>
                  <a:pt x="888098" y="278038"/>
                </a:lnTo>
                <a:lnTo>
                  <a:pt x="923239" y="296609"/>
                </a:lnTo>
                <a:lnTo>
                  <a:pt x="951417" y="300181"/>
                </a:lnTo>
                <a:lnTo>
                  <a:pt x="965957" y="299288"/>
                </a:lnTo>
                <a:lnTo>
                  <a:pt x="1003949" y="285894"/>
                </a:lnTo>
                <a:lnTo>
                  <a:pt x="1023238" y="269586"/>
                </a:lnTo>
                <a:lnTo>
                  <a:pt x="951417" y="269586"/>
                </a:lnTo>
                <a:lnTo>
                  <a:pt x="940521" y="268855"/>
                </a:lnTo>
                <a:lnTo>
                  <a:pt x="901086" y="244366"/>
                </a:lnTo>
                <a:lnTo>
                  <a:pt x="886799" y="207313"/>
                </a:lnTo>
                <a:lnTo>
                  <a:pt x="885031" y="185881"/>
                </a:lnTo>
                <a:lnTo>
                  <a:pt x="885473" y="174958"/>
                </a:lnTo>
                <a:lnTo>
                  <a:pt x="896116" y="135325"/>
                </a:lnTo>
                <a:lnTo>
                  <a:pt x="930635" y="104558"/>
                </a:lnTo>
                <a:lnTo>
                  <a:pt x="951417" y="101600"/>
                </a:lnTo>
                <a:lnTo>
                  <a:pt x="1023204" y="101600"/>
                </a:lnTo>
                <a:lnTo>
                  <a:pt x="1014647" y="93157"/>
                </a:lnTo>
                <a:lnTo>
                  <a:pt x="1003949" y="85292"/>
                </a:lnTo>
                <a:lnTo>
                  <a:pt x="992223" y="79041"/>
                </a:lnTo>
                <a:lnTo>
                  <a:pt x="979559" y="74576"/>
                </a:lnTo>
                <a:lnTo>
                  <a:pt x="965957" y="71897"/>
                </a:lnTo>
                <a:lnTo>
                  <a:pt x="951417" y="71004"/>
                </a:lnTo>
                <a:close/>
              </a:path>
              <a:path w="1052195" h="382270">
                <a:moveTo>
                  <a:pt x="1023204" y="101600"/>
                </a:moveTo>
                <a:lnTo>
                  <a:pt x="951417" y="101600"/>
                </a:lnTo>
                <a:lnTo>
                  <a:pt x="962313" y="102339"/>
                </a:lnTo>
                <a:lnTo>
                  <a:pt x="972199" y="104558"/>
                </a:lnTo>
                <a:lnTo>
                  <a:pt x="1006718" y="135325"/>
                </a:lnTo>
                <a:lnTo>
                  <a:pt x="1017362" y="174958"/>
                </a:lnTo>
                <a:lnTo>
                  <a:pt x="1017803" y="185881"/>
                </a:lnTo>
                <a:lnTo>
                  <a:pt x="1017362" y="196795"/>
                </a:lnTo>
                <a:lnTo>
                  <a:pt x="1006718" y="236221"/>
                </a:lnTo>
                <a:lnTo>
                  <a:pt x="972199" y="266663"/>
                </a:lnTo>
                <a:lnTo>
                  <a:pt x="951417" y="269586"/>
                </a:lnTo>
                <a:lnTo>
                  <a:pt x="1023238" y="269586"/>
                </a:lnTo>
                <a:lnTo>
                  <a:pt x="1044719" y="232532"/>
                </a:lnTo>
                <a:lnTo>
                  <a:pt x="1051863" y="185881"/>
                </a:lnTo>
                <a:lnTo>
                  <a:pt x="1051069" y="169113"/>
                </a:lnTo>
                <a:lnTo>
                  <a:pt x="1039163" y="125412"/>
                </a:lnTo>
                <a:lnTo>
                  <a:pt x="1024081" y="102465"/>
                </a:lnTo>
                <a:lnTo>
                  <a:pt x="1023204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7" name="object 27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8" name="object 28"/>
          <p:cNvSpPr/>
          <p:nvPr/>
        </p:nvSpPr>
        <p:spPr>
          <a:xfrm>
            <a:off x="1691158" y="3903368"/>
            <a:ext cx="379494" cy="33431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9" name="object 29"/>
          <p:cNvSpPr/>
          <p:nvPr/>
        </p:nvSpPr>
        <p:spPr>
          <a:xfrm>
            <a:off x="1691158" y="4319004"/>
            <a:ext cx="379494" cy="33431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0" name="object 30"/>
          <p:cNvSpPr/>
          <p:nvPr/>
        </p:nvSpPr>
        <p:spPr>
          <a:xfrm>
            <a:off x="1691158" y="3496767"/>
            <a:ext cx="379494" cy="33431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1" name="object 31"/>
          <p:cNvSpPr/>
          <p:nvPr/>
        </p:nvSpPr>
        <p:spPr>
          <a:xfrm>
            <a:off x="1691159" y="3090166"/>
            <a:ext cx="383877" cy="33260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2" name="object 32"/>
          <p:cNvSpPr/>
          <p:nvPr/>
        </p:nvSpPr>
        <p:spPr>
          <a:xfrm>
            <a:off x="1691159" y="2710672"/>
            <a:ext cx="383877" cy="33260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3" name="object 33"/>
          <p:cNvSpPr/>
          <p:nvPr/>
        </p:nvSpPr>
        <p:spPr>
          <a:xfrm>
            <a:off x="9777996" y="1481834"/>
            <a:ext cx="542134" cy="54213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4" name="object 34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5" name="object 35"/>
          <p:cNvSpPr/>
          <p:nvPr/>
        </p:nvSpPr>
        <p:spPr>
          <a:xfrm>
            <a:off x="9233936" y="575812"/>
            <a:ext cx="1533762" cy="21397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6" name="object 36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37" name="object 37"/>
          <p:cNvGrpSpPr/>
          <p:nvPr/>
        </p:nvGrpSpPr>
        <p:grpSpPr>
          <a:xfrm>
            <a:off x="2667000" y="2764885"/>
            <a:ext cx="6767644" cy="831273"/>
            <a:chOff x="3365500" y="3886200"/>
            <a:chExt cx="9512300" cy="1168400"/>
          </a:xfrm>
        </p:grpSpPr>
        <p:sp>
          <p:nvSpPr>
            <p:cNvPr id="38" name="object 38"/>
            <p:cNvSpPr/>
            <p:nvPr/>
          </p:nvSpPr>
          <p:spPr>
            <a:xfrm>
              <a:off x="3365500" y="3886200"/>
              <a:ext cx="9512300" cy="116840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9" name="object 39"/>
            <p:cNvSpPr/>
            <p:nvPr/>
          </p:nvSpPr>
          <p:spPr>
            <a:xfrm>
              <a:off x="3416300" y="3886200"/>
              <a:ext cx="9410700" cy="1066800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92889" y="4147328"/>
            <a:ext cx="6324901" cy="451779"/>
          </a:xfrm>
          <a:custGeom>
            <a:avLst/>
            <a:gdLst/>
            <a:ahLst/>
            <a:cxnLst/>
            <a:rect l="l" t="t" r="r" b="b"/>
            <a:pathLst>
              <a:path w="8890000" h="635000">
                <a:moveTo>
                  <a:pt x="8763000" y="0"/>
                </a:moveTo>
                <a:lnTo>
                  <a:pt x="127000" y="0"/>
                </a:lnTo>
                <a:lnTo>
                  <a:pt x="77565" y="9980"/>
                </a:lnTo>
                <a:lnTo>
                  <a:pt x="37197" y="37197"/>
                </a:lnTo>
                <a:lnTo>
                  <a:pt x="9980" y="77565"/>
                </a:lnTo>
                <a:lnTo>
                  <a:pt x="0" y="127000"/>
                </a:lnTo>
                <a:lnTo>
                  <a:pt x="0" y="508000"/>
                </a:lnTo>
                <a:lnTo>
                  <a:pt x="9980" y="557434"/>
                </a:lnTo>
                <a:lnTo>
                  <a:pt x="37197" y="597802"/>
                </a:lnTo>
                <a:lnTo>
                  <a:pt x="77565" y="625019"/>
                </a:lnTo>
                <a:lnTo>
                  <a:pt x="126999" y="635000"/>
                </a:lnTo>
                <a:lnTo>
                  <a:pt x="8763000" y="635000"/>
                </a:lnTo>
                <a:lnTo>
                  <a:pt x="8812434" y="625019"/>
                </a:lnTo>
                <a:lnTo>
                  <a:pt x="8852802" y="597802"/>
                </a:lnTo>
                <a:lnTo>
                  <a:pt x="8880019" y="557434"/>
                </a:lnTo>
                <a:lnTo>
                  <a:pt x="8890000" y="508000"/>
                </a:lnTo>
                <a:lnTo>
                  <a:pt x="8890000" y="127000"/>
                </a:lnTo>
                <a:lnTo>
                  <a:pt x="8880019" y="77565"/>
                </a:lnTo>
                <a:lnTo>
                  <a:pt x="8852802" y="37197"/>
                </a:lnTo>
                <a:lnTo>
                  <a:pt x="8812434" y="9980"/>
                </a:lnTo>
                <a:lnTo>
                  <a:pt x="8763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3" name="object 3"/>
          <p:cNvGrpSpPr/>
          <p:nvPr/>
        </p:nvGrpSpPr>
        <p:grpSpPr>
          <a:xfrm>
            <a:off x="2892889" y="2801027"/>
            <a:ext cx="6324901" cy="451779"/>
            <a:chOff x="3683000" y="3937000"/>
            <a:chExt cx="8890000" cy="635000"/>
          </a:xfrm>
        </p:grpSpPr>
        <p:sp>
          <p:nvSpPr>
            <p:cNvPr id="4" name="object 4"/>
            <p:cNvSpPr/>
            <p:nvPr/>
          </p:nvSpPr>
          <p:spPr>
            <a:xfrm>
              <a:off x="3683000" y="3937000"/>
              <a:ext cx="8890000" cy="635000"/>
            </a:xfrm>
            <a:custGeom>
              <a:avLst/>
              <a:gdLst/>
              <a:ahLst/>
              <a:cxnLst/>
              <a:rect l="l" t="t" r="r" b="b"/>
              <a:pathLst>
                <a:path w="8890000" h="635000">
                  <a:moveTo>
                    <a:pt x="876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6999" y="635000"/>
                  </a:lnTo>
                  <a:lnTo>
                    <a:pt x="8763000" y="635000"/>
                  </a:lnTo>
                  <a:lnTo>
                    <a:pt x="8812434" y="625019"/>
                  </a:lnTo>
                  <a:lnTo>
                    <a:pt x="8852802" y="597802"/>
                  </a:lnTo>
                  <a:lnTo>
                    <a:pt x="8880019" y="557434"/>
                  </a:lnTo>
                  <a:lnTo>
                    <a:pt x="8890000" y="508000"/>
                  </a:lnTo>
                  <a:lnTo>
                    <a:pt x="8890000" y="127000"/>
                  </a:lnTo>
                  <a:lnTo>
                    <a:pt x="8880019" y="77565"/>
                  </a:lnTo>
                  <a:lnTo>
                    <a:pt x="8852802" y="37197"/>
                  </a:lnTo>
                  <a:lnTo>
                    <a:pt x="8812434" y="998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" name="object 5"/>
            <p:cNvSpPr/>
            <p:nvPr/>
          </p:nvSpPr>
          <p:spPr>
            <a:xfrm>
              <a:off x="4607790" y="4111336"/>
              <a:ext cx="1771014" cy="300990"/>
            </a:xfrm>
            <a:custGeom>
              <a:avLst/>
              <a:gdLst/>
              <a:ahLst/>
              <a:cxnLst/>
              <a:rect l="l" t="t" r="r" b="b"/>
              <a:pathLst>
                <a:path w="1771014" h="300989">
                  <a:moveTo>
                    <a:pt x="35790" y="0"/>
                  </a:moveTo>
                  <a:lnTo>
                    <a:pt x="0" y="0"/>
                  </a:lnTo>
                  <a:lnTo>
                    <a:pt x="0" y="295563"/>
                  </a:lnTo>
                  <a:lnTo>
                    <a:pt x="35790" y="295563"/>
                  </a:lnTo>
                  <a:lnTo>
                    <a:pt x="35790" y="199736"/>
                  </a:lnTo>
                  <a:lnTo>
                    <a:pt x="72736" y="158172"/>
                  </a:lnTo>
                  <a:lnTo>
                    <a:pt x="113665" y="158172"/>
                  </a:lnTo>
                  <a:lnTo>
                    <a:pt x="104831" y="146627"/>
                  </a:lnTo>
                  <a:lnTo>
                    <a:pt x="35790" y="146627"/>
                  </a:lnTo>
                  <a:lnTo>
                    <a:pt x="35790" y="0"/>
                  </a:lnTo>
                  <a:close/>
                </a:path>
                <a:path w="1771014" h="300989">
                  <a:moveTo>
                    <a:pt x="113665" y="158172"/>
                  </a:moveTo>
                  <a:lnTo>
                    <a:pt x="72736" y="158172"/>
                  </a:lnTo>
                  <a:lnTo>
                    <a:pt x="175490" y="295563"/>
                  </a:lnTo>
                  <a:lnTo>
                    <a:pt x="218786" y="295563"/>
                  </a:lnTo>
                  <a:lnTo>
                    <a:pt x="113665" y="158172"/>
                  </a:lnTo>
                  <a:close/>
                </a:path>
                <a:path w="1771014" h="300989">
                  <a:moveTo>
                    <a:pt x="218786" y="0"/>
                  </a:moveTo>
                  <a:lnTo>
                    <a:pt x="172027" y="0"/>
                  </a:lnTo>
                  <a:lnTo>
                    <a:pt x="39254" y="146627"/>
                  </a:lnTo>
                  <a:lnTo>
                    <a:pt x="104831" y="146627"/>
                  </a:lnTo>
                  <a:lnTo>
                    <a:pt x="94672" y="133350"/>
                  </a:lnTo>
                  <a:lnTo>
                    <a:pt x="218786" y="0"/>
                  </a:lnTo>
                  <a:close/>
                </a:path>
                <a:path w="1771014" h="300989">
                  <a:moveTo>
                    <a:pt x="414695" y="101022"/>
                  </a:moveTo>
                  <a:lnTo>
                    <a:pt x="346507" y="101022"/>
                  </a:lnTo>
                  <a:lnTo>
                    <a:pt x="357521" y="101762"/>
                  </a:lnTo>
                  <a:lnTo>
                    <a:pt x="367037" y="103981"/>
                  </a:lnTo>
                  <a:lnTo>
                    <a:pt x="392536" y="135965"/>
                  </a:lnTo>
                  <a:lnTo>
                    <a:pt x="393267" y="146050"/>
                  </a:lnTo>
                  <a:lnTo>
                    <a:pt x="393267" y="152688"/>
                  </a:lnTo>
                  <a:lnTo>
                    <a:pt x="391294" y="156537"/>
                  </a:lnTo>
                  <a:lnTo>
                    <a:pt x="387350" y="158750"/>
                  </a:lnTo>
                  <a:lnTo>
                    <a:pt x="383501" y="160962"/>
                  </a:lnTo>
                  <a:lnTo>
                    <a:pt x="377343" y="162550"/>
                  </a:lnTo>
                  <a:lnTo>
                    <a:pt x="362121" y="164243"/>
                  </a:lnTo>
                  <a:lnTo>
                    <a:pt x="336117" y="167409"/>
                  </a:lnTo>
                  <a:lnTo>
                    <a:pt x="297962" y="174769"/>
                  </a:lnTo>
                  <a:lnTo>
                    <a:pt x="261675" y="196092"/>
                  </a:lnTo>
                  <a:lnTo>
                    <a:pt x="250208" y="234372"/>
                  </a:lnTo>
                  <a:lnTo>
                    <a:pt x="250734" y="243067"/>
                  </a:lnTo>
                  <a:lnTo>
                    <a:pt x="272075" y="282971"/>
                  </a:lnTo>
                  <a:lnTo>
                    <a:pt x="315434" y="300262"/>
                  </a:lnTo>
                  <a:lnTo>
                    <a:pt x="325726" y="300759"/>
                  </a:lnTo>
                  <a:lnTo>
                    <a:pt x="335025" y="300398"/>
                  </a:lnTo>
                  <a:lnTo>
                    <a:pt x="375615" y="284947"/>
                  </a:lnTo>
                  <a:lnTo>
                    <a:pt x="389318" y="270163"/>
                  </a:lnTo>
                  <a:lnTo>
                    <a:pt x="330921" y="270163"/>
                  </a:lnTo>
                  <a:lnTo>
                    <a:pt x="321094" y="269586"/>
                  </a:lnTo>
                  <a:lnTo>
                    <a:pt x="287445" y="249959"/>
                  </a:lnTo>
                  <a:lnTo>
                    <a:pt x="284162" y="225713"/>
                  </a:lnTo>
                  <a:lnTo>
                    <a:pt x="286471" y="218882"/>
                  </a:lnTo>
                  <a:lnTo>
                    <a:pt x="321540" y="199123"/>
                  </a:lnTo>
                  <a:lnTo>
                    <a:pt x="348672" y="195118"/>
                  </a:lnTo>
                  <a:lnTo>
                    <a:pt x="354637" y="194348"/>
                  </a:lnTo>
                  <a:lnTo>
                    <a:pt x="391823" y="185881"/>
                  </a:lnTo>
                  <a:lnTo>
                    <a:pt x="393267" y="184150"/>
                  </a:lnTo>
                  <a:lnTo>
                    <a:pt x="427326" y="184150"/>
                  </a:lnTo>
                  <a:lnTo>
                    <a:pt x="427326" y="149513"/>
                  </a:lnTo>
                  <a:lnTo>
                    <a:pt x="426784" y="136976"/>
                  </a:lnTo>
                  <a:lnTo>
                    <a:pt x="425161" y="125773"/>
                  </a:lnTo>
                  <a:lnTo>
                    <a:pt x="422455" y="115905"/>
                  </a:lnTo>
                  <a:lnTo>
                    <a:pt x="418667" y="107372"/>
                  </a:lnTo>
                  <a:lnTo>
                    <a:pt x="414695" y="101022"/>
                  </a:lnTo>
                  <a:close/>
                </a:path>
                <a:path w="1771014" h="300989">
                  <a:moveTo>
                    <a:pt x="427326" y="265545"/>
                  </a:moveTo>
                  <a:lnTo>
                    <a:pt x="393267" y="265545"/>
                  </a:lnTo>
                  <a:lnTo>
                    <a:pt x="393267" y="295563"/>
                  </a:lnTo>
                  <a:lnTo>
                    <a:pt x="427326" y="295563"/>
                  </a:lnTo>
                  <a:lnTo>
                    <a:pt x="427326" y="265545"/>
                  </a:lnTo>
                  <a:close/>
                </a:path>
                <a:path w="1771014" h="300989">
                  <a:moveTo>
                    <a:pt x="427326" y="184150"/>
                  </a:moveTo>
                  <a:lnTo>
                    <a:pt x="393267" y="184150"/>
                  </a:lnTo>
                  <a:lnTo>
                    <a:pt x="393262" y="215394"/>
                  </a:lnTo>
                  <a:lnTo>
                    <a:pt x="392816" y="222168"/>
                  </a:lnTo>
                  <a:lnTo>
                    <a:pt x="371547" y="257968"/>
                  </a:lnTo>
                  <a:lnTo>
                    <a:pt x="330921" y="270163"/>
                  </a:lnTo>
                  <a:lnTo>
                    <a:pt x="389318" y="270163"/>
                  </a:lnTo>
                  <a:lnTo>
                    <a:pt x="391535" y="265545"/>
                  </a:lnTo>
                  <a:lnTo>
                    <a:pt x="427326" y="265545"/>
                  </a:lnTo>
                  <a:lnTo>
                    <a:pt x="427326" y="184150"/>
                  </a:lnTo>
                  <a:close/>
                </a:path>
                <a:path w="1771014" h="300989">
                  <a:moveTo>
                    <a:pt x="352473" y="71004"/>
                  </a:moveTo>
                  <a:lnTo>
                    <a:pt x="345353" y="71004"/>
                  </a:lnTo>
                  <a:lnTo>
                    <a:pt x="336946" y="71293"/>
                  </a:lnTo>
                  <a:lnTo>
                    <a:pt x="294769" y="81828"/>
                  </a:lnTo>
                  <a:lnTo>
                    <a:pt x="261143" y="113416"/>
                  </a:lnTo>
                  <a:lnTo>
                    <a:pt x="256453" y="122959"/>
                  </a:lnTo>
                  <a:lnTo>
                    <a:pt x="288780" y="134504"/>
                  </a:lnTo>
                  <a:lnTo>
                    <a:pt x="292109" y="128533"/>
                  </a:lnTo>
                  <a:lnTo>
                    <a:pt x="296465" y="122742"/>
                  </a:lnTo>
                  <a:lnTo>
                    <a:pt x="334971" y="101690"/>
                  </a:lnTo>
                  <a:lnTo>
                    <a:pt x="346507" y="101022"/>
                  </a:lnTo>
                  <a:lnTo>
                    <a:pt x="414695" y="101022"/>
                  </a:lnTo>
                  <a:lnTo>
                    <a:pt x="414057" y="100003"/>
                  </a:lnTo>
                  <a:lnTo>
                    <a:pt x="376823" y="75162"/>
                  </a:lnTo>
                  <a:lnTo>
                    <a:pt x="360651" y="71870"/>
                  </a:lnTo>
                  <a:lnTo>
                    <a:pt x="352473" y="71004"/>
                  </a:lnTo>
                  <a:close/>
                </a:path>
                <a:path w="1771014" h="300989">
                  <a:moveTo>
                    <a:pt x="522395" y="73890"/>
                  </a:moveTo>
                  <a:lnTo>
                    <a:pt x="489491" y="73890"/>
                  </a:lnTo>
                  <a:lnTo>
                    <a:pt x="489491" y="295563"/>
                  </a:lnTo>
                  <a:lnTo>
                    <a:pt x="523550" y="295563"/>
                  </a:lnTo>
                  <a:lnTo>
                    <a:pt x="523550" y="155286"/>
                  </a:lnTo>
                  <a:lnTo>
                    <a:pt x="524001" y="147989"/>
                  </a:lnTo>
                  <a:lnTo>
                    <a:pt x="544728" y="113758"/>
                  </a:lnTo>
                  <a:lnTo>
                    <a:pt x="556749" y="107372"/>
                  </a:lnTo>
                  <a:lnTo>
                    <a:pt x="522395" y="107372"/>
                  </a:lnTo>
                  <a:lnTo>
                    <a:pt x="522395" y="73890"/>
                  </a:lnTo>
                  <a:close/>
                </a:path>
                <a:path w="1771014" h="300989">
                  <a:moveTo>
                    <a:pt x="584933" y="70427"/>
                  </a:moveTo>
                  <a:lnTo>
                    <a:pt x="582432" y="70427"/>
                  </a:lnTo>
                  <a:lnTo>
                    <a:pt x="572726" y="71067"/>
                  </a:lnTo>
                  <a:lnTo>
                    <a:pt x="533219" y="92471"/>
                  </a:lnTo>
                  <a:lnTo>
                    <a:pt x="524704" y="107372"/>
                  </a:lnTo>
                  <a:lnTo>
                    <a:pt x="556749" y="107372"/>
                  </a:lnTo>
                  <a:lnTo>
                    <a:pt x="557248" y="107147"/>
                  </a:lnTo>
                  <a:lnTo>
                    <a:pt x="564248" y="105027"/>
                  </a:lnTo>
                  <a:lnTo>
                    <a:pt x="571680" y="103755"/>
                  </a:lnTo>
                  <a:lnTo>
                    <a:pt x="579545" y="103331"/>
                  </a:lnTo>
                  <a:lnTo>
                    <a:pt x="600327" y="103331"/>
                  </a:lnTo>
                  <a:lnTo>
                    <a:pt x="600327" y="71004"/>
                  </a:lnTo>
                  <a:lnTo>
                    <a:pt x="598403" y="70812"/>
                  </a:lnTo>
                  <a:lnTo>
                    <a:pt x="595565" y="70667"/>
                  </a:lnTo>
                  <a:lnTo>
                    <a:pt x="588060" y="70475"/>
                  </a:lnTo>
                  <a:lnTo>
                    <a:pt x="584933" y="70427"/>
                  </a:lnTo>
                  <a:close/>
                </a:path>
                <a:path w="1771014" h="300989">
                  <a:moveTo>
                    <a:pt x="600327" y="103331"/>
                  </a:moveTo>
                  <a:lnTo>
                    <a:pt x="584067" y="103331"/>
                  </a:lnTo>
                  <a:lnTo>
                    <a:pt x="588349" y="103668"/>
                  </a:lnTo>
                  <a:lnTo>
                    <a:pt x="592390" y="104342"/>
                  </a:lnTo>
                  <a:lnTo>
                    <a:pt x="596527" y="104919"/>
                  </a:lnTo>
                  <a:lnTo>
                    <a:pt x="599173" y="105352"/>
                  </a:lnTo>
                  <a:lnTo>
                    <a:pt x="600327" y="105640"/>
                  </a:lnTo>
                  <a:lnTo>
                    <a:pt x="600327" y="103331"/>
                  </a:lnTo>
                  <a:close/>
                </a:path>
                <a:path w="1771014" h="300989">
                  <a:moveTo>
                    <a:pt x="674759" y="0"/>
                  </a:moveTo>
                  <a:lnTo>
                    <a:pt x="640700" y="0"/>
                  </a:lnTo>
                  <a:lnTo>
                    <a:pt x="640700" y="295563"/>
                  </a:lnTo>
                  <a:lnTo>
                    <a:pt x="674759" y="295563"/>
                  </a:lnTo>
                  <a:lnTo>
                    <a:pt x="674759" y="0"/>
                  </a:lnTo>
                  <a:close/>
                </a:path>
                <a:path w="1771014" h="300989">
                  <a:moveTo>
                    <a:pt x="898777" y="0"/>
                  </a:moveTo>
                  <a:lnTo>
                    <a:pt x="856059" y="0"/>
                  </a:lnTo>
                  <a:lnTo>
                    <a:pt x="856059" y="295563"/>
                  </a:lnTo>
                  <a:lnTo>
                    <a:pt x="889541" y="295563"/>
                  </a:lnTo>
                  <a:lnTo>
                    <a:pt x="889541" y="71004"/>
                  </a:lnTo>
                  <a:lnTo>
                    <a:pt x="927847" y="71004"/>
                  </a:lnTo>
                  <a:lnTo>
                    <a:pt x="898777" y="0"/>
                  </a:lnTo>
                  <a:close/>
                </a:path>
                <a:path w="1771014" h="300989">
                  <a:moveTo>
                    <a:pt x="927847" y="71004"/>
                  </a:moveTo>
                  <a:lnTo>
                    <a:pt x="892427" y="71004"/>
                  </a:lnTo>
                  <a:lnTo>
                    <a:pt x="984791" y="295563"/>
                  </a:lnTo>
                  <a:lnTo>
                    <a:pt x="1017118" y="295563"/>
                  </a:lnTo>
                  <a:lnTo>
                    <a:pt x="1037775" y="245340"/>
                  </a:lnTo>
                  <a:lnTo>
                    <a:pt x="999223" y="245340"/>
                  </a:lnTo>
                  <a:lnTo>
                    <a:pt x="927847" y="71004"/>
                  </a:lnTo>
                  <a:close/>
                </a:path>
                <a:path w="1771014" h="300989">
                  <a:moveTo>
                    <a:pt x="1145850" y="71004"/>
                  </a:moveTo>
                  <a:lnTo>
                    <a:pt x="1112368" y="71004"/>
                  </a:lnTo>
                  <a:lnTo>
                    <a:pt x="1112368" y="295563"/>
                  </a:lnTo>
                  <a:lnTo>
                    <a:pt x="1145850" y="295563"/>
                  </a:lnTo>
                  <a:lnTo>
                    <a:pt x="1145850" y="71004"/>
                  </a:lnTo>
                  <a:close/>
                </a:path>
                <a:path w="1771014" h="300989">
                  <a:moveTo>
                    <a:pt x="1145850" y="0"/>
                  </a:moveTo>
                  <a:lnTo>
                    <a:pt x="1103132" y="0"/>
                  </a:lnTo>
                  <a:lnTo>
                    <a:pt x="1002686" y="245340"/>
                  </a:lnTo>
                  <a:lnTo>
                    <a:pt x="1037775" y="245340"/>
                  </a:lnTo>
                  <a:lnTo>
                    <a:pt x="1109482" y="71004"/>
                  </a:lnTo>
                  <a:lnTo>
                    <a:pt x="1145850" y="71004"/>
                  </a:lnTo>
                  <a:lnTo>
                    <a:pt x="1145850" y="0"/>
                  </a:lnTo>
                  <a:close/>
                </a:path>
                <a:path w="1771014" h="300989">
                  <a:moveTo>
                    <a:pt x="1367195" y="101022"/>
                  </a:moveTo>
                  <a:lnTo>
                    <a:pt x="1299007" y="101022"/>
                  </a:lnTo>
                  <a:lnTo>
                    <a:pt x="1310021" y="101762"/>
                  </a:lnTo>
                  <a:lnTo>
                    <a:pt x="1319537" y="103981"/>
                  </a:lnTo>
                  <a:lnTo>
                    <a:pt x="1345036" y="135965"/>
                  </a:lnTo>
                  <a:lnTo>
                    <a:pt x="1345767" y="146050"/>
                  </a:lnTo>
                  <a:lnTo>
                    <a:pt x="1345767" y="152688"/>
                  </a:lnTo>
                  <a:lnTo>
                    <a:pt x="1343794" y="156537"/>
                  </a:lnTo>
                  <a:lnTo>
                    <a:pt x="1339850" y="158750"/>
                  </a:lnTo>
                  <a:lnTo>
                    <a:pt x="1336001" y="160962"/>
                  </a:lnTo>
                  <a:lnTo>
                    <a:pt x="1329843" y="162550"/>
                  </a:lnTo>
                  <a:lnTo>
                    <a:pt x="1314621" y="164243"/>
                  </a:lnTo>
                  <a:lnTo>
                    <a:pt x="1288617" y="167409"/>
                  </a:lnTo>
                  <a:lnTo>
                    <a:pt x="1250462" y="174769"/>
                  </a:lnTo>
                  <a:lnTo>
                    <a:pt x="1214175" y="196092"/>
                  </a:lnTo>
                  <a:lnTo>
                    <a:pt x="1202708" y="234372"/>
                  </a:lnTo>
                  <a:lnTo>
                    <a:pt x="1203234" y="243067"/>
                  </a:lnTo>
                  <a:lnTo>
                    <a:pt x="1224575" y="282971"/>
                  </a:lnTo>
                  <a:lnTo>
                    <a:pt x="1267934" y="300262"/>
                  </a:lnTo>
                  <a:lnTo>
                    <a:pt x="1278226" y="300759"/>
                  </a:lnTo>
                  <a:lnTo>
                    <a:pt x="1287525" y="300398"/>
                  </a:lnTo>
                  <a:lnTo>
                    <a:pt x="1328115" y="284947"/>
                  </a:lnTo>
                  <a:lnTo>
                    <a:pt x="1341818" y="270163"/>
                  </a:lnTo>
                  <a:lnTo>
                    <a:pt x="1283421" y="270163"/>
                  </a:lnTo>
                  <a:lnTo>
                    <a:pt x="1273594" y="269586"/>
                  </a:lnTo>
                  <a:lnTo>
                    <a:pt x="1239945" y="249959"/>
                  </a:lnTo>
                  <a:lnTo>
                    <a:pt x="1236662" y="225713"/>
                  </a:lnTo>
                  <a:lnTo>
                    <a:pt x="1238971" y="218882"/>
                  </a:lnTo>
                  <a:lnTo>
                    <a:pt x="1274040" y="199123"/>
                  </a:lnTo>
                  <a:lnTo>
                    <a:pt x="1301172" y="195118"/>
                  </a:lnTo>
                  <a:lnTo>
                    <a:pt x="1307137" y="194348"/>
                  </a:lnTo>
                  <a:lnTo>
                    <a:pt x="1344323" y="185881"/>
                  </a:lnTo>
                  <a:lnTo>
                    <a:pt x="1345767" y="184150"/>
                  </a:lnTo>
                  <a:lnTo>
                    <a:pt x="1379826" y="184150"/>
                  </a:lnTo>
                  <a:lnTo>
                    <a:pt x="1379826" y="149513"/>
                  </a:lnTo>
                  <a:lnTo>
                    <a:pt x="1379284" y="136976"/>
                  </a:lnTo>
                  <a:lnTo>
                    <a:pt x="1377661" y="125773"/>
                  </a:lnTo>
                  <a:lnTo>
                    <a:pt x="1374955" y="115905"/>
                  </a:lnTo>
                  <a:lnTo>
                    <a:pt x="1371167" y="107372"/>
                  </a:lnTo>
                  <a:lnTo>
                    <a:pt x="1367195" y="101022"/>
                  </a:lnTo>
                  <a:close/>
                </a:path>
                <a:path w="1771014" h="300989">
                  <a:moveTo>
                    <a:pt x="1379826" y="265545"/>
                  </a:moveTo>
                  <a:lnTo>
                    <a:pt x="1345767" y="265545"/>
                  </a:lnTo>
                  <a:lnTo>
                    <a:pt x="1345767" y="295563"/>
                  </a:lnTo>
                  <a:lnTo>
                    <a:pt x="1379826" y="295563"/>
                  </a:lnTo>
                  <a:lnTo>
                    <a:pt x="1379826" y="265545"/>
                  </a:lnTo>
                  <a:close/>
                </a:path>
                <a:path w="1771014" h="300989">
                  <a:moveTo>
                    <a:pt x="1379826" y="184150"/>
                  </a:moveTo>
                  <a:lnTo>
                    <a:pt x="1345767" y="184150"/>
                  </a:lnTo>
                  <a:lnTo>
                    <a:pt x="1345762" y="215394"/>
                  </a:lnTo>
                  <a:lnTo>
                    <a:pt x="1345316" y="222168"/>
                  </a:lnTo>
                  <a:lnTo>
                    <a:pt x="1324047" y="257968"/>
                  </a:lnTo>
                  <a:lnTo>
                    <a:pt x="1283421" y="270163"/>
                  </a:lnTo>
                  <a:lnTo>
                    <a:pt x="1341818" y="270163"/>
                  </a:lnTo>
                  <a:lnTo>
                    <a:pt x="1344035" y="265545"/>
                  </a:lnTo>
                  <a:lnTo>
                    <a:pt x="1379826" y="265545"/>
                  </a:lnTo>
                  <a:lnTo>
                    <a:pt x="1379826" y="184150"/>
                  </a:lnTo>
                  <a:close/>
                </a:path>
                <a:path w="1771014" h="300989">
                  <a:moveTo>
                    <a:pt x="1304973" y="71004"/>
                  </a:moveTo>
                  <a:lnTo>
                    <a:pt x="1297853" y="71004"/>
                  </a:lnTo>
                  <a:lnTo>
                    <a:pt x="1289446" y="71293"/>
                  </a:lnTo>
                  <a:lnTo>
                    <a:pt x="1247269" y="81828"/>
                  </a:lnTo>
                  <a:lnTo>
                    <a:pt x="1213643" y="113416"/>
                  </a:lnTo>
                  <a:lnTo>
                    <a:pt x="1208953" y="122959"/>
                  </a:lnTo>
                  <a:lnTo>
                    <a:pt x="1241280" y="134504"/>
                  </a:lnTo>
                  <a:lnTo>
                    <a:pt x="1244609" y="128533"/>
                  </a:lnTo>
                  <a:lnTo>
                    <a:pt x="1248965" y="122742"/>
                  </a:lnTo>
                  <a:lnTo>
                    <a:pt x="1287471" y="101690"/>
                  </a:lnTo>
                  <a:lnTo>
                    <a:pt x="1299007" y="101022"/>
                  </a:lnTo>
                  <a:lnTo>
                    <a:pt x="1367195" y="101022"/>
                  </a:lnTo>
                  <a:lnTo>
                    <a:pt x="1366557" y="100003"/>
                  </a:lnTo>
                  <a:lnTo>
                    <a:pt x="1329323" y="75162"/>
                  </a:lnTo>
                  <a:lnTo>
                    <a:pt x="1313151" y="71870"/>
                  </a:lnTo>
                  <a:lnTo>
                    <a:pt x="1304973" y="71004"/>
                  </a:lnTo>
                  <a:close/>
                </a:path>
                <a:path w="1771014" h="300989">
                  <a:moveTo>
                    <a:pt x="1474895" y="73890"/>
                  </a:moveTo>
                  <a:lnTo>
                    <a:pt x="1441991" y="73890"/>
                  </a:lnTo>
                  <a:lnTo>
                    <a:pt x="1441991" y="295563"/>
                  </a:lnTo>
                  <a:lnTo>
                    <a:pt x="1476050" y="295563"/>
                  </a:lnTo>
                  <a:lnTo>
                    <a:pt x="1476050" y="155286"/>
                  </a:lnTo>
                  <a:lnTo>
                    <a:pt x="1476501" y="147989"/>
                  </a:lnTo>
                  <a:lnTo>
                    <a:pt x="1497228" y="113758"/>
                  </a:lnTo>
                  <a:lnTo>
                    <a:pt x="1509249" y="107372"/>
                  </a:lnTo>
                  <a:lnTo>
                    <a:pt x="1474895" y="107372"/>
                  </a:lnTo>
                  <a:lnTo>
                    <a:pt x="1474895" y="73890"/>
                  </a:lnTo>
                  <a:close/>
                </a:path>
                <a:path w="1771014" h="300989">
                  <a:moveTo>
                    <a:pt x="1537433" y="70427"/>
                  </a:moveTo>
                  <a:lnTo>
                    <a:pt x="1534932" y="70427"/>
                  </a:lnTo>
                  <a:lnTo>
                    <a:pt x="1525226" y="71067"/>
                  </a:lnTo>
                  <a:lnTo>
                    <a:pt x="1485719" y="92471"/>
                  </a:lnTo>
                  <a:lnTo>
                    <a:pt x="1477204" y="107372"/>
                  </a:lnTo>
                  <a:lnTo>
                    <a:pt x="1509249" y="107372"/>
                  </a:lnTo>
                  <a:lnTo>
                    <a:pt x="1509748" y="107147"/>
                  </a:lnTo>
                  <a:lnTo>
                    <a:pt x="1516747" y="105027"/>
                  </a:lnTo>
                  <a:lnTo>
                    <a:pt x="1524180" y="103755"/>
                  </a:lnTo>
                  <a:lnTo>
                    <a:pt x="1532045" y="103331"/>
                  </a:lnTo>
                  <a:lnTo>
                    <a:pt x="1552827" y="103331"/>
                  </a:lnTo>
                  <a:lnTo>
                    <a:pt x="1552827" y="71004"/>
                  </a:lnTo>
                  <a:lnTo>
                    <a:pt x="1550903" y="70812"/>
                  </a:lnTo>
                  <a:lnTo>
                    <a:pt x="1548065" y="70667"/>
                  </a:lnTo>
                  <a:lnTo>
                    <a:pt x="1540560" y="70475"/>
                  </a:lnTo>
                  <a:lnTo>
                    <a:pt x="1537433" y="70427"/>
                  </a:lnTo>
                  <a:close/>
                </a:path>
                <a:path w="1771014" h="300989">
                  <a:moveTo>
                    <a:pt x="1552827" y="103331"/>
                  </a:moveTo>
                  <a:lnTo>
                    <a:pt x="1536567" y="103331"/>
                  </a:lnTo>
                  <a:lnTo>
                    <a:pt x="1540849" y="103668"/>
                  </a:lnTo>
                  <a:lnTo>
                    <a:pt x="1544890" y="104342"/>
                  </a:lnTo>
                  <a:lnTo>
                    <a:pt x="1549027" y="104919"/>
                  </a:lnTo>
                  <a:lnTo>
                    <a:pt x="1551673" y="105352"/>
                  </a:lnTo>
                  <a:lnTo>
                    <a:pt x="1552827" y="105640"/>
                  </a:lnTo>
                  <a:lnTo>
                    <a:pt x="1552827" y="103331"/>
                  </a:lnTo>
                  <a:close/>
                </a:path>
                <a:path w="1771014" h="300989">
                  <a:moveTo>
                    <a:pt x="1625347" y="73890"/>
                  </a:moveTo>
                  <a:lnTo>
                    <a:pt x="1586092" y="73890"/>
                  </a:lnTo>
                  <a:lnTo>
                    <a:pt x="1656520" y="184727"/>
                  </a:lnTo>
                  <a:lnTo>
                    <a:pt x="1586092" y="295563"/>
                  </a:lnTo>
                  <a:lnTo>
                    <a:pt x="1625347" y="295563"/>
                  </a:lnTo>
                  <a:lnTo>
                    <a:pt x="1678456" y="209550"/>
                  </a:lnTo>
                  <a:lnTo>
                    <a:pt x="1715269" y="209550"/>
                  </a:lnTo>
                  <a:lnTo>
                    <a:pt x="1699238" y="184727"/>
                  </a:lnTo>
                  <a:lnTo>
                    <a:pt x="1712287" y="164522"/>
                  </a:lnTo>
                  <a:lnTo>
                    <a:pt x="1678456" y="164522"/>
                  </a:lnTo>
                  <a:lnTo>
                    <a:pt x="1625347" y="73890"/>
                  </a:lnTo>
                  <a:close/>
                </a:path>
                <a:path w="1771014" h="300989">
                  <a:moveTo>
                    <a:pt x="1715269" y="209550"/>
                  </a:moveTo>
                  <a:lnTo>
                    <a:pt x="1678456" y="209550"/>
                  </a:lnTo>
                  <a:lnTo>
                    <a:pt x="1731565" y="295563"/>
                  </a:lnTo>
                  <a:lnTo>
                    <a:pt x="1770820" y="295563"/>
                  </a:lnTo>
                  <a:lnTo>
                    <a:pt x="1715269" y="209550"/>
                  </a:lnTo>
                  <a:close/>
                </a:path>
                <a:path w="1771014" h="300989">
                  <a:moveTo>
                    <a:pt x="1770820" y="73890"/>
                  </a:moveTo>
                  <a:lnTo>
                    <a:pt x="1731565" y="73890"/>
                  </a:lnTo>
                  <a:lnTo>
                    <a:pt x="1678456" y="164522"/>
                  </a:lnTo>
                  <a:lnTo>
                    <a:pt x="1712287" y="164522"/>
                  </a:lnTo>
                  <a:lnTo>
                    <a:pt x="1770820" y="7389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6" name="object 6"/>
          <p:cNvSpPr/>
          <p:nvPr/>
        </p:nvSpPr>
        <p:spPr>
          <a:xfrm>
            <a:off x="3541396" y="4289433"/>
            <a:ext cx="980360" cy="118366"/>
          </a:xfrm>
          <a:custGeom>
            <a:avLst/>
            <a:gdLst/>
            <a:ahLst/>
            <a:cxnLst/>
            <a:rect l="l" t="t" r="r" b="b"/>
            <a:pathLst>
              <a:path w="1377950" h="166370">
                <a:moveTo>
                  <a:pt x="90631" y="102754"/>
                </a:moveTo>
                <a:lnTo>
                  <a:pt x="67540" y="102754"/>
                </a:lnTo>
                <a:lnTo>
                  <a:pt x="65231" y="166254"/>
                </a:lnTo>
                <a:lnTo>
                  <a:pt x="92940" y="166254"/>
                </a:lnTo>
                <a:lnTo>
                  <a:pt x="90631" y="102754"/>
                </a:lnTo>
                <a:close/>
              </a:path>
              <a:path w="1377950" h="166370">
                <a:moveTo>
                  <a:pt x="13854" y="29440"/>
                </a:moveTo>
                <a:lnTo>
                  <a:pt x="0" y="53686"/>
                </a:lnTo>
                <a:lnTo>
                  <a:pt x="56572" y="83127"/>
                </a:lnTo>
                <a:lnTo>
                  <a:pt x="0" y="112568"/>
                </a:lnTo>
                <a:lnTo>
                  <a:pt x="13854" y="136813"/>
                </a:lnTo>
                <a:lnTo>
                  <a:pt x="67540" y="102754"/>
                </a:lnTo>
                <a:lnTo>
                  <a:pt x="139315" y="102754"/>
                </a:lnTo>
                <a:lnTo>
                  <a:pt x="101600" y="83127"/>
                </a:lnTo>
                <a:lnTo>
                  <a:pt x="139315" y="63500"/>
                </a:lnTo>
                <a:lnTo>
                  <a:pt x="67540" y="63500"/>
                </a:lnTo>
                <a:lnTo>
                  <a:pt x="13854" y="29440"/>
                </a:lnTo>
                <a:close/>
              </a:path>
              <a:path w="1377950" h="166370">
                <a:moveTo>
                  <a:pt x="139315" y="102754"/>
                </a:moveTo>
                <a:lnTo>
                  <a:pt x="90631" y="102754"/>
                </a:lnTo>
                <a:lnTo>
                  <a:pt x="144318" y="136813"/>
                </a:lnTo>
                <a:lnTo>
                  <a:pt x="158172" y="112568"/>
                </a:lnTo>
                <a:lnTo>
                  <a:pt x="139315" y="102754"/>
                </a:lnTo>
                <a:close/>
              </a:path>
              <a:path w="1377950" h="166370">
                <a:moveTo>
                  <a:pt x="92940" y="0"/>
                </a:moveTo>
                <a:lnTo>
                  <a:pt x="65231" y="0"/>
                </a:lnTo>
                <a:lnTo>
                  <a:pt x="67540" y="63500"/>
                </a:lnTo>
                <a:lnTo>
                  <a:pt x="90631" y="63500"/>
                </a:lnTo>
                <a:lnTo>
                  <a:pt x="92940" y="0"/>
                </a:lnTo>
                <a:close/>
              </a:path>
              <a:path w="1377950" h="166370">
                <a:moveTo>
                  <a:pt x="144318" y="29440"/>
                </a:moveTo>
                <a:lnTo>
                  <a:pt x="90631" y="63500"/>
                </a:lnTo>
                <a:lnTo>
                  <a:pt x="139315" y="63500"/>
                </a:lnTo>
                <a:lnTo>
                  <a:pt x="158172" y="53686"/>
                </a:lnTo>
                <a:lnTo>
                  <a:pt x="144318" y="29440"/>
                </a:lnTo>
                <a:close/>
              </a:path>
              <a:path w="1377950" h="166370">
                <a:moveTo>
                  <a:pt x="293831" y="102754"/>
                </a:moveTo>
                <a:lnTo>
                  <a:pt x="270740" y="102754"/>
                </a:lnTo>
                <a:lnTo>
                  <a:pt x="268431" y="166254"/>
                </a:lnTo>
                <a:lnTo>
                  <a:pt x="296140" y="166254"/>
                </a:lnTo>
                <a:lnTo>
                  <a:pt x="293831" y="102754"/>
                </a:lnTo>
                <a:close/>
              </a:path>
              <a:path w="1377950" h="166370">
                <a:moveTo>
                  <a:pt x="217054" y="29440"/>
                </a:moveTo>
                <a:lnTo>
                  <a:pt x="203200" y="53686"/>
                </a:lnTo>
                <a:lnTo>
                  <a:pt x="259772" y="83127"/>
                </a:lnTo>
                <a:lnTo>
                  <a:pt x="203200" y="112568"/>
                </a:lnTo>
                <a:lnTo>
                  <a:pt x="217054" y="136813"/>
                </a:lnTo>
                <a:lnTo>
                  <a:pt x="270740" y="102754"/>
                </a:lnTo>
                <a:lnTo>
                  <a:pt x="342515" y="102754"/>
                </a:lnTo>
                <a:lnTo>
                  <a:pt x="304800" y="83127"/>
                </a:lnTo>
                <a:lnTo>
                  <a:pt x="342515" y="63500"/>
                </a:lnTo>
                <a:lnTo>
                  <a:pt x="270740" y="63500"/>
                </a:lnTo>
                <a:lnTo>
                  <a:pt x="217054" y="29440"/>
                </a:lnTo>
                <a:close/>
              </a:path>
              <a:path w="1377950" h="166370">
                <a:moveTo>
                  <a:pt x="342515" y="102754"/>
                </a:moveTo>
                <a:lnTo>
                  <a:pt x="293831" y="102754"/>
                </a:lnTo>
                <a:lnTo>
                  <a:pt x="347518" y="136813"/>
                </a:lnTo>
                <a:lnTo>
                  <a:pt x="361372" y="112568"/>
                </a:lnTo>
                <a:lnTo>
                  <a:pt x="342515" y="102754"/>
                </a:lnTo>
                <a:close/>
              </a:path>
              <a:path w="1377950" h="166370">
                <a:moveTo>
                  <a:pt x="296140" y="0"/>
                </a:moveTo>
                <a:lnTo>
                  <a:pt x="268431" y="0"/>
                </a:lnTo>
                <a:lnTo>
                  <a:pt x="270740" y="63500"/>
                </a:lnTo>
                <a:lnTo>
                  <a:pt x="293831" y="63500"/>
                </a:lnTo>
                <a:lnTo>
                  <a:pt x="296140" y="0"/>
                </a:lnTo>
                <a:close/>
              </a:path>
              <a:path w="1377950" h="166370">
                <a:moveTo>
                  <a:pt x="347518" y="29440"/>
                </a:moveTo>
                <a:lnTo>
                  <a:pt x="293831" y="63500"/>
                </a:lnTo>
                <a:lnTo>
                  <a:pt x="342515" y="63500"/>
                </a:lnTo>
                <a:lnTo>
                  <a:pt x="361372" y="53686"/>
                </a:lnTo>
                <a:lnTo>
                  <a:pt x="347518" y="29440"/>
                </a:lnTo>
                <a:close/>
              </a:path>
              <a:path w="1377950" h="166370">
                <a:moveTo>
                  <a:pt x="497031" y="102754"/>
                </a:moveTo>
                <a:lnTo>
                  <a:pt x="473940" y="102754"/>
                </a:lnTo>
                <a:lnTo>
                  <a:pt x="471631" y="166254"/>
                </a:lnTo>
                <a:lnTo>
                  <a:pt x="499340" y="166254"/>
                </a:lnTo>
                <a:lnTo>
                  <a:pt x="497031" y="102754"/>
                </a:lnTo>
                <a:close/>
              </a:path>
              <a:path w="1377950" h="166370">
                <a:moveTo>
                  <a:pt x="420254" y="29440"/>
                </a:moveTo>
                <a:lnTo>
                  <a:pt x="406400" y="53686"/>
                </a:lnTo>
                <a:lnTo>
                  <a:pt x="462972" y="83127"/>
                </a:lnTo>
                <a:lnTo>
                  <a:pt x="406400" y="112568"/>
                </a:lnTo>
                <a:lnTo>
                  <a:pt x="420254" y="136813"/>
                </a:lnTo>
                <a:lnTo>
                  <a:pt x="473940" y="102754"/>
                </a:lnTo>
                <a:lnTo>
                  <a:pt x="545715" y="102754"/>
                </a:lnTo>
                <a:lnTo>
                  <a:pt x="508000" y="83127"/>
                </a:lnTo>
                <a:lnTo>
                  <a:pt x="545715" y="63500"/>
                </a:lnTo>
                <a:lnTo>
                  <a:pt x="473940" y="63500"/>
                </a:lnTo>
                <a:lnTo>
                  <a:pt x="420254" y="29440"/>
                </a:lnTo>
                <a:close/>
              </a:path>
              <a:path w="1377950" h="166370">
                <a:moveTo>
                  <a:pt x="545715" y="102754"/>
                </a:moveTo>
                <a:lnTo>
                  <a:pt x="497031" y="102754"/>
                </a:lnTo>
                <a:lnTo>
                  <a:pt x="550718" y="136813"/>
                </a:lnTo>
                <a:lnTo>
                  <a:pt x="564572" y="112568"/>
                </a:lnTo>
                <a:lnTo>
                  <a:pt x="545715" y="102754"/>
                </a:lnTo>
                <a:close/>
              </a:path>
              <a:path w="1377950" h="166370">
                <a:moveTo>
                  <a:pt x="499340" y="0"/>
                </a:moveTo>
                <a:lnTo>
                  <a:pt x="471631" y="0"/>
                </a:lnTo>
                <a:lnTo>
                  <a:pt x="473940" y="63500"/>
                </a:lnTo>
                <a:lnTo>
                  <a:pt x="497031" y="63500"/>
                </a:lnTo>
                <a:lnTo>
                  <a:pt x="499340" y="0"/>
                </a:lnTo>
                <a:close/>
              </a:path>
              <a:path w="1377950" h="166370">
                <a:moveTo>
                  <a:pt x="550718" y="29440"/>
                </a:moveTo>
                <a:lnTo>
                  <a:pt x="497031" y="63500"/>
                </a:lnTo>
                <a:lnTo>
                  <a:pt x="545715" y="63500"/>
                </a:lnTo>
                <a:lnTo>
                  <a:pt x="564572" y="53686"/>
                </a:lnTo>
                <a:lnTo>
                  <a:pt x="550718" y="29440"/>
                </a:lnTo>
                <a:close/>
              </a:path>
              <a:path w="1377950" h="166370">
                <a:moveTo>
                  <a:pt x="700231" y="102754"/>
                </a:moveTo>
                <a:lnTo>
                  <a:pt x="677140" y="102754"/>
                </a:lnTo>
                <a:lnTo>
                  <a:pt x="674831" y="166254"/>
                </a:lnTo>
                <a:lnTo>
                  <a:pt x="702540" y="166254"/>
                </a:lnTo>
                <a:lnTo>
                  <a:pt x="700231" y="102754"/>
                </a:lnTo>
                <a:close/>
              </a:path>
              <a:path w="1377950" h="166370">
                <a:moveTo>
                  <a:pt x="623454" y="29440"/>
                </a:moveTo>
                <a:lnTo>
                  <a:pt x="609600" y="53686"/>
                </a:lnTo>
                <a:lnTo>
                  <a:pt x="666172" y="83127"/>
                </a:lnTo>
                <a:lnTo>
                  <a:pt x="609600" y="112568"/>
                </a:lnTo>
                <a:lnTo>
                  <a:pt x="623454" y="136813"/>
                </a:lnTo>
                <a:lnTo>
                  <a:pt x="677140" y="102754"/>
                </a:lnTo>
                <a:lnTo>
                  <a:pt x="748915" y="102754"/>
                </a:lnTo>
                <a:lnTo>
                  <a:pt x="711200" y="83127"/>
                </a:lnTo>
                <a:lnTo>
                  <a:pt x="748915" y="63500"/>
                </a:lnTo>
                <a:lnTo>
                  <a:pt x="677140" y="63500"/>
                </a:lnTo>
                <a:lnTo>
                  <a:pt x="623454" y="29440"/>
                </a:lnTo>
                <a:close/>
              </a:path>
              <a:path w="1377950" h="166370">
                <a:moveTo>
                  <a:pt x="748915" y="102754"/>
                </a:moveTo>
                <a:lnTo>
                  <a:pt x="700231" y="102754"/>
                </a:lnTo>
                <a:lnTo>
                  <a:pt x="753918" y="136813"/>
                </a:lnTo>
                <a:lnTo>
                  <a:pt x="767772" y="112568"/>
                </a:lnTo>
                <a:lnTo>
                  <a:pt x="748915" y="102754"/>
                </a:lnTo>
                <a:close/>
              </a:path>
              <a:path w="1377950" h="166370">
                <a:moveTo>
                  <a:pt x="702540" y="0"/>
                </a:moveTo>
                <a:lnTo>
                  <a:pt x="674831" y="0"/>
                </a:lnTo>
                <a:lnTo>
                  <a:pt x="677140" y="63500"/>
                </a:lnTo>
                <a:lnTo>
                  <a:pt x="700231" y="63500"/>
                </a:lnTo>
                <a:lnTo>
                  <a:pt x="702540" y="0"/>
                </a:lnTo>
                <a:close/>
              </a:path>
              <a:path w="1377950" h="166370">
                <a:moveTo>
                  <a:pt x="753918" y="29440"/>
                </a:moveTo>
                <a:lnTo>
                  <a:pt x="700231" y="63500"/>
                </a:lnTo>
                <a:lnTo>
                  <a:pt x="748915" y="63500"/>
                </a:lnTo>
                <a:lnTo>
                  <a:pt x="767772" y="53686"/>
                </a:lnTo>
                <a:lnTo>
                  <a:pt x="753918" y="29440"/>
                </a:lnTo>
                <a:close/>
              </a:path>
              <a:path w="1377950" h="166370">
                <a:moveTo>
                  <a:pt x="903431" y="102754"/>
                </a:moveTo>
                <a:lnTo>
                  <a:pt x="880340" y="102754"/>
                </a:lnTo>
                <a:lnTo>
                  <a:pt x="878031" y="166254"/>
                </a:lnTo>
                <a:lnTo>
                  <a:pt x="905740" y="166254"/>
                </a:lnTo>
                <a:lnTo>
                  <a:pt x="903431" y="102754"/>
                </a:lnTo>
                <a:close/>
              </a:path>
              <a:path w="1377950" h="166370">
                <a:moveTo>
                  <a:pt x="826654" y="29440"/>
                </a:moveTo>
                <a:lnTo>
                  <a:pt x="812800" y="53686"/>
                </a:lnTo>
                <a:lnTo>
                  <a:pt x="869372" y="83127"/>
                </a:lnTo>
                <a:lnTo>
                  <a:pt x="812800" y="112568"/>
                </a:lnTo>
                <a:lnTo>
                  <a:pt x="826654" y="136813"/>
                </a:lnTo>
                <a:lnTo>
                  <a:pt x="880340" y="102754"/>
                </a:lnTo>
                <a:lnTo>
                  <a:pt x="952115" y="102754"/>
                </a:lnTo>
                <a:lnTo>
                  <a:pt x="914400" y="83127"/>
                </a:lnTo>
                <a:lnTo>
                  <a:pt x="952115" y="63500"/>
                </a:lnTo>
                <a:lnTo>
                  <a:pt x="880340" y="63500"/>
                </a:lnTo>
                <a:lnTo>
                  <a:pt x="826654" y="29440"/>
                </a:lnTo>
                <a:close/>
              </a:path>
              <a:path w="1377950" h="166370">
                <a:moveTo>
                  <a:pt x="952115" y="102754"/>
                </a:moveTo>
                <a:lnTo>
                  <a:pt x="903431" y="102754"/>
                </a:lnTo>
                <a:lnTo>
                  <a:pt x="957118" y="136813"/>
                </a:lnTo>
                <a:lnTo>
                  <a:pt x="970972" y="112568"/>
                </a:lnTo>
                <a:lnTo>
                  <a:pt x="952115" y="102754"/>
                </a:lnTo>
                <a:close/>
              </a:path>
              <a:path w="1377950" h="166370">
                <a:moveTo>
                  <a:pt x="905740" y="0"/>
                </a:moveTo>
                <a:lnTo>
                  <a:pt x="878031" y="0"/>
                </a:lnTo>
                <a:lnTo>
                  <a:pt x="880340" y="63500"/>
                </a:lnTo>
                <a:lnTo>
                  <a:pt x="903431" y="63500"/>
                </a:lnTo>
                <a:lnTo>
                  <a:pt x="905740" y="0"/>
                </a:lnTo>
                <a:close/>
              </a:path>
              <a:path w="1377950" h="166370">
                <a:moveTo>
                  <a:pt x="957118" y="29440"/>
                </a:moveTo>
                <a:lnTo>
                  <a:pt x="903431" y="63500"/>
                </a:lnTo>
                <a:lnTo>
                  <a:pt x="952115" y="63500"/>
                </a:lnTo>
                <a:lnTo>
                  <a:pt x="970972" y="53686"/>
                </a:lnTo>
                <a:lnTo>
                  <a:pt x="957118" y="29440"/>
                </a:lnTo>
                <a:close/>
              </a:path>
              <a:path w="1377950" h="166370">
                <a:moveTo>
                  <a:pt x="1106631" y="102754"/>
                </a:moveTo>
                <a:lnTo>
                  <a:pt x="1083540" y="102754"/>
                </a:lnTo>
                <a:lnTo>
                  <a:pt x="1081231" y="166254"/>
                </a:lnTo>
                <a:lnTo>
                  <a:pt x="1108940" y="166254"/>
                </a:lnTo>
                <a:lnTo>
                  <a:pt x="1106631" y="102754"/>
                </a:lnTo>
                <a:close/>
              </a:path>
              <a:path w="1377950" h="166370">
                <a:moveTo>
                  <a:pt x="1029854" y="29440"/>
                </a:moveTo>
                <a:lnTo>
                  <a:pt x="1016000" y="53686"/>
                </a:lnTo>
                <a:lnTo>
                  <a:pt x="1072572" y="83127"/>
                </a:lnTo>
                <a:lnTo>
                  <a:pt x="1016000" y="112568"/>
                </a:lnTo>
                <a:lnTo>
                  <a:pt x="1029854" y="136813"/>
                </a:lnTo>
                <a:lnTo>
                  <a:pt x="1083540" y="102754"/>
                </a:lnTo>
                <a:lnTo>
                  <a:pt x="1155315" y="102754"/>
                </a:lnTo>
                <a:lnTo>
                  <a:pt x="1117600" y="83127"/>
                </a:lnTo>
                <a:lnTo>
                  <a:pt x="1155315" y="63500"/>
                </a:lnTo>
                <a:lnTo>
                  <a:pt x="1083540" y="63500"/>
                </a:lnTo>
                <a:lnTo>
                  <a:pt x="1029854" y="29440"/>
                </a:lnTo>
                <a:close/>
              </a:path>
              <a:path w="1377950" h="166370">
                <a:moveTo>
                  <a:pt x="1155315" y="102754"/>
                </a:moveTo>
                <a:lnTo>
                  <a:pt x="1106631" y="102754"/>
                </a:lnTo>
                <a:lnTo>
                  <a:pt x="1160318" y="136813"/>
                </a:lnTo>
                <a:lnTo>
                  <a:pt x="1174172" y="112568"/>
                </a:lnTo>
                <a:lnTo>
                  <a:pt x="1155315" y="102754"/>
                </a:lnTo>
                <a:close/>
              </a:path>
              <a:path w="1377950" h="166370">
                <a:moveTo>
                  <a:pt x="1108940" y="0"/>
                </a:moveTo>
                <a:lnTo>
                  <a:pt x="1081231" y="0"/>
                </a:lnTo>
                <a:lnTo>
                  <a:pt x="1083540" y="63500"/>
                </a:lnTo>
                <a:lnTo>
                  <a:pt x="1106631" y="63500"/>
                </a:lnTo>
                <a:lnTo>
                  <a:pt x="1108940" y="0"/>
                </a:lnTo>
                <a:close/>
              </a:path>
              <a:path w="1377950" h="166370">
                <a:moveTo>
                  <a:pt x="1160318" y="29440"/>
                </a:moveTo>
                <a:lnTo>
                  <a:pt x="1106631" y="63500"/>
                </a:lnTo>
                <a:lnTo>
                  <a:pt x="1155315" y="63500"/>
                </a:lnTo>
                <a:lnTo>
                  <a:pt x="1174172" y="53686"/>
                </a:lnTo>
                <a:lnTo>
                  <a:pt x="1160318" y="29440"/>
                </a:lnTo>
                <a:close/>
              </a:path>
              <a:path w="1377950" h="166370">
                <a:moveTo>
                  <a:pt x="1309831" y="102754"/>
                </a:moveTo>
                <a:lnTo>
                  <a:pt x="1286740" y="102754"/>
                </a:lnTo>
                <a:lnTo>
                  <a:pt x="1284431" y="166254"/>
                </a:lnTo>
                <a:lnTo>
                  <a:pt x="1312140" y="166254"/>
                </a:lnTo>
                <a:lnTo>
                  <a:pt x="1309831" y="102754"/>
                </a:lnTo>
                <a:close/>
              </a:path>
              <a:path w="1377950" h="166370">
                <a:moveTo>
                  <a:pt x="1233054" y="29440"/>
                </a:moveTo>
                <a:lnTo>
                  <a:pt x="1219200" y="53686"/>
                </a:lnTo>
                <a:lnTo>
                  <a:pt x="1275772" y="83127"/>
                </a:lnTo>
                <a:lnTo>
                  <a:pt x="1219200" y="112568"/>
                </a:lnTo>
                <a:lnTo>
                  <a:pt x="1233054" y="136813"/>
                </a:lnTo>
                <a:lnTo>
                  <a:pt x="1286740" y="102754"/>
                </a:lnTo>
                <a:lnTo>
                  <a:pt x="1358515" y="102754"/>
                </a:lnTo>
                <a:lnTo>
                  <a:pt x="1320800" y="83127"/>
                </a:lnTo>
                <a:lnTo>
                  <a:pt x="1358515" y="63500"/>
                </a:lnTo>
                <a:lnTo>
                  <a:pt x="1286740" y="63500"/>
                </a:lnTo>
                <a:lnTo>
                  <a:pt x="1233054" y="29440"/>
                </a:lnTo>
                <a:close/>
              </a:path>
              <a:path w="1377950" h="166370">
                <a:moveTo>
                  <a:pt x="1358515" y="102754"/>
                </a:moveTo>
                <a:lnTo>
                  <a:pt x="1309831" y="102754"/>
                </a:lnTo>
                <a:lnTo>
                  <a:pt x="1363518" y="136813"/>
                </a:lnTo>
                <a:lnTo>
                  <a:pt x="1377372" y="112568"/>
                </a:lnTo>
                <a:lnTo>
                  <a:pt x="1358515" y="102754"/>
                </a:lnTo>
                <a:close/>
              </a:path>
              <a:path w="1377950" h="166370">
                <a:moveTo>
                  <a:pt x="1312140" y="0"/>
                </a:moveTo>
                <a:lnTo>
                  <a:pt x="1284431" y="0"/>
                </a:lnTo>
                <a:lnTo>
                  <a:pt x="1286740" y="63500"/>
                </a:lnTo>
                <a:lnTo>
                  <a:pt x="1309831" y="63500"/>
                </a:lnTo>
                <a:lnTo>
                  <a:pt x="1312140" y="0"/>
                </a:lnTo>
                <a:close/>
              </a:path>
              <a:path w="1377950" h="166370">
                <a:moveTo>
                  <a:pt x="1363518" y="29440"/>
                </a:moveTo>
                <a:lnTo>
                  <a:pt x="1309831" y="63500"/>
                </a:lnTo>
                <a:lnTo>
                  <a:pt x="1358515" y="63500"/>
                </a:lnTo>
                <a:lnTo>
                  <a:pt x="1377372" y="53686"/>
                </a:lnTo>
                <a:lnTo>
                  <a:pt x="1363518" y="2944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7" name="object 7"/>
          <p:cNvSpPr/>
          <p:nvPr/>
        </p:nvSpPr>
        <p:spPr>
          <a:xfrm>
            <a:off x="3001316" y="2882348"/>
            <a:ext cx="289138" cy="289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8" name="object 8"/>
          <p:cNvSpPr/>
          <p:nvPr/>
        </p:nvSpPr>
        <p:spPr>
          <a:xfrm>
            <a:off x="8711798" y="4237684"/>
            <a:ext cx="361423" cy="2710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9" name="object 9"/>
          <p:cNvSpPr/>
          <p:nvPr/>
        </p:nvSpPr>
        <p:spPr>
          <a:xfrm>
            <a:off x="5517980" y="1079853"/>
            <a:ext cx="1073878" cy="270164"/>
          </a:xfrm>
          <a:custGeom>
            <a:avLst/>
            <a:gdLst/>
            <a:ahLst/>
            <a:cxnLst/>
            <a:rect l="l" t="t" r="r" b="b"/>
            <a:pathLst>
              <a:path w="1509395" h="379730">
                <a:moveTo>
                  <a:pt x="78112" y="5051"/>
                </a:moveTo>
                <a:lnTo>
                  <a:pt x="0" y="5051"/>
                </a:lnTo>
                <a:lnTo>
                  <a:pt x="0" y="374505"/>
                </a:lnTo>
                <a:lnTo>
                  <a:pt x="236501" y="374505"/>
                </a:lnTo>
                <a:lnTo>
                  <a:pt x="236501" y="310103"/>
                </a:lnTo>
                <a:lnTo>
                  <a:pt x="78112" y="310103"/>
                </a:lnTo>
                <a:lnTo>
                  <a:pt x="78112" y="5051"/>
                </a:lnTo>
                <a:close/>
              </a:path>
              <a:path w="1509395" h="379730">
                <a:moveTo>
                  <a:pt x="440350" y="0"/>
                </a:moveTo>
                <a:lnTo>
                  <a:pt x="393627" y="5592"/>
                </a:lnTo>
                <a:lnTo>
                  <a:pt x="351955" y="22369"/>
                </a:lnTo>
                <a:lnTo>
                  <a:pt x="316913" y="49609"/>
                </a:lnTo>
                <a:lnTo>
                  <a:pt x="290079" y="86951"/>
                </a:lnTo>
                <a:lnTo>
                  <a:pt x="273031" y="133855"/>
                </a:lnTo>
                <a:lnTo>
                  <a:pt x="267349" y="189778"/>
                </a:lnTo>
                <a:lnTo>
                  <a:pt x="268782" y="218867"/>
                </a:lnTo>
                <a:lnTo>
                  <a:pt x="280135" y="270111"/>
                </a:lnTo>
                <a:lnTo>
                  <a:pt x="302470" y="312369"/>
                </a:lnTo>
                <a:lnTo>
                  <a:pt x="333408" y="344751"/>
                </a:lnTo>
                <a:lnTo>
                  <a:pt x="372160" y="366974"/>
                </a:lnTo>
                <a:lnTo>
                  <a:pt x="416357" y="378158"/>
                </a:lnTo>
                <a:lnTo>
                  <a:pt x="440350" y="379556"/>
                </a:lnTo>
                <a:lnTo>
                  <a:pt x="464247" y="378158"/>
                </a:lnTo>
                <a:lnTo>
                  <a:pt x="508202" y="367075"/>
                </a:lnTo>
                <a:lnTo>
                  <a:pt x="547011" y="344931"/>
                </a:lnTo>
                <a:lnTo>
                  <a:pt x="578039" y="312550"/>
                </a:lnTo>
                <a:lnTo>
                  <a:pt x="579336" y="310464"/>
                </a:lnTo>
                <a:lnTo>
                  <a:pt x="440350" y="310464"/>
                </a:lnTo>
                <a:lnTo>
                  <a:pt x="426640" y="309596"/>
                </a:lnTo>
                <a:lnTo>
                  <a:pt x="380954" y="288816"/>
                </a:lnTo>
                <a:lnTo>
                  <a:pt x="358089" y="255803"/>
                </a:lnTo>
                <a:lnTo>
                  <a:pt x="347265" y="208584"/>
                </a:lnTo>
                <a:lnTo>
                  <a:pt x="346544" y="189778"/>
                </a:lnTo>
                <a:lnTo>
                  <a:pt x="347265" y="170971"/>
                </a:lnTo>
                <a:lnTo>
                  <a:pt x="358089" y="123752"/>
                </a:lnTo>
                <a:lnTo>
                  <a:pt x="380954" y="90740"/>
                </a:lnTo>
                <a:lnTo>
                  <a:pt x="426640" y="69960"/>
                </a:lnTo>
                <a:lnTo>
                  <a:pt x="440350" y="69092"/>
                </a:lnTo>
                <a:lnTo>
                  <a:pt x="579330" y="69092"/>
                </a:lnTo>
                <a:lnTo>
                  <a:pt x="578039" y="67017"/>
                </a:lnTo>
                <a:lnTo>
                  <a:pt x="547011" y="34726"/>
                </a:lnTo>
                <a:lnTo>
                  <a:pt x="508202" y="12582"/>
                </a:lnTo>
                <a:lnTo>
                  <a:pt x="464185" y="1398"/>
                </a:lnTo>
                <a:lnTo>
                  <a:pt x="440350" y="0"/>
                </a:lnTo>
                <a:close/>
              </a:path>
              <a:path w="1509395" h="379730">
                <a:moveTo>
                  <a:pt x="579330" y="69092"/>
                </a:moveTo>
                <a:lnTo>
                  <a:pt x="440350" y="69092"/>
                </a:lnTo>
                <a:lnTo>
                  <a:pt x="454061" y="69960"/>
                </a:lnTo>
                <a:lnTo>
                  <a:pt x="466869" y="72565"/>
                </a:lnTo>
                <a:lnTo>
                  <a:pt x="508496" y="100120"/>
                </a:lnTo>
                <a:lnTo>
                  <a:pt x="527561" y="137959"/>
                </a:lnTo>
                <a:lnTo>
                  <a:pt x="534157" y="189778"/>
                </a:lnTo>
                <a:lnTo>
                  <a:pt x="533424" y="208584"/>
                </a:lnTo>
                <a:lnTo>
                  <a:pt x="522431" y="255803"/>
                </a:lnTo>
                <a:lnTo>
                  <a:pt x="499735" y="288816"/>
                </a:lnTo>
                <a:lnTo>
                  <a:pt x="454061" y="309596"/>
                </a:lnTo>
                <a:lnTo>
                  <a:pt x="440350" y="310464"/>
                </a:lnTo>
                <a:lnTo>
                  <a:pt x="579336" y="310464"/>
                </a:lnTo>
                <a:lnTo>
                  <a:pt x="600465" y="270280"/>
                </a:lnTo>
                <a:lnTo>
                  <a:pt x="611924" y="218788"/>
                </a:lnTo>
                <a:lnTo>
                  <a:pt x="613352" y="189778"/>
                </a:lnTo>
                <a:lnTo>
                  <a:pt x="611920" y="160689"/>
                </a:lnTo>
                <a:lnTo>
                  <a:pt x="607624" y="133855"/>
                </a:lnTo>
                <a:lnTo>
                  <a:pt x="600465" y="109275"/>
                </a:lnTo>
                <a:lnTo>
                  <a:pt x="590441" y="86951"/>
                </a:lnTo>
                <a:lnTo>
                  <a:pt x="579330" y="69092"/>
                </a:lnTo>
                <a:close/>
              </a:path>
              <a:path w="1509395" h="379730">
                <a:moveTo>
                  <a:pt x="837541" y="0"/>
                </a:moveTo>
                <a:lnTo>
                  <a:pt x="785553" y="7204"/>
                </a:lnTo>
                <a:lnTo>
                  <a:pt x="740081" y="28547"/>
                </a:lnTo>
                <a:lnTo>
                  <a:pt x="703348" y="63094"/>
                </a:lnTo>
                <a:lnTo>
                  <a:pt x="677709" y="110042"/>
                </a:lnTo>
                <a:lnTo>
                  <a:pt x="667967" y="147655"/>
                </a:lnTo>
                <a:lnTo>
                  <a:pt x="664720" y="190139"/>
                </a:lnTo>
                <a:lnTo>
                  <a:pt x="666084" y="218371"/>
                </a:lnTo>
                <a:lnTo>
                  <a:pt x="676998" y="268882"/>
                </a:lnTo>
                <a:lnTo>
                  <a:pt x="698635" y="311152"/>
                </a:lnTo>
                <a:lnTo>
                  <a:pt x="729302" y="343894"/>
                </a:lnTo>
                <a:lnTo>
                  <a:pt x="768336" y="366669"/>
                </a:lnTo>
                <a:lnTo>
                  <a:pt x="813977" y="378124"/>
                </a:lnTo>
                <a:lnTo>
                  <a:pt x="839165" y="379556"/>
                </a:lnTo>
                <a:lnTo>
                  <a:pt x="861782" y="378384"/>
                </a:lnTo>
                <a:lnTo>
                  <a:pt x="903093" y="369003"/>
                </a:lnTo>
                <a:lnTo>
                  <a:pt x="938857" y="350332"/>
                </a:lnTo>
                <a:lnTo>
                  <a:pt x="967179" y="323453"/>
                </a:lnTo>
                <a:lnTo>
                  <a:pt x="976082" y="310464"/>
                </a:lnTo>
                <a:lnTo>
                  <a:pt x="839525" y="310464"/>
                </a:lnTo>
                <a:lnTo>
                  <a:pt x="825398" y="309585"/>
                </a:lnTo>
                <a:lnTo>
                  <a:pt x="788834" y="296393"/>
                </a:lnTo>
                <a:lnTo>
                  <a:pt x="762112" y="267811"/>
                </a:lnTo>
                <a:lnTo>
                  <a:pt x="746846" y="225136"/>
                </a:lnTo>
                <a:lnTo>
                  <a:pt x="743915" y="189417"/>
                </a:lnTo>
                <a:lnTo>
                  <a:pt x="744659" y="170859"/>
                </a:lnTo>
                <a:lnTo>
                  <a:pt x="755821" y="124113"/>
                </a:lnTo>
                <a:lnTo>
                  <a:pt x="778957" y="90999"/>
                </a:lnTo>
                <a:lnTo>
                  <a:pt x="825071" y="69971"/>
                </a:lnTo>
                <a:lnTo>
                  <a:pt x="838804" y="69092"/>
                </a:lnTo>
                <a:lnTo>
                  <a:pt x="975045" y="69092"/>
                </a:lnTo>
                <a:lnTo>
                  <a:pt x="971272" y="63263"/>
                </a:lnTo>
                <a:lnTo>
                  <a:pt x="943976" y="34816"/>
                </a:lnTo>
                <a:lnTo>
                  <a:pt x="909136" y="14183"/>
                </a:lnTo>
                <a:lnTo>
                  <a:pt x="867848" y="2300"/>
                </a:lnTo>
                <a:lnTo>
                  <a:pt x="852965" y="575"/>
                </a:lnTo>
                <a:lnTo>
                  <a:pt x="837541" y="0"/>
                </a:lnTo>
                <a:close/>
              </a:path>
              <a:path w="1509395" h="379730">
                <a:moveTo>
                  <a:pt x="923771" y="233254"/>
                </a:moveTo>
                <a:lnTo>
                  <a:pt x="913669" y="274204"/>
                </a:lnTo>
                <a:lnTo>
                  <a:pt x="884805" y="301083"/>
                </a:lnTo>
                <a:lnTo>
                  <a:pt x="839525" y="310464"/>
                </a:lnTo>
                <a:lnTo>
                  <a:pt x="976082" y="310464"/>
                </a:lnTo>
                <a:lnTo>
                  <a:pt x="993856" y="268612"/>
                </a:lnTo>
                <a:lnTo>
                  <a:pt x="998326" y="235599"/>
                </a:lnTo>
                <a:lnTo>
                  <a:pt x="939646" y="235599"/>
                </a:lnTo>
                <a:lnTo>
                  <a:pt x="923771" y="233254"/>
                </a:lnTo>
                <a:close/>
              </a:path>
              <a:path w="1509395" h="379730">
                <a:moveTo>
                  <a:pt x="998997" y="176789"/>
                </a:moveTo>
                <a:lnTo>
                  <a:pt x="844396" y="176789"/>
                </a:lnTo>
                <a:lnTo>
                  <a:pt x="844396" y="235599"/>
                </a:lnTo>
                <a:lnTo>
                  <a:pt x="923642" y="235599"/>
                </a:lnTo>
                <a:lnTo>
                  <a:pt x="923771" y="233254"/>
                </a:lnTo>
                <a:lnTo>
                  <a:pt x="998454" y="233254"/>
                </a:lnTo>
                <a:lnTo>
                  <a:pt x="998898" y="225136"/>
                </a:lnTo>
                <a:lnTo>
                  <a:pt x="998997" y="176789"/>
                </a:lnTo>
                <a:close/>
              </a:path>
              <a:path w="1509395" h="379730">
                <a:moveTo>
                  <a:pt x="998454" y="233254"/>
                </a:moveTo>
                <a:lnTo>
                  <a:pt x="923771" y="233254"/>
                </a:lnTo>
                <a:lnTo>
                  <a:pt x="939646" y="235599"/>
                </a:lnTo>
                <a:lnTo>
                  <a:pt x="998326" y="235599"/>
                </a:lnTo>
                <a:lnTo>
                  <a:pt x="998454" y="233254"/>
                </a:lnTo>
                <a:close/>
              </a:path>
              <a:path w="1509395" h="379730">
                <a:moveTo>
                  <a:pt x="975045" y="69092"/>
                </a:moveTo>
                <a:lnTo>
                  <a:pt x="838804" y="69092"/>
                </a:lnTo>
                <a:lnTo>
                  <a:pt x="846211" y="69329"/>
                </a:lnTo>
                <a:lnTo>
                  <a:pt x="853281" y="70039"/>
                </a:lnTo>
                <a:lnTo>
                  <a:pt x="888774" y="83884"/>
                </a:lnTo>
                <a:lnTo>
                  <a:pt x="895389" y="88575"/>
                </a:lnTo>
                <a:lnTo>
                  <a:pt x="916194" y="124474"/>
                </a:lnTo>
                <a:lnTo>
                  <a:pt x="995569" y="124474"/>
                </a:lnTo>
                <a:lnTo>
                  <a:pt x="993078" y="111057"/>
                </a:lnTo>
                <a:lnTo>
                  <a:pt x="989391" y="98226"/>
                </a:lnTo>
                <a:lnTo>
                  <a:pt x="984509" y="85982"/>
                </a:lnTo>
                <a:lnTo>
                  <a:pt x="978432" y="74323"/>
                </a:lnTo>
                <a:lnTo>
                  <a:pt x="975045" y="69092"/>
                </a:lnTo>
                <a:close/>
              </a:path>
              <a:path w="1509395" h="379730">
                <a:moveTo>
                  <a:pt x="1135784" y="5051"/>
                </a:moveTo>
                <a:lnTo>
                  <a:pt x="1057671" y="5051"/>
                </a:lnTo>
                <a:lnTo>
                  <a:pt x="1057671" y="374505"/>
                </a:lnTo>
                <a:lnTo>
                  <a:pt x="1135784" y="374505"/>
                </a:lnTo>
                <a:lnTo>
                  <a:pt x="1135784" y="5051"/>
                </a:lnTo>
                <a:close/>
              </a:path>
              <a:path w="1509395" h="379730">
                <a:moveTo>
                  <a:pt x="1268601" y="5051"/>
                </a:moveTo>
                <a:lnTo>
                  <a:pt x="1200050" y="5051"/>
                </a:lnTo>
                <a:lnTo>
                  <a:pt x="1200050" y="374505"/>
                </a:lnTo>
                <a:lnTo>
                  <a:pt x="1278163" y="374505"/>
                </a:lnTo>
                <a:lnTo>
                  <a:pt x="1278163" y="141973"/>
                </a:lnTo>
                <a:lnTo>
                  <a:pt x="1362576" y="141973"/>
                </a:lnTo>
                <a:lnTo>
                  <a:pt x="1268601" y="5051"/>
                </a:lnTo>
                <a:close/>
              </a:path>
              <a:path w="1509395" h="379730">
                <a:moveTo>
                  <a:pt x="1362576" y="141973"/>
                </a:moveTo>
                <a:lnTo>
                  <a:pt x="1280868" y="141973"/>
                </a:lnTo>
                <a:lnTo>
                  <a:pt x="1441603" y="374505"/>
                </a:lnTo>
                <a:lnTo>
                  <a:pt x="1509072" y="374505"/>
                </a:lnTo>
                <a:lnTo>
                  <a:pt x="1509072" y="237403"/>
                </a:lnTo>
                <a:lnTo>
                  <a:pt x="1428073" y="237403"/>
                </a:lnTo>
                <a:lnTo>
                  <a:pt x="1362576" y="141973"/>
                </a:lnTo>
                <a:close/>
              </a:path>
              <a:path w="1509395" h="379730">
                <a:moveTo>
                  <a:pt x="1509072" y="5051"/>
                </a:moveTo>
                <a:lnTo>
                  <a:pt x="1431320" y="5051"/>
                </a:lnTo>
                <a:lnTo>
                  <a:pt x="1431320" y="237403"/>
                </a:lnTo>
                <a:lnTo>
                  <a:pt x="1509072" y="237403"/>
                </a:lnTo>
                <a:lnTo>
                  <a:pt x="1509072" y="5051"/>
                </a:lnTo>
                <a:close/>
              </a:path>
            </a:pathLst>
          </a:custGeom>
          <a:solidFill>
            <a:srgbClr val="D7B63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0" name="object 10"/>
          <p:cNvSpPr/>
          <p:nvPr/>
        </p:nvSpPr>
        <p:spPr>
          <a:xfrm>
            <a:off x="5556740" y="2447819"/>
            <a:ext cx="1004756" cy="230407"/>
          </a:xfrm>
          <a:custGeom>
            <a:avLst/>
            <a:gdLst/>
            <a:ahLst/>
            <a:cxnLst/>
            <a:rect l="l" t="t" r="r" b="b"/>
            <a:pathLst>
              <a:path w="1412240" h="323850">
                <a:moveTo>
                  <a:pt x="35790" y="23090"/>
                </a:moveTo>
                <a:lnTo>
                  <a:pt x="0" y="23090"/>
                </a:lnTo>
                <a:lnTo>
                  <a:pt x="0" y="218786"/>
                </a:lnTo>
                <a:lnTo>
                  <a:pt x="7955" y="260593"/>
                </a:lnTo>
                <a:lnTo>
                  <a:pt x="31317" y="294084"/>
                </a:lnTo>
                <a:lnTo>
                  <a:pt x="67739" y="316219"/>
                </a:lnTo>
                <a:lnTo>
                  <a:pt x="114877" y="323850"/>
                </a:lnTo>
                <a:lnTo>
                  <a:pt x="131708" y="323002"/>
                </a:lnTo>
                <a:lnTo>
                  <a:pt x="175490" y="310284"/>
                </a:lnTo>
                <a:lnTo>
                  <a:pt x="201855" y="290368"/>
                </a:lnTo>
                <a:lnTo>
                  <a:pt x="114877" y="290368"/>
                </a:lnTo>
                <a:lnTo>
                  <a:pt x="102971" y="289772"/>
                </a:lnTo>
                <a:lnTo>
                  <a:pt x="64149" y="275566"/>
                </a:lnTo>
                <a:lnTo>
                  <a:pt x="38172" y="236357"/>
                </a:lnTo>
                <a:lnTo>
                  <a:pt x="35790" y="215900"/>
                </a:lnTo>
                <a:lnTo>
                  <a:pt x="35790" y="23090"/>
                </a:lnTo>
                <a:close/>
              </a:path>
              <a:path w="1412240" h="323850">
                <a:moveTo>
                  <a:pt x="229754" y="23090"/>
                </a:moveTo>
                <a:lnTo>
                  <a:pt x="193963" y="23090"/>
                </a:lnTo>
                <a:lnTo>
                  <a:pt x="193963" y="215900"/>
                </a:lnTo>
                <a:lnTo>
                  <a:pt x="193368" y="226426"/>
                </a:lnTo>
                <a:lnTo>
                  <a:pt x="179225" y="262361"/>
                </a:lnTo>
                <a:lnTo>
                  <a:pt x="147998" y="285010"/>
                </a:lnTo>
                <a:lnTo>
                  <a:pt x="114877" y="290368"/>
                </a:lnTo>
                <a:lnTo>
                  <a:pt x="201855" y="290368"/>
                </a:lnTo>
                <a:lnTo>
                  <a:pt x="226182" y="247469"/>
                </a:lnTo>
                <a:lnTo>
                  <a:pt x="229754" y="218786"/>
                </a:lnTo>
                <a:lnTo>
                  <a:pt x="229754" y="23090"/>
                </a:lnTo>
                <a:close/>
              </a:path>
              <a:path w="1412240" h="323850">
                <a:moveTo>
                  <a:pt x="319123" y="257463"/>
                </a:moveTo>
                <a:lnTo>
                  <a:pt x="286940" y="265509"/>
                </a:lnTo>
                <a:lnTo>
                  <a:pt x="286888" y="265852"/>
                </a:lnTo>
                <a:lnTo>
                  <a:pt x="290774" y="278840"/>
                </a:lnTo>
                <a:lnTo>
                  <a:pt x="314938" y="308552"/>
                </a:lnTo>
                <a:lnTo>
                  <a:pt x="354851" y="322352"/>
                </a:lnTo>
                <a:lnTo>
                  <a:pt x="371078" y="323272"/>
                </a:lnTo>
                <a:lnTo>
                  <a:pt x="383597" y="322731"/>
                </a:lnTo>
                <a:lnTo>
                  <a:pt x="425594" y="309887"/>
                </a:lnTo>
                <a:lnTo>
                  <a:pt x="444766" y="293254"/>
                </a:lnTo>
                <a:lnTo>
                  <a:pt x="370500" y="293254"/>
                </a:lnTo>
                <a:lnTo>
                  <a:pt x="360533" y="292695"/>
                </a:lnTo>
                <a:lnTo>
                  <a:pt x="325798" y="273122"/>
                </a:lnTo>
                <a:lnTo>
                  <a:pt x="321946" y="265852"/>
                </a:lnTo>
                <a:lnTo>
                  <a:pt x="319123" y="257463"/>
                </a:lnTo>
                <a:close/>
              </a:path>
              <a:path w="1412240" h="323850">
                <a:moveTo>
                  <a:pt x="375119" y="94095"/>
                </a:moveTo>
                <a:lnTo>
                  <a:pt x="333266" y="102321"/>
                </a:lnTo>
                <a:lnTo>
                  <a:pt x="299649" y="132466"/>
                </a:lnTo>
                <a:lnTo>
                  <a:pt x="293723" y="158172"/>
                </a:lnTo>
                <a:lnTo>
                  <a:pt x="294607" y="169167"/>
                </a:lnTo>
                <a:lnTo>
                  <a:pt x="316020" y="203497"/>
                </a:lnTo>
                <a:lnTo>
                  <a:pt x="352605" y="218786"/>
                </a:lnTo>
                <a:lnTo>
                  <a:pt x="389550" y="227445"/>
                </a:lnTo>
                <a:lnTo>
                  <a:pt x="397380" y="229646"/>
                </a:lnTo>
                <a:lnTo>
                  <a:pt x="422455" y="250921"/>
                </a:lnTo>
                <a:lnTo>
                  <a:pt x="422455" y="258618"/>
                </a:lnTo>
                <a:lnTo>
                  <a:pt x="391859" y="290728"/>
                </a:lnTo>
                <a:lnTo>
                  <a:pt x="370500" y="293254"/>
                </a:lnTo>
                <a:lnTo>
                  <a:pt x="444766" y="293254"/>
                </a:lnTo>
                <a:lnTo>
                  <a:pt x="457669" y="256886"/>
                </a:lnTo>
                <a:lnTo>
                  <a:pt x="456758" y="245800"/>
                </a:lnTo>
                <a:lnTo>
                  <a:pt x="434857" y="211976"/>
                </a:lnTo>
                <a:lnTo>
                  <a:pt x="398787" y="196850"/>
                </a:lnTo>
                <a:lnTo>
                  <a:pt x="365882" y="188768"/>
                </a:lnTo>
                <a:lnTo>
                  <a:pt x="356718" y="186161"/>
                </a:lnTo>
                <a:lnTo>
                  <a:pt x="327782" y="164907"/>
                </a:lnTo>
                <a:lnTo>
                  <a:pt x="327782" y="156440"/>
                </a:lnTo>
                <a:lnTo>
                  <a:pt x="356465" y="125881"/>
                </a:lnTo>
                <a:lnTo>
                  <a:pt x="375119" y="123536"/>
                </a:lnTo>
                <a:lnTo>
                  <a:pt x="441517" y="123536"/>
                </a:lnTo>
                <a:lnTo>
                  <a:pt x="435552" y="116320"/>
                </a:lnTo>
                <a:lnTo>
                  <a:pt x="426784" y="108527"/>
                </a:lnTo>
                <a:lnTo>
                  <a:pt x="416520" y="102213"/>
                </a:lnTo>
                <a:lnTo>
                  <a:pt x="404487" y="97703"/>
                </a:lnTo>
                <a:lnTo>
                  <a:pt x="390687" y="94997"/>
                </a:lnTo>
                <a:lnTo>
                  <a:pt x="375119" y="94095"/>
                </a:lnTo>
                <a:close/>
              </a:path>
              <a:path w="1412240" h="323850">
                <a:moveTo>
                  <a:pt x="441517" y="123536"/>
                </a:moveTo>
                <a:lnTo>
                  <a:pt x="385028" y="123536"/>
                </a:lnTo>
                <a:lnTo>
                  <a:pt x="393158" y="125123"/>
                </a:lnTo>
                <a:lnTo>
                  <a:pt x="405858" y="131473"/>
                </a:lnTo>
                <a:lnTo>
                  <a:pt x="410861" y="135514"/>
                </a:lnTo>
                <a:lnTo>
                  <a:pt x="414574" y="140493"/>
                </a:lnTo>
                <a:lnTo>
                  <a:pt x="418270" y="145232"/>
                </a:lnTo>
                <a:lnTo>
                  <a:pt x="421108" y="150187"/>
                </a:lnTo>
                <a:lnTo>
                  <a:pt x="423032" y="155286"/>
                </a:lnTo>
                <a:lnTo>
                  <a:pt x="453628" y="146627"/>
                </a:lnTo>
                <a:lnTo>
                  <a:pt x="448973" y="135370"/>
                </a:lnTo>
                <a:lnTo>
                  <a:pt x="442948" y="125268"/>
                </a:lnTo>
                <a:lnTo>
                  <a:pt x="441517" y="123536"/>
                </a:lnTo>
                <a:close/>
              </a:path>
              <a:path w="1412240" h="323850">
                <a:moveTo>
                  <a:pt x="542997" y="96981"/>
                </a:moveTo>
                <a:lnTo>
                  <a:pt x="508938" y="96981"/>
                </a:lnTo>
                <a:lnTo>
                  <a:pt x="508943" y="237953"/>
                </a:lnTo>
                <a:lnTo>
                  <a:pt x="518174" y="284739"/>
                </a:lnTo>
                <a:lnTo>
                  <a:pt x="551944" y="316426"/>
                </a:lnTo>
                <a:lnTo>
                  <a:pt x="580519" y="321540"/>
                </a:lnTo>
                <a:lnTo>
                  <a:pt x="592534" y="320810"/>
                </a:lnTo>
                <a:lnTo>
                  <a:pt x="629768" y="303618"/>
                </a:lnTo>
                <a:lnTo>
                  <a:pt x="642231" y="288636"/>
                </a:lnTo>
                <a:lnTo>
                  <a:pt x="591488" y="288636"/>
                </a:lnTo>
                <a:lnTo>
                  <a:pt x="581349" y="287734"/>
                </a:lnTo>
                <a:lnTo>
                  <a:pt x="546388" y="257319"/>
                </a:lnTo>
                <a:lnTo>
                  <a:pt x="542997" y="235527"/>
                </a:lnTo>
                <a:lnTo>
                  <a:pt x="542997" y="96981"/>
                </a:lnTo>
                <a:close/>
              </a:path>
              <a:path w="1412240" h="323850">
                <a:moveTo>
                  <a:pt x="682697" y="281131"/>
                </a:moveTo>
                <a:lnTo>
                  <a:pt x="648638" y="281131"/>
                </a:lnTo>
                <a:lnTo>
                  <a:pt x="648638" y="318654"/>
                </a:lnTo>
                <a:lnTo>
                  <a:pt x="682697" y="318654"/>
                </a:lnTo>
                <a:lnTo>
                  <a:pt x="682697" y="281131"/>
                </a:lnTo>
                <a:close/>
              </a:path>
              <a:path w="1412240" h="323850">
                <a:moveTo>
                  <a:pt x="682697" y="96981"/>
                </a:moveTo>
                <a:lnTo>
                  <a:pt x="648638" y="96981"/>
                </a:lnTo>
                <a:lnTo>
                  <a:pt x="648638" y="228022"/>
                </a:lnTo>
                <a:lnTo>
                  <a:pt x="648069" y="237953"/>
                </a:lnTo>
                <a:lnTo>
                  <a:pt x="629515" y="273915"/>
                </a:lnTo>
                <a:lnTo>
                  <a:pt x="591488" y="288636"/>
                </a:lnTo>
                <a:lnTo>
                  <a:pt x="642231" y="288636"/>
                </a:lnTo>
                <a:lnTo>
                  <a:pt x="646328" y="281131"/>
                </a:lnTo>
                <a:lnTo>
                  <a:pt x="682697" y="281131"/>
                </a:lnTo>
                <a:lnTo>
                  <a:pt x="682697" y="96981"/>
                </a:lnTo>
                <a:close/>
              </a:path>
              <a:path w="1412240" h="323850">
                <a:moveTo>
                  <a:pt x="899279" y="124113"/>
                </a:moveTo>
                <a:lnTo>
                  <a:pt x="831092" y="124113"/>
                </a:lnTo>
                <a:lnTo>
                  <a:pt x="842105" y="124853"/>
                </a:lnTo>
                <a:lnTo>
                  <a:pt x="851621" y="127072"/>
                </a:lnTo>
                <a:lnTo>
                  <a:pt x="877120" y="159056"/>
                </a:lnTo>
                <a:lnTo>
                  <a:pt x="877851" y="169140"/>
                </a:lnTo>
                <a:lnTo>
                  <a:pt x="877851" y="175779"/>
                </a:lnTo>
                <a:lnTo>
                  <a:pt x="875879" y="179628"/>
                </a:lnTo>
                <a:lnTo>
                  <a:pt x="871934" y="181840"/>
                </a:lnTo>
                <a:lnTo>
                  <a:pt x="868085" y="184053"/>
                </a:lnTo>
                <a:lnTo>
                  <a:pt x="861928" y="185641"/>
                </a:lnTo>
                <a:lnTo>
                  <a:pt x="846705" y="187334"/>
                </a:lnTo>
                <a:lnTo>
                  <a:pt x="820701" y="190500"/>
                </a:lnTo>
                <a:lnTo>
                  <a:pt x="782547" y="197860"/>
                </a:lnTo>
                <a:lnTo>
                  <a:pt x="746260" y="219183"/>
                </a:lnTo>
                <a:lnTo>
                  <a:pt x="734792" y="257463"/>
                </a:lnTo>
                <a:lnTo>
                  <a:pt x="735319" y="266158"/>
                </a:lnTo>
                <a:lnTo>
                  <a:pt x="756660" y="306062"/>
                </a:lnTo>
                <a:lnTo>
                  <a:pt x="800018" y="323353"/>
                </a:lnTo>
                <a:lnTo>
                  <a:pt x="810310" y="323850"/>
                </a:lnTo>
                <a:lnTo>
                  <a:pt x="819610" y="323489"/>
                </a:lnTo>
                <a:lnTo>
                  <a:pt x="860199" y="308038"/>
                </a:lnTo>
                <a:lnTo>
                  <a:pt x="873902" y="293254"/>
                </a:lnTo>
                <a:lnTo>
                  <a:pt x="815505" y="293254"/>
                </a:lnTo>
                <a:lnTo>
                  <a:pt x="805678" y="292677"/>
                </a:lnTo>
                <a:lnTo>
                  <a:pt x="772030" y="273050"/>
                </a:lnTo>
                <a:lnTo>
                  <a:pt x="768746" y="248804"/>
                </a:lnTo>
                <a:lnTo>
                  <a:pt x="771055" y="241973"/>
                </a:lnTo>
                <a:lnTo>
                  <a:pt x="806125" y="222213"/>
                </a:lnTo>
                <a:lnTo>
                  <a:pt x="833257" y="218209"/>
                </a:lnTo>
                <a:lnTo>
                  <a:pt x="839222" y="217439"/>
                </a:lnTo>
                <a:lnTo>
                  <a:pt x="876408" y="208972"/>
                </a:lnTo>
                <a:lnTo>
                  <a:pt x="877851" y="207240"/>
                </a:lnTo>
                <a:lnTo>
                  <a:pt x="911910" y="207240"/>
                </a:lnTo>
                <a:lnTo>
                  <a:pt x="911910" y="172604"/>
                </a:lnTo>
                <a:lnTo>
                  <a:pt x="911369" y="160066"/>
                </a:lnTo>
                <a:lnTo>
                  <a:pt x="909745" y="148864"/>
                </a:lnTo>
                <a:lnTo>
                  <a:pt x="907039" y="138996"/>
                </a:lnTo>
                <a:lnTo>
                  <a:pt x="903251" y="130463"/>
                </a:lnTo>
                <a:lnTo>
                  <a:pt x="899279" y="124113"/>
                </a:lnTo>
                <a:close/>
              </a:path>
              <a:path w="1412240" h="323850">
                <a:moveTo>
                  <a:pt x="911910" y="288636"/>
                </a:moveTo>
                <a:lnTo>
                  <a:pt x="877851" y="288636"/>
                </a:lnTo>
                <a:lnTo>
                  <a:pt x="877851" y="318654"/>
                </a:lnTo>
                <a:lnTo>
                  <a:pt x="911910" y="318654"/>
                </a:lnTo>
                <a:lnTo>
                  <a:pt x="911910" y="288636"/>
                </a:lnTo>
                <a:close/>
              </a:path>
              <a:path w="1412240" h="323850">
                <a:moveTo>
                  <a:pt x="911910" y="207240"/>
                </a:moveTo>
                <a:lnTo>
                  <a:pt x="877851" y="207240"/>
                </a:lnTo>
                <a:lnTo>
                  <a:pt x="877846" y="238485"/>
                </a:lnTo>
                <a:lnTo>
                  <a:pt x="877400" y="245259"/>
                </a:lnTo>
                <a:lnTo>
                  <a:pt x="856131" y="281059"/>
                </a:lnTo>
                <a:lnTo>
                  <a:pt x="815505" y="293254"/>
                </a:lnTo>
                <a:lnTo>
                  <a:pt x="873902" y="293254"/>
                </a:lnTo>
                <a:lnTo>
                  <a:pt x="876119" y="288636"/>
                </a:lnTo>
                <a:lnTo>
                  <a:pt x="911910" y="288636"/>
                </a:lnTo>
                <a:lnTo>
                  <a:pt x="911910" y="207240"/>
                </a:lnTo>
                <a:close/>
              </a:path>
              <a:path w="1412240" h="323850">
                <a:moveTo>
                  <a:pt x="837057" y="94095"/>
                </a:moveTo>
                <a:lnTo>
                  <a:pt x="829937" y="94095"/>
                </a:lnTo>
                <a:lnTo>
                  <a:pt x="821531" y="94384"/>
                </a:lnTo>
                <a:lnTo>
                  <a:pt x="779354" y="104919"/>
                </a:lnTo>
                <a:lnTo>
                  <a:pt x="745728" y="136506"/>
                </a:lnTo>
                <a:lnTo>
                  <a:pt x="741037" y="146050"/>
                </a:lnTo>
                <a:lnTo>
                  <a:pt x="773365" y="157595"/>
                </a:lnTo>
                <a:lnTo>
                  <a:pt x="776693" y="151624"/>
                </a:lnTo>
                <a:lnTo>
                  <a:pt x="781050" y="145833"/>
                </a:lnTo>
                <a:lnTo>
                  <a:pt x="819555" y="124781"/>
                </a:lnTo>
                <a:lnTo>
                  <a:pt x="831092" y="124113"/>
                </a:lnTo>
                <a:lnTo>
                  <a:pt x="899279" y="124113"/>
                </a:lnTo>
                <a:lnTo>
                  <a:pt x="898642" y="123094"/>
                </a:lnTo>
                <a:lnTo>
                  <a:pt x="861408" y="98253"/>
                </a:lnTo>
                <a:lnTo>
                  <a:pt x="845235" y="94961"/>
                </a:lnTo>
                <a:lnTo>
                  <a:pt x="837057" y="94095"/>
                </a:lnTo>
                <a:close/>
              </a:path>
              <a:path w="1412240" h="323850">
                <a:moveTo>
                  <a:pt x="891705" y="0"/>
                </a:moveTo>
                <a:lnTo>
                  <a:pt x="851874" y="0"/>
                </a:lnTo>
                <a:lnTo>
                  <a:pt x="816660" y="66963"/>
                </a:lnTo>
                <a:lnTo>
                  <a:pt x="846678" y="66963"/>
                </a:lnTo>
                <a:lnTo>
                  <a:pt x="891705" y="0"/>
                </a:lnTo>
                <a:close/>
              </a:path>
              <a:path w="1412240" h="323850">
                <a:moveTo>
                  <a:pt x="1006980" y="96981"/>
                </a:moveTo>
                <a:lnTo>
                  <a:pt x="974075" y="96981"/>
                </a:lnTo>
                <a:lnTo>
                  <a:pt x="974075" y="318654"/>
                </a:lnTo>
                <a:lnTo>
                  <a:pt x="1008134" y="318654"/>
                </a:lnTo>
                <a:lnTo>
                  <a:pt x="1008134" y="178377"/>
                </a:lnTo>
                <a:lnTo>
                  <a:pt x="1008585" y="171080"/>
                </a:lnTo>
                <a:lnTo>
                  <a:pt x="1029313" y="136849"/>
                </a:lnTo>
                <a:lnTo>
                  <a:pt x="1041333" y="130463"/>
                </a:lnTo>
                <a:lnTo>
                  <a:pt x="1006980" y="130463"/>
                </a:lnTo>
                <a:lnTo>
                  <a:pt x="1006980" y="96981"/>
                </a:lnTo>
                <a:close/>
              </a:path>
              <a:path w="1412240" h="323850">
                <a:moveTo>
                  <a:pt x="1069517" y="93518"/>
                </a:moveTo>
                <a:lnTo>
                  <a:pt x="1067016" y="93518"/>
                </a:lnTo>
                <a:lnTo>
                  <a:pt x="1057311" y="94158"/>
                </a:lnTo>
                <a:lnTo>
                  <a:pt x="1017803" y="115562"/>
                </a:lnTo>
                <a:lnTo>
                  <a:pt x="1009289" y="130463"/>
                </a:lnTo>
                <a:lnTo>
                  <a:pt x="1041333" y="130463"/>
                </a:lnTo>
                <a:lnTo>
                  <a:pt x="1041832" y="130238"/>
                </a:lnTo>
                <a:lnTo>
                  <a:pt x="1048832" y="128118"/>
                </a:lnTo>
                <a:lnTo>
                  <a:pt x="1056264" y="126846"/>
                </a:lnTo>
                <a:lnTo>
                  <a:pt x="1064130" y="126422"/>
                </a:lnTo>
                <a:lnTo>
                  <a:pt x="1084911" y="126422"/>
                </a:lnTo>
                <a:lnTo>
                  <a:pt x="1084911" y="94095"/>
                </a:lnTo>
                <a:lnTo>
                  <a:pt x="1082987" y="93903"/>
                </a:lnTo>
                <a:lnTo>
                  <a:pt x="1080149" y="93758"/>
                </a:lnTo>
                <a:lnTo>
                  <a:pt x="1072644" y="93566"/>
                </a:lnTo>
                <a:lnTo>
                  <a:pt x="1069517" y="93518"/>
                </a:lnTo>
                <a:close/>
              </a:path>
              <a:path w="1412240" h="323850">
                <a:moveTo>
                  <a:pt x="1084911" y="126422"/>
                </a:moveTo>
                <a:lnTo>
                  <a:pt x="1068652" y="126422"/>
                </a:lnTo>
                <a:lnTo>
                  <a:pt x="1072933" y="126759"/>
                </a:lnTo>
                <a:lnTo>
                  <a:pt x="1076974" y="127432"/>
                </a:lnTo>
                <a:lnTo>
                  <a:pt x="1081111" y="128010"/>
                </a:lnTo>
                <a:lnTo>
                  <a:pt x="1083757" y="128443"/>
                </a:lnTo>
                <a:lnTo>
                  <a:pt x="1084911" y="128731"/>
                </a:lnTo>
                <a:lnTo>
                  <a:pt x="1084911" y="126422"/>
                </a:lnTo>
                <a:close/>
              </a:path>
              <a:path w="1412240" h="323850">
                <a:moveTo>
                  <a:pt x="1159344" y="96981"/>
                </a:moveTo>
                <a:lnTo>
                  <a:pt x="1125284" y="96981"/>
                </a:lnTo>
                <a:lnTo>
                  <a:pt x="1125284" y="318654"/>
                </a:lnTo>
                <a:lnTo>
                  <a:pt x="1159344" y="318654"/>
                </a:lnTo>
                <a:lnTo>
                  <a:pt x="1159344" y="96981"/>
                </a:lnTo>
                <a:close/>
              </a:path>
              <a:path w="1412240" h="323850">
                <a:moveTo>
                  <a:pt x="1149241" y="13854"/>
                </a:moveTo>
                <a:lnTo>
                  <a:pt x="1135964" y="13854"/>
                </a:lnTo>
                <a:lnTo>
                  <a:pt x="1130239" y="16115"/>
                </a:lnTo>
                <a:lnTo>
                  <a:pt x="1125429" y="20637"/>
                </a:lnTo>
                <a:lnTo>
                  <a:pt x="1120714" y="25159"/>
                </a:lnTo>
                <a:lnTo>
                  <a:pt x="1118357" y="30595"/>
                </a:lnTo>
                <a:lnTo>
                  <a:pt x="1118357" y="43295"/>
                </a:lnTo>
                <a:lnTo>
                  <a:pt x="1120714" y="48731"/>
                </a:lnTo>
                <a:lnTo>
                  <a:pt x="1125429" y="53253"/>
                </a:lnTo>
                <a:lnTo>
                  <a:pt x="1130239" y="57775"/>
                </a:lnTo>
                <a:lnTo>
                  <a:pt x="1135964" y="60036"/>
                </a:lnTo>
                <a:lnTo>
                  <a:pt x="1149241" y="60036"/>
                </a:lnTo>
                <a:lnTo>
                  <a:pt x="1154918" y="57775"/>
                </a:lnTo>
                <a:lnTo>
                  <a:pt x="1159632" y="53253"/>
                </a:lnTo>
                <a:lnTo>
                  <a:pt x="1164443" y="48731"/>
                </a:lnTo>
                <a:lnTo>
                  <a:pt x="1166848" y="43295"/>
                </a:lnTo>
                <a:lnTo>
                  <a:pt x="1166848" y="30595"/>
                </a:lnTo>
                <a:lnTo>
                  <a:pt x="1164443" y="25159"/>
                </a:lnTo>
                <a:lnTo>
                  <a:pt x="1159632" y="20637"/>
                </a:lnTo>
                <a:lnTo>
                  <a:pt x="1154918" y="16115"/>
                </a:lnTo>
                <a:lnTo>
                  <a:pt x="1149241" y="13854"/>
                </a:lnTo>
                <a:close/>
              </a:path>
              <a:path w="1412240" h="323850">
                <a:moveTo>
                  <a:pt x="1311780" y="94095"/>
                </a:moveTo>
                <a:lnTo>
                  <a:pt x="1270892" y="102132"/>
                </a:lnTo>
                <a:lnTo>
                  <a:pt x="1239043" y="125556"/>
                </a:lnTo>
                <a:lnTo>
                  <a:pt x="1218397" y="161970"/>
                </a:lnTo>
                <a:lnTo>
                  <a:pt x="1211334" y="208972"/>
                </a:lnTo>
                <a:lnTo>
                  <a:pt x="1212119" y="225605"/>
                </a:lnTo>
                <a:lnTo>
                  <a:pt x="1223890" y="269009"/>
                </a:lnTo>
                <a:lnTo>
                  <a:pt x="1248460" y="301128"/>
                </a:lnTo>
                <a:lnTo>
                  <a:pt x="1283601" y="319700"/>
                </a:lnTo>
                <a:lnTo>
                  <a:pt x="1311780" y="323272"/>
                </a:lnTo>
                <a:lnTo>
                  <a:pt x="1326320" y="322379"/>
                </a:lnTo>
                <a:lnTo>
                  <a:pt x="1364311" y="308985"/>
                </a:lnTo>
                <a:lnTo>
                  <a:pt x="1383600" y="292677"/>
                </a:lnTo>
                <a:lnTo>
                  <a:pt x="1311780" y="292677"/>
                </a:lnTo>
                <a:lnTo>
                  <a:pt x="1300884" y="291946"/>
                </a:lnTo>
                <a:lnTo>
                  <a:pt x="1261449" y="267457"/>
                </a:lnTo>
                <a:lnTo>
                  <a:pt x="1247161" y="230403"/>
                </a:lnTo>
                <a:lnTo>
                  <a:pt x="1245393" y="208972"/>
                </a:lnTo>
                <a:lnTo>
                  <a:pt x="1245835" y="198049"/>
                </a:lnTo>
                <a:lnTo>
                  <a:pt x="1256479" y="158416"/>
                </a:lnTo>
                <a:lnTo>
                  <a:pt x="1290998" y="127649"/>
                </a:lnTo>
                <a:lnTo>
                  <a:pt x="1311780" y="124690"/>
                </a:lnTo>
                <a:lnTo>
                  <a:pt x="1383566" y="124690"/>
                </a:lnTo>
                <a:lnTo>
                  <a:pt x="1375009" y="116248"/>
                </a:lnTo>
                <a:lnTo>
                  <a:pt x="1364311" y="108382"/>
                </a:lnTo>
                <a:lnTo>
                  <a:pt x="1352586" y="102132"/>
                </a:lnTo>
                <a:lnTo>
                  <a:pt x="1339922" y="97667"/>
                </a:lnTo>
                <a:lnTo>
                  <a:pt x="1326320" y="94988"/>
                </a:lnTo>
                <a:lnTo>
                  <a:pt x="1311780" y="94095"/>
                </a:lnTo>
                <a:close/>
              </a:path>
              <a:path w="1412240" h="323850">
                <a:moveTo>
                  <a:pt x="1383566" y="124690"/>
                </a:moveTo>
                <a:lnTo>
                  <a:pt x="1311780" y="124690"/>
                </a:lnTo>
                <a:lnTo>
                  <a:pt x="1322676" y="125430"/>
                </a:lnTo>
                <a:lnTo>
                  <a:pt x="1332561" y="127649"/>
                </a:lnTo>
                <a:lnTo>
                  <a:pt x="1367081" y="158416"/>
                </a:lnTo>
                <a:lnTo>
                  <a:pt x="1377724" y="198049"/>
                </a:lnTo>
                <a:lnTo>
                  <a:pt x="1378166" y="208972"/>
                </a:lnTo>
                <a:lnTo>
                  <a:pt x="1377724" y="219886"/>
                </a:lnTo>
                <a:lnTo>
                  <a:pt x="1367081" y="259312"/>
                </a:lnTo>
                <a:lnTo>
                  <a:pt x="1332561" y="289754"/>
                </a:lnTo>
                <a:lnTo>
                  <a:pt x="1311780" y="292677"/>
                </a:lnTo>
                <a:lnTo>
                  <a:pt x="1383600" y="292677"/>
                </a:lnTo>
                <a:lnTo>
                  <a:pt x="1405081" y="255623"/>
                </a:lnTo>
                <a:lnTo>
                  <a:pt x="1412225" y="208972"/>
                </a:lnTo>
                <a:lnTo>
                  <a:pt x="1411431" y="192204"/>
                </a:lnTo>
                <a:lnTo>
                  <a:pt x="1399525" y="148503"/>
                </a:lnTo>
                <a:lnTo>
                  <a:pt x="1384444" y="125556"/>
                </a:lnTo>
                <a:lnTo>
                  <a:pt x="1383566" y="124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5638060" y="3861886"/>
            <a:ext cx="817268" cy="216854"/>
          </a:xfrm>
          <a:custGeom>
            <a:avLst/>
            <a:gdLst/>
            <a:ahLst/>
            <a:cxnLst/>
            <a:rect l="l" t="t" r="r" b="b"/>
            <a:pathLst>
              <a:path w="1148715" h="304800">
                <a:moveTo>
                  <a:pt x="36945" y="223404"/>
                </a:moveTo>
                <a:lnTo>
                  <a:pt x="0" y="223404"/>
                </a:lnTo>
                <a:lnTo>
                  <a:pt x="1578" y="235157"/>
                </a:lnTo>
                <a:lnTo>
                  <a:pt x="22116" y="274637"/>
                </a:lnTo>
                <a:lnTo>
                  <a:pt x="63382" y="299036"/>
                </a:lnTo>
                <a:lnTo>
                  <a:pt x="106218" y="304800"/>
                </a:lnTo>
                <a:lnTo>
                  <a:pt x="122607" y="304087"/>
                </a:lnTo>
                <a:lnTo>
                  <a:pt x="164089" y="293398"/>
                </a:lnTo>
                <a:lnTo>
                  <a:pt x="192875" y="272472"/>
                </a:lnTo>
                <a:lnTo>
                  <a:pt x="106218" y="272472"/>
                </a:lnTo>
                <a:lnTo>
                  <a:pt x="97559" y="272148"/>
                </a:lnTo>
                <a:lnTo>
                  <a:pt x="59459" y="260566"/>
                </a:lnTo>
                <a:lnTo>
                  <a:pt x="38190" y="231414"/>
                </a:lnTo>
                <a:lnTo>
                  <a:pt x="36945" y="223404"/>
                </a:lnTo>
                <a:close/>
              </a:path>
              <a:path w="1148715" h="304800">
                <a:moveTo>
                  <a:pt x="109104" y="0"/>
                </a:moveTo>
                <a:lnTo>
                  <a:pt x="69678" y="5844"/>
                </a:lnTo>
                <a:lnTo>
                  <a:pt x="28863" y="30469"/>
                </a:lnTo>
                <a:lnTo>
                  <a:pt x="8920" y="70535"/>
                </a:lnTo>
                <a:lnTo>
                  <a:pt x="8081" y="82550"/>
                </a:lnTo>
                <a:lnTo>
                  <a:pt x="9344" y="96774"/>
                </a:lnTo>
                <a:lnTo>
                  <a:pt x="28286" y="130896"/>
                </a:lnTo>
                <a:lnTo>
                  <a:pt x="66711" y="153816"/>
                </a:lnTo>
                <a:lnTo>
                  <a:pt x="127153" y="171973"/>
                </a:lnTo>
                <a:lnTo>
                  <a:pt x="134540" y="174408"/>
                </a:lnTo>
                <a:lnTo>
                  <a:pt x="170151" y="194829"/>
                </a:lnTo>
                <a:lnTo>
                  <a:pt x="178377" y="208972"/>
                </a:lnTo>
                <a:lnTo>
                  <a:pt x="178333" y="219363"/>
                </a:lnTo>
                <a:lnTo>
                  <a:pt x="157631" y="257752"/>
                </a:lnTo>
                <a:lnTo>
                  <a:pt x="116203" y="272057"/>
                </a:lnTo>
                <a:lnTo>
                  <a:pt x="106218" y="272472"/>
                </a:lnTo>
                <a:lnTo>
                  <a:pt x="192875" y="272472"/>
                </a:lnTo>
                <a:lnTo>
                  <a:pt x="212228" y="231053"/>
                </a:lnTo>
                <a:lnTo>
                  <a:pt x="213013" y="219363"/>
                </a:lnTo>
                <a:lnTo>
                  <a:pt x="212481" y="209378"/>
                </a:lnTo>
                <a:lnTo>
                  <a:pt x="194829" y="171305"/>
                </a:lnTo>
                <a:lnTo>
                  <a:pt x="162637" y="149252"/>
                </a:lnTo>
                <a:lnTo>
                  <a:pt x="94384" y="128443"/>
                </a:lnTo>
                <a:lnTo>
                  <a:pt x="88370" y="126567"/>
                </a:lnTo>
                <a:lnTo>
                  <a:pt x="52195" y="106747"/>
                </a:lnTo>
                <a:lnTo>
                  <a:pt x="42718" y="88707"/>
                </a:lnTo>
                <a:lnTo>
                  <a:pt x="42718" y="80818"/>
                </a:lnTo>
                <a:lnTo>
                  <a:pt x="60613" y="45640"/>
                </a:lnTo>
                <a:lnTo>
                  <a:pt x="98443" y="32146"/>
                </a:lnTo>
                <a:lnTo>
                  <a:pt x="107950" y="31750"/>
                </a:lnTo>
                <a:lnTo>
                  <a:pt x="189852" y="31750"/>
                </a:lnTo>
                <a:lnTo>
                  <a:pt x="188046" y="29621"/>
                </a:lnTo>
                <a:lnTo>
                  <a:pt x="148395" y="5763"/>
                </a:lnTo>
                <a:lnTo>
                  <a:pt x="122995" y="640"/>
                </a:lnTo>
                <a:lnTo>
                  <a:pt x="109104" y="0"/>
                </a:lnTo>
                <a:close/>
              </a:path>
              <a:path w="1148715" h="304800">
                <a:moveTo>
                  <a:pt x="189852" y="31750"/>
                </a:moveTo>
                <a:lnTo>
                  <a:pt x="107950" y="31750"/>
                </a:lnTo>
                <a:lnTo>
                  <a:pt x="120848" y="32507"/>
                </a:lnTo>
                <a:lnTo>
                  <a:pt x="132700" y="34780"/>
                </a:lnTo>
                <a:lnTo>
                  <a:pt x="167769" y="58448"/>
                </a:lnTo>
                <a:lnTo>
                  <a:pt x="174336" y="77931"/>
                </a:lnTo>
                <a:lnTo>
                  <a:pt x="208972" y="77931"/>
                </a:lnTo>
                <a:lnTo>
                  <a:pt x="207836" y="67044"/>
                </a:lnTo>
                <a:lnTo>
                  <a:pt x="205148" y="56753"/>
                </a:lnTo>
                <a:lnTo>
                  <a:pt x="200908" y="47056"/>
                </a:lnTo>
                <a:lnTo>
                  <a:pt x="195118" y="37955"/>
                </a:lnTo>
                <a:lnTo>
                  <a:pt x="189852" y="31750"/>
                </a:lnTo>
                <a:close/>
              </a:path>
              <a:path w="1148715" h="304800">
                <a:moveTo>
                  <a:pt x="356718" y="75045"/>
                </a:moveTo>
                <a:lnTo>
                  <a:pt x="315912" y="83325"/>
                </a:lnTo>
                <a:lnTo>
                  <a:pt x="284270" y="107228"/>
                </a:lnTo>
                <a:lnTo>
                  <a:pt x="263831" y="143957"/>
                </a:lnTo>
                <a:lnTo>
                  <a:pt x="256850" y="190500"/>
                </a:lnTo>
                <a:lnTo>
                  <a:pt x="257625" y="207006"/>
                </a:lnTo>
                <a:lnTo>
                  <a:pt x="269261" y="250247"/>
                </a:lnTo>
                <a:lnTo>
                  <a:pt x="294021" y="282232"/>
                </a:lnTo>
                <a:lnTo>
                  <a:pt x="330344" y="300686"/>
                </a:lnTo>
                <a:lnTo>
                  <a:pt x="360182" y="304222"/>
                </a:lnTo>
                <a:lnTo>
                  <a:pt x="371159" y="303789"/>
                </a:lnTo>
                <a:lnTo>
                  <a:pt x="409394" y="293416"/>
                </a:lnTo>
                <a:lnTo>
                  <a:pt x="434525" y="273627"/>
                </a:lnTo>
                <a:lnTo>
                  <a:pt x="360182" y="273627"/>
                </a:lnTo>
                <a:lnTo>
                  <a:pt x="350179" y="273068"/>
                </a:lnTo>
                <a:lnTo>
                  <a:pt x="310067" y="253530"/>
                </a:lnTo>
                <a:lnTo>
                  <a:pt x="293074" y="218894"/>
                </a:lnTo>
                <a:lnTo>
                  <a:pt x="291116" y="200313"/>
                </a:lnTo>
                <a:lnTo>
                  <a:pt x="281095" y="200313"/>
                </a:lnTo>
                <a:lnTo>
                  <a:pt x="281095" y="170872"/>
                </a:lnTo>
                <a:lnTo>
                  <a:pt x="291195" y="170872"/>
                </a:lnTo>
                <a:lnTo>
                  <a:pt x="291405" y="167048"/>
                </a:lnTo>
                <a:lnTo>
                  <a:pt x="308480" y="127216"/>
                </a:lnTo>
                <a:lnTo>
                  <a:pt x="346886" y="106272"/>
                </a:lnTo>
                <a:lnTo>
                  <a:pt x="356718" y="105640"/>
                </a:lnTo>
                <a:lnTo>
                  <a:pt x="427400" y="105640"/>
                </a:lnTo>
                <a:lnTo>
                  <a:pt x="421661" y="99579"/>
                </a:lnTo>
                <a:lnTo>
                  <a:pt x="382452" y="78292"/>
                </a:lnTo>
                <a:lnTo>
                  <a:pt x="365350" y="75406"/>
                </a:lnTo>
                <a:lnTo>
                  <a:pt x="356718" y="75045"/>
                </a:lnTo>
                <a:close/>
              </a:path>
              <a:path w="1148715" h="304800">
                <a:moveTo>
                  <a:pt x="415600" y="238990"/>
                </a:moveTo>
                <a:lnTo>
                  <a:pt x="377211" y="272376"/>
                </a:lnTo>
                <a:lnTo>
                  <a:pt x="369129" y="273627"/>
                </a:lnTo>
                <a:lnTo>
                  <a:pt x="434525" y="273627"/>
                </a:lnTo>
                <a:lnTo>
                  <a:pt x="436733" y="271065"/>
                </a:lnTo>
                <a:lnTo>
                  <a:pt x="441541" y="263957"/>
                </a:lnTo>
                <a:lnTo>
                  <a:pt x="445465" y="256345"/>
                </a:lnTo>
                <a:lnTo>
                  <a:pt x="448504" y="248227"/>
                </a:lnTo>
                <a:lnTo>
                  <a:pt x="415600" y="238990"/>
                </a:lnTo>
                <a:close/>
              </a:path>
              <a:path w="1148715" h="304800">
                <a:moveTo>
                  <a:pt x="291195" y="170872"/>
                </a:moveTo>
                <a:lnTo>
                  <a:pt x="281095" y="170872"/>
                </a:lnTo>
                <a:lnTo>
                  <a:pt x="281095" y="200313"/>
                </a:lnTo>
                <a:lnTo>
                  <a:pt x="291116" y="200313"/>
                </a:lnTo>
                <a:lnTo>
                  <a:pt x="290909" y="195695"/>
                </a:lnTo>
                <a:lnTo>
                  <a:pt x="291024" y="173975"/>
                </a:lnTo>
                <a:lnTo>
                  <a:pt x="291195" y="170872"/>
                </a:lnTo>
                <a:close/>
              </a:path>
              <a:path w="1148715" h="304800">
                <a:moveTo>
                  <a:pt x="427400" y="105640"/>
                </a:moveTo>
                <a:lnTo>
                  <a:pt x="356718" y="105640"/>
                </a:lnTo>
                <a:lnTo>
                  <a:pt x="365648" y="106173"/>
                </a:lnTo>
                <a:lnTo>
                  <a:pt x="373964" y="107769"/>
                </a:lnTo>
                <a:lnTo>
                  <a:pt x="405776" y="130463"/>
                </a:lnTo>
                <a:lnTo>
                  <a:pt x="417332" y="170872"/>
                </a:lnTo>
                <a:lnTo>
                  <a:pt x="291195" y="170872"/>
                </a:lnTo>
                <a:lnTo>
                  <a:pt x="291024" y="173975"/>
                </a:lnTo>
                <a:lnTo>
                  <a:pt x="290909" y="195695"/>
                </a:lnTo>
                <a:lnTo>
                  <a:pt x="291116" y="200313"/>
                </a:lnTo>
                <a:lnTo>
                  <a:pt x="451968" y="200313"/>
                </a:lnTo>
                <a:lnTo>
                  <a:pt x="451968" y="185881"/>
                </a:lnTo>
                <a:lnTo>
                  <a:pt x="451442" y="170872"/>
                </a:lnTo>
                <a:lnTo>
                  <a:pt x="439277" y="123554"/>
                </a:lnTo>
                <a:lnTo>
                  <a:pt x="428237" y="106524"/>
                </a:lnTo>
                <a:lnTo>
                  <a:pt x="427400" y="105640"/>
                </a:lnTo>
                <a:close/>
              </a:path>
              <a:path w="1148715" h="304800">
                <a:moveTo>
                  <a:pt x="536683" y="77931"/>
                </a:moveTo>
                <a:lnTo>
                  <a:pt x="503778" y="77931"/>
                </a:lnTo>
                <a:lnTo>
                  <a:pt x="503778" y="299604"/>
                </a:lnTo>
                <a:lnTo>
                  <a:pt x="537837" y="299604"/>
                </a:lnTo>
                <a:lnTo>
                  <a:pt x="537837" y="166254"/>
                </a:lnTo>
                <a:lnTo>
                  <a:pt x="538297" y="156946"/>
                </a:lnTo>
                <a:lnTo>
                  <a:pt x="553893" y="121407"/>
                </a:lnTo>
                <a:lnTo>
                  <a:pt x="565567" y="112568"/>
                </a:lnTo>
                <a:lnTo>
                  <a:pt x="536683" y="112568"/>
                </a:lnTo>
                <a:lnTo>
                  <a:pt x="536683" y="77931"/>
                </a:lnTo>
                <a:close/>
              </a:path>
              <a:path w="1148715" h="304800">
                <a:moveTo>
                  <a:pt x="666128" y="105640"/>
                </a:moveTo>
                <a:lnTo>
                  <a:pt x="594410" y="105640"/>
                </a:lnTo>
                <a:lnTo>
                  <a:pt x="605613" y="106560"/>
                </a:lnTo>
                <a:lnTo>
                  <a:pt x="615553" y="109321"/>
                </a:lnTo>
                <a:lnTo>
                  <a:pt x="641819" y="137823"/>
                </a:lnTo>
                <a:lnTo>
                  <a:pt x="645210" y="161059"/>
                </a:lnTo>
                <a:lnTo>
                  <a:pt x="645210" y="299604"/>
                </a:lnTo>
                <a:lnTo>
                  <a:pt x="679269" y="299604"/>
                </a:lnTo>
                <a:lnTo>
                  <a:pt x="679191" y="156946"/>
                </a:lnTo>
                <a:lnTo>
                  <a:pt x="669888" y="111990"/>
                </a:lnTo>
                <a:lnTo>
                  <a:pt x="666128" y="105640"/>
                </a:lnTo>
                <a:close/>
              </a:path>
              <a:path w="1148715" h="304800">
                <a:moveTo>
                  <a:pt x="604224" y="75045"/>
                </a:moveTo>
                <a:lnTo>
                  <a:pt x="563237" y="85436"/>
                </a:lnTo>
                <a:lnTo>
                  <a:pt x="539569" y="112568"/>
                </a:lnTo>
                <a:lnTo>
                  <a:pt x="565567" y="112568"/>
                </a:lnTo>
                <a:lnTo>
                  <a:pt x="571896" y="109618"/>
                </a:lnTo>
                <a:lnTo>
                  <a:pt x="578968" y="107408"/>
                </a:lnTo>
                <a:lnTo>
                  <a:pt x="586472" y="106082"/>
                </a:lnTo>
                <a:lnTo>
                  <a:pt x="594410" y="105640"/>
                </a:lnTo>
                <a:lnTo>
                  <a:pt x="666128" y="105640"/>
                </a:lnTo>
                <a:lnTo>
                  <a:pt x="664729" y="103277"/>
                </a:lnTo>
                <a:lnTo>
                  <a:pt x="625330" y="77354"/>
                </a:lnTo>
                <a:lnTo>
                  <a:pt x="615129" y="75622"/>
                </a:lnTo>
                <a:lnTo>
                  <a:pt x="604224" y="75045"/>
                </a:lnTo>
                <a:close/>
              </a:path>
              <a:path w="1148715" h="304800">
                <a:moveTo>
                  <a:pt x="775565" y="4040"/>
                </a:moveTo>
                <a:lnTo>
                  <a:pt x="741506" y="4040"/>
                </a:lnTo>
                <a:lnTo>
                  <a:pt x="741506" y="299604"/>
                </a:lnTo>
                <a:lnTo>
                  <a:pt x="775565" y="299604"/>
                </a:lnTo>
                <a:lnTo>
                  <a:pt x="775565" y="166254"/>
                </a:lnTo>
                <a:lnTo>
                  <a:pt x="776034" y="156946"/>
                </a:lnTo>
                <a:lnTo>
                  <a:pt x="792090" y="121407"/>
                </a:lnTo>
                <a:lnTo>
                  <a:pt x="804172" y="112568"/>
                </a:lnTo>
                <a:lnTo>
                  <a:pt x="775565" y="112568"/>
                </a:lnTo>
                <a:lnTo>
                  <a:pt x="775565" y="4040"/>
                </a:lnTo>
                <a:close/>
              </a:path>
              <a:path w="1148715" h="304800">
                <a:moveTo>
                  <a:pt x="906182" y="105640"/>
                </a:moveTo>
                <a:lnTo>
                  <a:pt x="833870" y="105640"/>
                </a:lnTo>
                <a:lnTo>
                  <a:pt x="845262" y="106551"/>
                </a:lnTo>
                <a:lnTo>
                  <a:pt x="855337" y="109284"/>
                </a:lnTo>
                <a:lnTo>
                  <a:pt x="881820" y="137643"/>
                </a:lnTo>
                <a:lnTo>
                  <a:pt x="885247" y="161059"/>
                </a:lnTo>
                <a:lnTo>
                  <a:pt x="885247" y="299604"/>
                </a:lnTo>
                <a:lnTo>
                  <a:pt x="919306" y="299604"/>
                </a:lnTo>
                <a:lnTo>
                  <a:pt x="919228" y="156946"/>
                </a:lnTo>
                <a:lnTo>
                  <a:pt x="909781" y="111702"/>
                </a:lnTo>
                <a:lnTo>
                  <a:pt x="906182" y="105640"/>
                </a:lnTo>
                <a:close/>
              </a:path>
              <a:path w="1148715" h="304800">
                <a:moveTo>
                  <a:pt x="843684" y="75045"/>
                </a:moveTo>
                <a:lnTo>
                  <a:pt x="801831" y="85292"/>
                </a:lnTo>
                <a:lnTo>
                  <a:pt x="778452" y="112568"/>
                </a:lnTo>
                <a:lnTo>
                  <a:pt x="804172" y="112568"/>
                </a:lnTo>
                <a:lnTo>
                  <a:pt x="810707" y="109618"/>
                </a:lnTo>
                <a:lnTo>
                  <a:pt x="817995" y="107408"/>
                </a:lnTo>
                <a:lnTo>
                  <a:pt x="825716" y="106082"/>
                </a:lnTo>
                <a:lnTo>
                  <a:pt x="833870" y="105640"/>
                </a:lnTo>
                <a:lnTo>
                  <a:pt x="906182" y="105640"/>
                </a:lnTo>
                <a:lnTo>
                  <a:pt x="904613" y="102998"/>
                </a:lnTo>
                <a:lnTo>
                  <a:pt x="864934" y="77318"/>
                </a:lnTo>
                <a:lnTo>
                  <a:pt x="854661" y="75613"/>
                </a:lnTo>
                <a:lnTo>
                  <a:pt x="843684" y="75045"/>
                </a:lnTo>
                <a:close/>
              </a:path>
              <a:path w="1148715" h="304800">
                <a:moveTo>
                  <a:pt x="1135817" y="105063"/>
                </a:moveTo>
                <a:lnTo>
                  <a:pt x="1067629" y="105063"/>
                </a:lnTo>
                <a:lnTo>
                  <a:pt x="1078643" y="105803"/>
                </a:lnTo>
                <a:lnTo>
                  <a:pt x="1088159" y="108022"/>
                </a:lnTo>
                <a:lnTo>
                  <a:pt x="1113658" y="140006"/>
                </a:lnTo>
                <a:lnTo>
                  <a:pt x="1114388" y="150090"/>
                </a:lnTo>
                <a:lnTo>
                  <a:pt x="1114388" y="156729"/>
                </a:lnTo>
                <a:lnTo>
                  <a:pt x="1112416" y="160578"/>
                </a:lnTo>
                <a:lnTo>
                  <a:pt x="1108471" y="162790"/>
                </a:lnTo>
                <a:lnTo>
                  <a:pt x="1104623" y="165003"/>
                </a:lnTo>
                <a:lnTo>
                  <a:pt x="1098465" y="166591"/>
                </a:lnTo>
                <a:lnTo>
                  <a:pt x="1083243" y="168284"/>
                </a:lnTo>
                <a:lnTo>
                  <a:pt x="1057238" y="171450"/>
                </a:lnTo>
                <a:lnTo>
                  <a:pt x="1019084" y="178810"/>
                </a:lnTo>
                <a:lnTo>
                  <a:pt x="982797" y="200133"/>
                </a:lnTo>
                <a:lnTo>
                  <a:pt x="971330" y="238413"/>
                </a:lnTo>
                <a:lnTo>
                  <a:pt x="971856" y="247108"/>
                </a:lnTo>
                <a:lnTo>
                  <a:pt x="993197" y="287012"/>
                </a:lnTo>
                <a:lnTo>
                  <a:pt x="1036556" y="304303"/>
                </a:lnTo>
                <a:lnTo>
                  <a:pt x="1046848" y="304800"/>
                </a:lnTo>
                <a:lnTo>
                  <a:pt x="1056147" y="304439"/>
                </a:lnTo>
                <a:lnTo>
                  <a:pt x="1096737" y="288988"/>
                </a:lnTo>
                <a:lnTo>
                  <a:pt x="1110440" y="274204"/>
                </a:lnTo>
                <a:lnTo>
                  <a:pt x="1052043" y="274204"/>
                </a:lnTo>
                <a:lnTo>
                  <a:pt x="1042215" y="273627"/>
                </a:lnTo>
                <a:lnTo>
                  <a:pt x="1008567" y="254000"/>
                </a:lnTo>
                <a:lnTo>
                  <a:pt x="1005284" y="229754"/>
                </a:lnTo>
                <a:lnTo>
                  <a:pt x="1007593" y="222923"/>
                </a:lnTo>
                <a:lnTo>
                  <a:pt x="1042662" y="203163"/>
                </a:lnTo>
                <a:lnTo>
                  <a:pt x="1069794" y="199159"/>
                </a:lnTo>
                <a:lnTo>
                  <a:pt x="1075759" y="198389"/>
                </a:lnTo>
                <a:lnTo>
                  <a:pt x="1112945" y="189922"/>
                </a:lnTo>
                <a:lnTo>
                  <a:pt x="1114388" y="188190"/>
                </a:lnTo>
                <a:lnTo>
                  <a:pt x="1148448" y="188190"/>
                </a:lnTo>
                <a:lnTo>
                  <a:pt x="1148448" y="153554"/>
                </a:lnTo>
                <a:lnTo>
                  <a:pt x="1147906" y="141016"/>
                </a:lnTo>
                <a:lnTo>
                  <a:pt x="1146283" y="129814"/>
                </a:lnTo>
                <a:lnTo>
                  <a:pt x="1143577" y="119946"/>
                </a:lnTo>
                <a:lnTo>
                  <a:pt x="1139788" y="111413"/>
                </a:lnTo>
                <a:lnTo>
                  <a:pt x="1135817" y="105063"/>
                </a:lnTo>
                <a:close/>
              </a:path>
              <a:path w="1148715" h="304800">
                <a:moveTo>
                  <a:pt x="1148448" y="269586"/>
                </a:moveTo>
                <a:lnTo>
                  <a:pt x="1114388" y="269586"/>
                </a:lnTo>
                <a:lnTo>
                  <a:pt x="1114388" y="299604"/>
                </a:lnTo>
                <a:lnTo>
                  <a:pt x="1148448" y="299604"/>
                </a:lnTo>
                <a:lnTo>
                  <a:pt x="1148448" y="269586"/>
                </a:lnTo>
                <a:close/>
              </a:path>
              <a:path w="1148715" h="304800">
                <a:moveTo>
                  <a:pt x="1148448" y="188190"/>
                </a:moveTo>
                <a:lnTo>
                  <a:pt x="1114388" y="188190"/>
                </a:lnTo>
                <a:lnTo>
                  <a:pt x="1114384" y="219435"/>
                </a:lnTo>
                <a:lnTo>
                  <a:pt x="1113937" y="226209"/>
                </a:lnTo>
                <a:lnTo>
                  <a:pt x="1092669" y="262009"/>
                </a:lnTo>
                <a:lnTo>
                  <a:pt x="1052043" y="274204"/>
                </a:lnTo>
                <a:lnTo>
                  <a:pt x="1110440" y="274204"/>
                </a:lnTo>
                <a:lnTo>
                  <a:pt x="1112657" y="269586"/>
                </a:lnTo>
                <a:lnTo>
                  <a:pt x="1148448" y="269586"/>
                </a:lnTo>
                <a:lnTo>
                  <a:pt x="1148448" y="188190"/>
                </a:lnTo>
                <a:close/>
              </a:path>
              <a:path w="1148715" h="304800">
                <a:moveTo>
                  <a:pt x="1073594" y="75045"/>
                </a:moveTo>
                <a:lnTo>
                  <a:pt x="1066475" y="75045"/>
                </a:lnTo>
                <a:lnTo>
                  <a:pt x="1058068" y="75334"/>
                </a:lnTo>
                <a:lnTo>
                  <a:pt x="1015891" y="85869"/>
                </a:lnTo>
                <a:lnTo>
                  <a:pt x="982265" y="117456"/>
                </a:lnTo>
                <a:lnTo>
                  <a:pt x="977575" y="127000"/>
                </a:lnTo>
                <a:lnTo>
                  <a:pt x="1009902" y="138545"/>
                </a:lnTo>
                <a:lnTo>
                  <a:pt x="1013230" y="132574"/>
                </a:lnTo>
                <a:lnTo>
                  <a:pt x="1017587" y="126783"/>
                </a:lnTo>
                <a:lnTo>
                  <a:pt x="1056093" y="105731"/>
                </a:lnTo>
                <a:lnTo>
                  <a:pt x="1067629" y="105063"/>
                </a:lnTo>
                <a:lnTo>
                  <a:pt x="1135817" y="105063"/>
                </a:lnTo>
                <a:lnTo>
                  <a:pt x="1135179" y="104044"/>
                </a:lnTo>
                <a:lnTo>
                  <a:pt x="1097945" y="79203"/>
                </a:lnTo>
                <a:lnTo>
                  <a:pt x="1081773" y="75911"/>
                </a:lnTo>
                <a:lnTo>
                  <a:pt x="1073594" y="75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2" name="object 12"/>
          <p:cNvGrpSpPr/>
          <p:nvPr/>
        </p:nvGrpSpPr>
        <p:grpSpPr>
          <a:xfrm>
            <a:off x="4329546" y="1680616"/>
            <a:ext cx="3442553" cy="451779"/>
            <a:chOff x="5702300" y="2362200"/>
            <a:chExt cx="4838700" cy="635000"/>
          </a:xfrm>
        </p:grpSpPr>
        <p:sp>
          <p:nvSpPr>
            <p:cNvPr id="13" name="object 13"/>
            <p:cNvSpPr/>
            <p:nvPr/>
          </p:nvSpPr>
          <p:spPr>
            <a:xfrm>
              <a:off x="5702300" y="2362200"/>
              <a:ext cx="4838700" cy="635000"/>
            </a:xfrm>
            <a:custGeom>
              <a:avLst/>
              <a:gdLst/>
              <a:ahLst/>
              <a:cxnLst/>
              <a:rect l="l" t="t" r="r" b="b"/>
              <a:pathLst>
                <a:path w="4838700" h="635000">
                  <a:moveTo>
                    <a:pt x="47117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4711700" y="635000"/>
                  </a:lnTo>
                  <a:lnTo>
                    <a:pt x="4761134" y="625019"/>
                  </a:lnTo>
                  <a:lnTo>
                    <a:pt x="4801502" y="597802"/>
                  </a:lnTo>
                  <a:lnTo>
                    <a:pt x="4828719" y="557434"/>
                  </a:lnTo>
                  <a:lnTo>
                    <a:pt x="4838700" y="508000"/>
                  </a:lnTo>
                  <a:lnTo>
                    <a:pt x="4838700" y="127000"/>
                  </a:lnTo>
                  <a:lnTo>
                    <a:pt x="4828719" y="77565"/>
                  </a:lnTo>
                  <a:lnTo>
                    <a:pt x="4801502" y="37197"/>
                  </a:lnTo>
                  <a:lnTo>
                    <a:pt x="4761134" y="9980"/>
                  </a:lnTo>
                  <a:lnTo>
                    <a:pt x="4711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5966690" y="2514600"/>
              <a:ext cx="1247775" cy="393065"/>
            </a:xfrm>
            <a:custGeom>
              <a:avLst/>
              <a:gdLst/>
              <a:ahLst/>
              <a:cxnLst/>
              <a:rect l="l" t="t" r="r" b="b"/>
              <a:pathLst>
                <a:path w="1247775" h="393064">
                  <a:moveTo>
                    <a:pt x="99868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35790" y="304800"/>
                  </a:lnTo>
                  <a:lnTo>
                    <a:pt x="35790" y="196850"/>
                  </a:lnTo>
                  <a:lnTo>
                    <a:pt x="28863" y="196850"/>
                  </a:lnTo>
                  <a:lnTo>
                    <a:pt x="28863" y="165100"/>
                  </a:lnTo>
                  <a:lnTo>
                    <a:pt x="35790" y="165100"/>
                  </a:lnTo>
                  <a:lnTo>
                    <a:pt x="35790" y="40986"/>
                  </a:lnTo>
                  <a:lnTo>
                    <a:pt x="179907" y="40986"/>
                  </a:lnTo>
                  <a:lnTo>
                    <a:pt x="144895" y="16298"/>
                  </a:lnTo>
                  <a:lnTo>
                    <a:pt x="116464" y="10021"/>
                  </a:lnTo>
                  <a:lnTo>
                    <a:pt x="99868" y="9236"/>
                  </a:lnTo>
                  <a:close/>
                </a:path>
                <a:path w="1247775" h="393064">
                  <a:moveTo>
                    <a:pt x="35790" y="165100"/>
                  </a:moveTo>
                  <a:lnTo>
                    <a:pt x="28863" y="165100"/>
                  </a:lnTo>
                  <a:lnTo>
                    <a:pt x="28863" y="196850"/>
                  </a:lnTo>
                  <a:lnTo>
                    <a:pt x="35790" y="196850"/>
                  </a:lnTo>
                  <a:lnTo>
                    <a:pt x="35790" y="165100"/>
                  </a:lnTo>
                  <a:close/>
                </a:path>
                <a:path w="1247775" h="393064">
                  <a:moveTo>
                    <a:pt x="179907" y="40986"/>
                  </a:moveTo>
                  <a:lnTo>
                    <a:pt x="98713" y="40986"/>
                  </a:lnTo>
                  <a:lnTo>
                    <a:pt x="110168" y="41491"/>
                  </a:lnTo>
                  <a:lnTo>
                    <a:pt x="120433" y="43006"/>
                  </a:lnTo>
                  <a:lnTo>
                    <a:pt x="154709" y="64383"/>
                  </a:lnTo>
                  <a:lnTo>
                    <a:pt x="165100" y="102754"/>
                  </a:lnTo>
                  <a:lnTo>
                    <a:pt x="164685" y="111404"/>
                  </a:lnTo>
                  <a:lnTo>
                    <a:pt x="149982" y="147204"/>
                  </a:lnTo>
                  <a:lnTo>
                    <a:pt x="110610" y="164585"/>
                  </a:lnTo>
                  <a:lnTo>
                    <a:pt x="99290" y="165100"/>
                  </a:lnTo>
                  <a:lnTo>
                    <a:pt x="35790" y="165100"/>
                  </a:lnTo>
                  <a:lnTo>
                    <a:pt x="35790" y="196850"/>
                  </a:lnTo>
                  <a:lnTo>
                    <a:pt x="100445" y="196850"/>
                  </a:lnTo>
                  <a:lnTo>
                    <a:pt x="116915" y="196065"/>
                  </a:lnTo>
                  <a:lnTo>
                    <a:pt x="157018" y="184294"/>
                  </a:lnTo>
                  <a:lnTo>
                    <a:pt x="189634" y="150235"/>
                  </a:lnTo>
                  <a:lnTo>
                    <a:pt x="200313" y="102754"/>
                  </a:lnTo>
                  <a:lnTo>
                    <a:pt x="199646" y="90000"/>
                  </a:lnTo>
                  <a:lnTo>
                    <a:pt x="197643" y="77859"/>
                  </a:lnTo>
                  <a:lnTo>
                    <a:pt x="194306" y="66332"/>
                  </a:lnTo>
                  <a:lnTo>
                    <a:pt x="189634" y="55418"/>
                  </a:lnTo>
                  <a:lnTo>
                    <a:pt x="183572" y="45361"/>
                  </a:lnTo>
                  <a:lnTo>
                    <a:pt x="179907" y="40986"/>
                  </a:lnTo>
                  <a:close/>
                </a:path>
                <a:path w="1247775" h="393064">
                  <a:moveTo>
                    <a:pt x="286255" y="83127"/>
                  </a:moveTo>
                  <a:lnTo>
                    <a:pt x="253350" y="83127"/>
                  </a:lnTo>
                  <a:lnTo>
                    <a:pt x="253350" y="304800"/>
                  </a:lnTo>
                  <a:lnTo>
                    <a:pt x="287409" y="304800"/>
                  </a:lnTo>
                  <a:lnTo>
                    <a:pt x="287409" y="164522"/>
                  </a:lnTo>
                  <a:lnTo>
                    <a:pt x="287860" y="157225"/>
                  </a:lnTo>
                  <a:lnTo>
                    <a:pt x="308588" y="122995"/>
                  </a:lnTo>
                  <a:lnTo>
                    <a:pt x="320609" y="116609"/>
                  </a:lnTo>
                  <a:lnTo>
                    <a:pt x="286255" y="116609"/>
                  </a:lnTo>
                  <a:lnTo>
                    <a:pt x="286255" y="83127"/>
                  </a:lnTo>
                  <a:close/>
                </a:path>
                <a:path w="1247775" h="393064">
                  <a:moveTo>
                    <a:pt x="348793" y="79663"/>
                  </a:moveTo>
                  <a:lnTo>
                    <a:pt x="346291" y="79663"/>
                  </a:lnTo>
                  <a:lnTo>
                    <a:pt x="336586" y="80304"/>
                  </a:lnTo>
                  <a:lnTo>
                    <a:pt x="297078" y="101708"/>
                  </a:lnTo>
                  <a:lnTo>
                    <a:pt x="288564" y="116609"/>
                  </a:lnTo>
                  <a:lnTo>
                    <a:pt x="320609" y="116609"/>
                  </a:lnTo>
                  <a:lnTo>
                    <a:pt x="321107" y="116383"/>
                  </a:lnTo>
                  <a:lnTo>
                    <a:pt x="328107" y="114263"/>
                  </a:lnTo>
                  <a:lnTo>
                    <a:pt x="335539" y="112992"/>
                  </a:lnTo>
                  <a:lnTo>
                    <a:pt x="343405" y="112568"/>
                  </a:lnTo>
                  <a:lnTo>
                    <a:pt x="364186" y="112568"/>
                  </a:lnTo>
                  <a:lnTo>
                    <a:pt x="364186" y="80240"/>
                  </a:lnTo>
                  <a:lnTo>
                    <a:pt x="362262" y="80048"/>
                  </a:lnTo>
                  <a:lnTo>
                    <a:pt x="359424" y="79904"/>
                  </a:lnTo>
                  <a:lnTo>
                    <a:pt x="351919" y="79711"/>
                  </a:lnTo>
                  <a:lnTo>
                    <a:pt x="348793" y="79663"/>
                  </a:lnTo>
                  <a:close/>
                </a:path>
                <a:path w="1247775" h="393064">
                  <a:moveTo>
                    <a:pt x="364186" y="112568"/>
                  </a:moveTo>
                  <a:lnTo>
                    <a:pt x="347927" y="112568"/>
                  </a:lnTo>
                  <a:lnTo>
                    <a:pt x="352208" y="112904"/>
                  </a:lnTo>
                  <a:lnTo>
                    <a:pt x="356249" y="113578"/>
                  </a:lnTo>
                  <a:lnTo>
                    <a:pt x="360386" y="114155"/>
                  </a:lnTo>
                  <a:lnTo>
                    <a:pt x="363032" y="114588"/>
                  </a:lnTo>
                  <a:lnTo>
                    <a:pt x="364186" y="114877"/>
                  </a:lnTo>
                  <a:lnTo>
                    <a:pt x="364186" y="112568"/>
                  </a:lnTo>
                  <a:close/>
                </a:path>
                <a:path w="1247775" h="393064">
                  <a:moveTo>
                    <a:pt x="438619" y="83127"/>
                  </a:moveTo>
                  <a:lnTo>
                    <a:pt x="404559" y="83127"/>
                  </a:lnTo>
                  <a:lnTo>
                    <a:pt x="404559" y="304800"/>
                  </a:lnTo>
                  <a:lnTo>
                    <a:pt x="438619" y="304800"/>
                  </a:lnTo>
                  <a:lnTo>
                    <a:pt x="438619" y="83127"/>
                  </a:lnTo>
                  <a:close/>
                </a:path>
                <a:path w="1247775" h="393064">
                  <a:moveTo>
                    <a:pt x="428516" y="0"/>
                  </a:moveTo>
                  <a:lnTo>
                    <a:pt x="415239" y="0"/>
                  </a:lnTo>
                  <a:lnTo>
                    <a:pt x="409514" y="2260"/>
                  </a:lnTo>
                  <a:lnTo>
                    <a:pt x="404704" y="6782"/>
                  </a:lnTo>
                  <a:lnTo>
                    <a:pt x="399989" y="11304"/>
                  </a:lnTo>
                  <a:lnTo>
                    <a:pt x="397632" y="16740"/>
                  </a:lnTo>
                  <a:lnTo>
                    <a:pt x="397632" y="29440"/>
                  </a:lnTo>
                  <a:lnTo>
                    <a:pt x="399989" y="34876"/>
                  </a:lnTo>
                  <a:lnTo>
                    <a:pt x="404704" y="39398"/>
                  </a:lnTo>
                  <a:lnTo>
                    <a:pt x="409514" y="43920"/>
                  </a:lnTo>
                  <a:lnTo>
                    <a:pt x="415239" y="46181"/>
                  </a:lnTo>
                  <a:lnTo>
                    <a:pt x="428516" y="46181"/>
                  </a:lnTo>
                  <a:lnTo>
                    <a:pt x="434193" y="43920"/>
                  </a:lnTo>
                  <a:lnTo>
                    <a:pt x="438907" y="39398"/>
                  </a:lnTo>
                  <a:lnTo>
                    <a:pt x="443718" y="34876"/>
                  </a:lnTo>
                  <a:lnTo>
                    <a:pt x="446123" y="29440"/>
                  </a:lnTo>
                  <a:lnTo>
                    <a:pt x="446123" y="16740"/>
                  </a:lnTo>
                  <a:lnTo>
                    <a:pt x="443718" y="11304"/>
                  </a:lnTo>
                  <a:lnTo>
                    <a:pt x="438907" y="6782"/>
                  </a:lnTo>
                  <a:lnTo>
                    <a:pt x="434193" y="2260"/>
                  </a:lnTo>
                  <a:lnTo>
                    <a:pt x="428516" y="0"/>
                  </a:lnTo>
                  <a:close/>
                </a:path>
                <a:path w="1247775" h="393064">
                  <a:moveTo>
                    <a:pt x="590477" y="80240"/>
                  </a:moveTo>
                  <a:lnTo>
                    <a:pt x="549671" y="88521"/>
                  </a:lnTo>
                  <a:lnTo>
                    <a:pt x="518030" y="112387"/>
                  </a:lnTo>
                  <a:lnTo>
                    <a:pt x="497591" y="148927"/>
                  </a:lnTo>
                  <a:lnTo>
                    <a:pt x="490609" y="195118"/>
                  </a:lnTo>
                  <a:lnTo>
                    <a:pt x="491367" y="211254"/>
                  </a:lnTo>
                  <a:lnTo>
                    <a:pt x="502732" y="254144"/>
                  </a:lnTo>
                  <a:lnTo>
                    <a:pt x="526761" y="286642"/>
                  </a:lnTo>
                  <a:lnTo>
                    <a:pt x="562047" y="305738"/>
                  </a:lnTo>
                  <a:lnTo>
                    <a:pt x="591055" y="309418"/>
                  </a:lnTo>
                  <a:lnTo>
                    <a:pt x="602943" y="308849"/>
                  </a:lnTo>
                  <a:lnTo>
                    <a:pt x="642910" y="295311"/>
                  </a:lnTo>
                  <a:lnTo>
                    <a:pt x="661203" y="278822"/>
                  </a:lnTo>
                  <a:lnTo>
                    <a:pt x="591055" y="278822"/>
                  </a:lnTo>
                  <a:lnTo>
                    <a:pt x="581277" y="278164"/>
                  </a:lnTo>
                  <a:lnTo>
                    <a:pt x="542636" y="255623"/>
                  </a:lnTo>
                  <a:lnTo>
                    <a:pt x="526689" y="217992"/>
                  </a:lnTo>
                  <a:lnTo>
                    <a:pt x="524668" y="193963"/>
                  </a:lnTo>
                  <a:lnTo>
                    <a:pt x="525182" y="181813"/>
                  </a:lnTo>
                  <a:lnTo>
                    <a:pt x="537486" y="141386"/>
                  </a:lnTo>
                  <a:lnTo>
                    <a:pt x="572365" y="113434"/>
                  </a:lnTo>
                  <a:lnTo>
                    <a:pt x="591055" y="110836"/>
                  </a:lnTo>
                  <a:lnTo>
                    <a:pt x="661346" y="110836"/>
                  </a:lnTo>
                  <a:lnTo>
                    <a:pt x="656945" y="105785"/>
                  </a:lnTo>
                  <a:lnTo>
                    <a:pt x="622949" y="85111"/>
                  </a:lnTo>
                  <a:lnTo>
                    <a:pt x="601878" y="80782"/>
                  </a:lnTo>
                  <a:lnTo>
                    <a:pt x="590477" y="80240"/>
                  </a:lnTo>
                  <a:close/>
                </a:path>
                <a:path w="1247775" h="393064">
                  <a:moveTo>
                    <a:pt x="678223" y="240145"/>
                  </a:moveTo>
                  <a:lnTo>
                    <a:pt x="644164" y="240145"/>
                  </a:lnTo>
                  <a:lnTo>
                    <a:pt x="642047" y="248227"/>
                  </a:lnTo>
                  <a:lnTo>
                    <a:pt x="638487" y="255154"/>
                  </a:lnTo>
                  <a:lnTo>
                    <a:pt x="628481" y="266700"/>
                  </a:lnTo>
                  <a:lnTo>
                    <a:pt x="622372" y="271125"/>
                  </a:lnTo>
                  <a:lnTo>
                    <a:pt x="607940" y="277283"/>
                  </a:lnTo>
                  <a:lnTo>
                    <a:pt x="599906" y="278822"/>
                  </a:lnTo>
                  <a:lnTo>
                    <a:pt x="661203" y="278822"/>
                  </a:lnTo>
                  <a:lnTo>
                    <a:pt x="663935" y="275503"/>
                  </a:lnTo>
                  <a:lnTo>
                    <a:pt x="669104" y="267394"/>
                  </a:lnTo>
                  <a:lnTo>
                    <a:pt x="673208" y="258798"/>
                  </a:lnTo>
                  <a:lnTo>
                    <a:pt x="676247" y="249715"/>
                  </a:lnTo>
                  <a:lnTo>
                    <a:pt x="678223" y="240145"/>
                  </a:lnTo>
                  <a:close/>
                </a:path>
                <a:path w="1247775" h="393064">
                  <a:moveTo>
                    <a:pt x="661346" y="110836"/>
                  </a:moveTo>
                  <a:lnTo>
                    <a:pt x="591055" y="110836"/>
                  </a:lnTo>
                  <a:lnTo>
                    <a:pt x="601734" y="111575"/>
                  </a:lnTo>
                  <a:lnTo>
                    <a:pt x="611259" y="113794"/>
                  </a:lnTo>
                  <a:lnTo>
                    <a:pt x="641620" y="142153"/>
                  </a:lnTo>
                  <a:lnTo>
                    <a:pt x="644164" y="149513"/>
                  </a:lnTo>
                  <a:lnTo>
                    <a:pt x="678223" y="149513"/>
                  </a:lnTo>
                  <a:lnTo>
                    <a:pt x="676211" y="139447"/>
                  </a:lnTo>
                  <a:lnTo>
                    <a:pt x="673063" y="130030"/>
                  </a:lnTo>
                  <a:lnTo>
                    <a:pt x="668755" y="121227"/>
                  </a:lnTo>
                  <a:lnTo>
                    <a:pt x="663358" y="113145"/>
                  </a:lnTo>
                  <a:lnTo>
                    <a:pt x="661346" y="110836"/>
                  </a:lnTo>
                  <a:close/>
                </a:path>
                <a:path w="1247775" h="393064">
                  <a:moveTo>
                    <a:pt x="762072" y="83127"/>
                  </a:moveTo>
                  <a:lnTo>
                    <a:pt x="728013" y="83127"/>
                  </a:lnTo>
                  <a:lnTo>
                    <a:pt x="728013" y="304800"/>
                  </a:lnTo>
                  <a:lnTo>
                    <a:pt x="762072" y="304800"/>
                  </a:lnTo>
                  <a:lnTo>
                    <a:pt x="762072" y="83127"/>
                  </a:lnTo>
                  <a:close/>
                </a:path>
                <a:path w="1247775" h="393064">
                  <a:moveTo>
                    <a:pt x="751969" y="0"/>
                  </a:moveTo>
                  <a:lnTo>
                    <a:pt x="738692" y="0"/>
                  </a:lnTo>
                  <a:lnTo>
                    <a:pt x="732967" y="2260"/>
                  </a:lnTo>
                  <a:lnTo>
                    <a:pt x="728157" y="6782"/>
                  </a:lnTo>
                  <a:lnTo>
                    <a:pt x="723442" y="11304"/>
                  </a:lnTo>
                  <a:lnTo>
                    <a:pt x="721085" y="16740"/>
                  </a:lnTo>
                  <a:lnTo>
                    <a:pt x="721085" y="29440"/>
                  </a:lnTo>
                  <a:lnTo>
                    <a:pt x="723442" y="34876"/>
                  </a:lnTo>
                  <a:lnTo>
                    <a:pt x="728157" y="39398"/>
                  </a:lnTo>
                  <a:lnTo>
                    <a:pt x="732967" y="43920"/>
                  </a:lnTo>
                  <a:lnTo>
                    <a:pt x="738692" y="46181"/>
                  </a:lnTo>
                  <a:lnTo>
                    <a:pt x="751969" y="46181"/>
                  </a:lnTo>
                  <a:lnTo>
                    <a:pt x="757646" y="43920"/>
                  </a:lnTo>
                  <a:lnTo>
                    <a:pt x="762360" y="39398"/>
                  </a:lnTo>
                  <a:lnTo>
                    <a:pt x="767171" y="34876"/>
                  </a:lnTo>
                  <a:lnTo>
                    <a:pt x="769576" y="29440"/>
                  </a:lnTo>
                  <a:lnTo>
                    <a:pt x="769576" y="16740"/>
                  </a:lnTo>
                  <a:lnTo>
                    <a:pt x="767171" y="11304"/>
                  </a:lnTo>
                  <a:lnTo>
                    <a:pt x="762360" y="6782"/>
                  </a:lnTo>
                  <a:lnTo>
                    <a:pt x="757646" y="2260"/>
                  </a:lnTo>
                  <a:lnTo>
                    <a:pt x="751969" y="0"/>
                  </a:lnTo>
                  <a:close/>
                </a:path>
                <a:path w="1247775" h="393064">
                  <a:moveTo>
                    <a:pt x="857358" y="83127"/>
                  </a:moveTo>
                  <a:lnTo>
                    <a:pt x="824453" y="83127"/>
                  </a:lnTo>
                  <a:lnTo>
                    <a:pt x="824453" y="304800"/>
                  </a:lnTo>
                  <a:lnTo>
                    <a:pt x="858512" y="304800"/>
                  </a:lnTo>
                  <a:lnTo>
                    <a:pt x="858512" y="171450"/>
                  </a:lnTo>
                  <a:lnTo>
                    <a:pt x="858972" y="162141"/>
                  </a:lnTo>
                  <a:lnTo>
                    <a:pt x="874568" y="126603"/>
                  </a:lnTo>
                  <a:lnTo>
                    <a:pt x="886242" y="117763"/>
                  </a:lnTo>
                  <a:lnTo>
                    <a:pt x="857358" y="117763"/>
                  </a:lnTo>
                  <a:lnTo>
                    <a:pt x="857358" y="83127"/>
                  </a:lnTo>
                  <a:close/>
                </a:path>
                <a:path w="1247775" h="393064">
                  <a:moveTo>
                    <a:pt x="986803" y="110836"/>
                  </a:moveTo>
                  <a:lnTo>
                    <a:pt x="915085" y="110836"/>
                  </a:lnTo>
                  <a:lnTo>
                    <a:pt x="926288" y="111756"/>
                  </a:lnTo>
                  <a:lnTo>
                    <a:pt x="936228" y="114516"/>
                  </a:lnTo>
                  <a:lnTo>
                    <a:pt x="962494" y="143019"/>
                  </a:lnTo>
                  <a:lnTo>
                    <a:pt x="965885" y="166254"/>
                  </a:lnTo>
                  <a:lnTo>
                    <a:pt x="965885" y="304800"/>
                  </a:lnTo>
                  <a:lnTo>
                    <a:pt x="999944" y="304800"/>
                  </a:lnTo>
                  <a:lnTo>
                    <a:pt x="999866" y="162141"/>
                  </a:lnTo>
                  <a:lnTo>
                    <a:pt x="990563" y="117186"/>
                  </a:lnTo>
                  <a:lnTo>
                    <a:pt x="986803" y="110836"/>
                  </a:lnTo>
                  <a:close/>
                </a:path>
                <a:path w="1247775" h="393064">
                  <a:moveTo>
                    <a:pt x="924899" y="80240"/>
                  </a:moveTo>
                  <a:lnTo>
                    <a:pt x="883912" y="90631"/>
                  </a:lnTo>
                  <a:lnTo>
                    <a:pt x="860244" y="117763"/>
                  </a:lnTo>
                  <a:lnTo>
                    <a:pt x="886242" y="117763"/>
                  </a:lnTo>
                  <a:lnTo>
                    <a:pt x="892571" y="114814"/>
                  </a:lnTo>
                  <a:lnTo>
                    <a:pt x="899643" y="112604"/>
                  </a:lnTo>
                  <a:lnTo>
                    <a:pt x="907148" y="111278"/>
                  </a:lnTo>
                  <a:lnTo>
                    <a:pt x="915085" y="110836"/>
                  </a:lnTo>
                  <a:lnTo>
                    <a:pt x="986803" y="110836"/>
                  </a:lnTo>
                  <a:lnTo>
                    <a:pt x="985404" y="108473"/>
                  </a:lnTo>
                  <a:lnTo>
                    <a:pt x="946005" y="82550"/>
                  </a:lnTo>
                  <a:lnTo>
                    <a:pt x="935804" y="80818"/>
                  </a:lnTo>
                  <a:lnTo>
                    <a:pt x="924899" y="80240"/>
                  </a:lnTo>
                  <a:close/>
                </a:path>
                <a:path w="1247775" h="393064">
                  <a:moveTo>
                    <a:pt x="1088159" y="329045"/>
                  </a:moveTo>
                  <a:lnTo>
                    <a:pt x="1061155" y="348005"/>
                  </a:lnTo>
                  <a:lnTo>
                    <a:pt x="1061091" y="348191"/>
                  </a:lnTo>
                  <a:lnTo>
                    <a:pt x="1064788" y="353777"/>
                  </a:lnTo>
                  <a:lnTo>
                    <a:pt x="1100723" y="382840"/>
                  </a:lnTo>
                  <a:lnTo>
                    <a:pt x="1139752" y="392148"/>
                  </a:lnTo>
                  <a:lnTo>
                    <a:pt x="1151659" y="392545"/>
                  </a:lnTo>
                  <a:lnTo>
                    <a:pt x="1164629" y="392013"/>
                  </a:lnTo>
                  <a:lnTo>
                    <a:pt x="1210198" y="379241"/>
                  </a:lnTo>
                  <a:lnTo>
                    <a:pt x="1230427" y="362527"/>
                  </a:lnTo>
                  <a:lnTo>
                    <a:pt x="1151659" y="362527"/>
                  </a:lnTo>
                  <a:lnTo>
                    <a:pt x="1142107" y="362157"/>
                  </a:lnTo>
                  <a:lnTo>
                    <a:pt x="1104563" y="348191"/>
                  </a:lnTo>
                  <a:lnTo>
                    <a:pt x="1099848" y="342900"/>
                  </a:lnTo>
                  <a:lnTo>
                    <a:pt x="1095134" y="337704"/>
                  </a:lnTo>
                  <a:lnTo>
                    <a:pt x="1091237" y="333086"/>
                  </a:lnTo>
                  <a:lnTo>
                    <a:pt x="1088159" y="329045"/>
                  </a:lnTo>
                  <a:close/>
                </a:path>
                <a:path w="1247775" h="393064">
                  <a:moveTo>
                    <a:pt x="1247486" y="263813"/>
                  </a:moveTo>
                  <a:lnTo>
                    <a:pt x="1213427" y="263813"/>
                  </a:lnTo>
                  <a:lnTo>
                    <a:pt x="1213427" y="308840"/>
                  </a:lnTo>
                  <a:lnTo>
                    <a:pt x="1212335" y="321775"/>
                  </a:lnTo>
                  <a:lnTo>
                    <a:pt x="1186647" y="355221"/>
                  </a:lnTo>
                  <a:lnTo>
                    <a:pt x="1151659" y="362527"/>
                  </a:lnTo>
                  <a:lnTo>
                    <a:pt x="1230427" y="362527"/>
                  </a:lnTo>
                  <a:lnTo>
                    <a:pt x="1246674" y="324770"/>
                  </a:lnTo>
                  <a:lnTo>
                    <a:pt x="1247486" y="311150"/>
                  </a:lnTo>
                  <a:lnTo>
                    <a:pt x="1247486" y="263813"/>
                  </a:lnTo>
                  <a:close/>
                </a:path>
                <a:path w="1247775" h="393064">
                  <a:moveTo>
                    <a:pt x="1146463" y="80240"/>
                  </a:moveTo>
                  <a:lnTo>
                    <a:pt x="1108201" y="88115"/>
                  </a:lnTo>
                  <a:lnTo>
                    <a:pt x="1070344" y="121515"/>
                  </a:lnTo>
                  <a:lnTo>
                    <a:pt x="1054785" y="160950"/>
                  </a:lnTo>
                  <a:lnTo>
                    <a:pt x="1051790" y="192809"/>
                  </a:lnTo>
                  <a:lnTo>
                    <a:pt x="1052557" y="209477"/>
                  </a:lnTo>
                  <a:lnTo>
                    <a:pt x="1064057" y="251690"/>
                  </a:lnTo>
                  <a:lnTo>
                    <a:pt x="1097684" y="288636"/>
                  </a:lnTo>
                  <a:lnTo>
                    <a:pt x="1145886" y="301336"/>
                  </a:lnTo>
                  <a:lnTo>
                    <a:pt x="1156150" y="300912"/>
                  </a:lnTo>
                  <a:lnTo>
                    <a:pt x="1195339" y="284691"/>
                  </a:lnTo>
                  <a:lnTo>
                    <a:pt x="1205985" y="270740"/>
                  </a:lnTo>
                  <a:lnTo>
                    <a:pt x="1150504" y="270740"/>
                  </a:lnTo>
                  <a:lnTo>
                    <a:pt x="1140257" y="270118"/>
                  </a:lnTo>
                  <a:lnTo>
                    <a:pt x="1102157" y="248804"/>
                  </a:lnTo>
                  <a:lnTo>
                    <a:pt x="1086301" y="203443"/>
                  </a:lnTo>
                  <a:lnTo>
                    <a:pt x="1085850" y="192231"/>
                  </a:lnTo>
                  <a:lnTo>
                    <a:pt x="1086292" y="181227"/>
                  </a:lnTo>
                  <a:lnTo>
                    <a:pt x="1096971" y="142478"/>
                  </a:lnTo>
                  <a:lnTo>
                    <a:pt x="1130660" y="113578"/>
                  </a:lnTo>
                  <a:lnTo>
                    <a:pt x="1150504" y="110836"/>
                  </a:lnTo>
                  <a:lnTo>
                    <a:pt x="1205964" y="110836"/>
                  </a:lnTo>
                  <a:lnTo>
                    <a:pt x="1205056" y="109585"/>
                  </a:lnTo>
                  <a:lnTo>
                    <a:pt x="1173902" y="84299"/>
                  </a:lnTo>
                  <a:lnTo>
                    <a:pt x="1156728" y="80691"/>
                  </a:lnTo>
                  <a:lnTo>
                    <a:pt x="1146463" y="80240"/>
                  </a:lnTo>
                  <a:close/>
                </a:path>
                <a:path w="1247775" h="393064">
                  <a:moveTo>
                    <a:pt x="1205964" y="110836"/>
                  </a:moveTo>
                  <a:lnTo>
                    <a:pt x="1150504" y="110836"/>
                  </a:lnTo>
                  <a:lnTo>
                    <a:pt x="1160480" y="111485"/>
                  </a:lnTo>
                  <a:lnTo>
                    <a:pt x="1169626" y="113434"/>
                  </a:lnTo>
                  <a:lnTo>
                    <a:pt x="1202747" y="141278"/>
                  </a:lnTo>
                  <a:lnTo>
                    <a:pt x="1213553" y="180605"/>
                  </a:lnTo>
                  <a:lnTo>
                    <a:pt x="1214004" y="192231"/>
                  </a:lnTo>
                  <a:lnTo>
                    <a:pt x="1213544" y="204065"/>
                  </a:lnTo>
                  <a:lnTo>
                    <a:pt x="1202540" y="242662"/>
                  </a:lnTo>
                  <a:lnTo>
                    <a:pt x="1169410" y="268395"/>
                  </a:lnTo>
                  <a:lnTo>
                    <a:pt x="1150504" y="270740"/>
                  </a:lnTo>
                  <a:lnTo>
                    <a:pt x="1205985" y="270740"/>
                  </a:lnTo>
                  <a:lnTo>
                    <a:pt x="1208039" y="267854"/>
                  </a:lnTo>
                  <a:lnTo>
                    <a:pt x="1210540" y="263813"/>
                  </a:lnTo>
                  <a:lnTo>
                    <a:pt x="1247486" y="263813"/>
                  </a:lnTo>
                  <a:lnTo>
                    <a:pt x="1247486" y="118340"/>
                  </a:lnTo>
                  <a:lnTo>
                    <a:pt x="1211118" y="118340"/>
                  </a:lnTo>
                  <a:lnTo>
                    <a:pt x="1208616" y="114492"/>
                  </a:lnTo>
                  <a:lnTo>
                    <a:pt x="1205964" y="110836"/>
                  </a:lnTo>
                  <a:close/>
                </a:path>
                <a:path w="1247775" h="393064">
                  <a:moveTo>
                    <a:pt x="1247486" y="83127"/>
                  </a:moveTo>
                  <a:lnTo>
                    <a:pt x="1214581" y="83127"/>
                  </a:lnTo>
                  <a:lnTo>
                    <a:pt x="1214581" y="118340"/>
                  </a:lnTo>
                  <a:lnTo>
                    <a:pt x="1247486" y="118340"/>
                  </a:lnTo>
                  <a:lnTo>
                    <a:pt x="1247486" y="83127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5" name="object 15"/>
            <p:cNvSpPr/>
            <p:nvPr/>
          </p:nvSpPr>
          <p:spPr>
            <a:xfrm>
              <a:off x="9918700" y="2425700"/>
              <a:ext cx="508000" cy="508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6" name="object 16"/>
            <p:cNvSpPr/>
            <p:nvPr/>
          </p:nvSpPr>
          <p:spPr>
            <a:xfrm>
              <a:off x="9918700" y="24257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101600" y="0"/>
                  </a:move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406400"/>
                  </a:lnTo>
                  <a:lnTo>
                    <a:pt x="7984" y="445947"/>
                  </a:lnTo>
                  <a:lnTo>
                    <a:pt x="29757" y="478242"/>
                  </a:lnTo>
                  <a:lnTo>
                    <a:pt x="62052" y="500015"/>
                  </a:lnTo>
                  <a:lnTo>
                    <a:pt x="101600" y="508000"/>
                  </a:lnTo>
                  <a:lnTo>
                    <a:pt x="101600" y="495300"/>
                  </a:lnTo>
                  <a:lnTo>
                    <a:pt x="66996" y="488313"/>
                  </a:lnTo>
                  <a:lnTo>
                    <a:pt x="38738" y="469261"/>
                  </a:lnTo>
                  <a:lnTo>
                    <a:pt x="19686" y="441003"/>
                  </a:lnTo>
                  <a:lnTo>
                    <a:pt x="12700" y="406400"/>
                  </a:lnTo>
                  <a:lnTo>
                    <a:pt x="12700" y="101600"/>
                  </a:lnTo>
                  <a:lnTo>
                    <a:pt x="19686" y="66996"/>
                  </a:lnTo>
                  <a:lnTo>
                    <a:pt x="38738" y="38738"/>
                  </a:lnTo>
                  <a:lnTo>
                    <a:pt x="66996" y="19686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08000" h="508000">
                  <a:moveTo>
                    <a:pt x="406400" y="495300"/>
                  </a:moveTo>
                  <a:lnTo>
                    <a:pt x="101600" y="495300"/>
                  </a:lnTo>
                  <a:lnTo>
                    <a:pt x="101600" y="508000"/>
                  </a:lnTo>
                  <a:lnTo>
                    <a:pt x="406400" y="508000"/>
                  </a:lnTo>
                  <a:lnTo>
                    <a:pt x="406400" y="49530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406400" y="12700"/>
                  </a:lnTo>
                  <a:lnTo>
                    <a:pt x="441003" y="19686"/>
                  </a:lnTo>
                  <a:lnTo>
                    <a:pt x="469261" y="38738"/>
                  </a:lnTo>
                  <a:lnTo>
                    <a:pt x="488313" y="66996"/>
                  </a:lnTo>
                  <a:lnTo>
                    <a:pt x="495300" y="101600"/>
                  </a:lnTo>
                  <a:lnTo>
                    <a:pt x="495300" y="406400"/>
                  </a:lnTo>
                  <a:lnTo>
                    <a:pt x="488313" y="441003"/>
                  </a:lnTo>
                  <a:lnTo>
                    <a:pt x="469261" y="469261"/>
                  </a:lnTo>
                  <a:lnTo>
                    <a:pt x="441003" y="488313"/>
                  </a:lnTo>
                  <a:lnTo>
                    <a:pt x="406400" y="495300"/>
                  </a:lnTo>
                  <a:lnTo>
                    <a:pt x="406400" y="508000"/>
                  </a:lnTo>
                  <a:lnTo>
                    <a:pt x="445947" y="500015"/>
                  </a:lnTo>
                  <a:lnTo>
                    <a:pt x="478242" y="478242"/>
                  </a:lnTo>
                  <a:lnTo>
                    <a:pt x="500015" y="445947"/>
                  </a:lnTo>
                  <a:lnTo>
                    <a:pt x="508000" y="406400"/>
                  </a:lnTo>
                  <a:lnTo>
                    <a:pt x="508000" y="101600"/>
                  </a:lnTo>
                  <a:lnTo>
                    <a:pt x="500015" y="62052"/>
                  </a:lnTo>
                  <a:lnTo>
                    <a:pt x="478242" y="29757"/>
                  </a:lnTo>
                  <a:lnTo>
                    <a:pt x="445947" y="7984"/>
                  </a:lnTo>
                  <a:lnTo>
                    <a:pt x="406400" y="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406400" y="127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42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62714" y="2616200"/>
              <a:ext cx="220345" cy="190500"/>
            </a:xfrm>
            <a:custGeom>
              <a:avLst/>
              <a:gdLst/>
              <a:ahLst/>
              <a:cxnLst/>
              <a:rect l="l" t="t" r="r" b="b"/>
              <a:pathLst>
                <a:path w="220345" h="190500">
                  <a:moveTo>
                    <a:pt x="109985" y="190500"/>
                  </a:moveTo>
                  <a:lnTo>
                    <a:pt x="219970" y="0"/>
                  </a:lnTo>
                  <a:lnTo>
                    <a:pt x="0" y="0"/>
                  </a:lnTo>
                  <a:lnTo>
                    <a:pt x="109985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8" name="object 18"/>
          <p:cNvSpPr/>
          <p:nvPr/>
        </p:nvSpPr>
        <p:spPr>
          <a:xfrm>
            <a:off x="3001316" y="4219613"/>
            <a:ext cx="289138" cy="2891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20" name="object 20"/>
          <p:cNvGrpSpPr/>
          <p:nvPr/>
        </p:nvGrpSpPr>
        <p:grpSpPr>
          <a:xfrm>
            <a:off x="2531467" y="5403273"/>
            <a:ext cx="1879399" cy="524063"/>
            <a:chOff x="3175000" y="7594600"/>
            <a:chExt cx="2641600" cy="736600"/>
          </a:xfrm>
        </p:grpSpPr>
        <p:sp>
          <p:nvSpPr>
            <p:cNvPr id="21" name="object 21"/>
            <p:cNvSpPr/>
            <p:nvPr/>
          </p:nvSpPr>
          <p:spPr>
            <a:xfrm>
              <a:off x="3175000" y="7594600"/>
              <a:ext cx="2641600" cy="7366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800" y="75946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3" name="object 23"/>
            <p:cNvSpPr/>
            <p:nvPr/>
          </p:nvSpPr>
          <p:spPr>
            <a:xfrm>
              <a:off x="3947390" y="7756236"/>
              <a:ext cx="1115060" cy="300990"/>
            </a:xfrm>
            <a:custGeom>
              <a:avLst/>
              <a:gdLst/>
              <a:ahLst/>
              <a:cxnLst/>
              <a:rect l="l" t="t" r="r" b="b"/>
              <a:pathLst>
                <a:path w="1115060" h="300990">
                  <a:moveTo>
                    <a:pt x="178377" y="0"/>
                  </a:moveTo>
                  <a:lnTo>
                    <a:pt x="0" y="0"/>
                  </a:lnTo>
                  <a:lnTo>
                    <a:pt x="0" y="295563"/>
                  </a:lnTo>
                  <a:lnTo>
                    <a:pt x="180686" y="295563"/>
                  </a:lnTo>
                  <a:lnTo>
                    <a:pt x="180686" y="263813"/>
                  </a:lnTo>
                  <a:lnTo>
                    <a:pt x="35790" y="263813"/>
                  </a:lnTo>
                  <a:lnTo>
                    <a:pt x="35790" y="163368"/>
                  </a:lnTo>
                  <a:lnTo>
                    <a:pt x="169140" y="163368"/>
                  </a:lnTo>
                  <a:lnTo>
                    <a:pt x="169140" y="131618"/>
                  </a:lnTo>
                  <a:lnTo>
                    <a:pt x="35790" y="131618"/>
                  </a:lnTo>
                  <a:lnTo>
                    <a:pt x="35790" y="31750"/>
                  </a:lnTo>
                  <a:lnTo>
                    <a:pt x="178377" y="31750"/>
                  </a:lnTo>
                  <a:lnTo>
                    <a:pt x="178377" y="0"/>
                  </a:lnTo>
                  <a:close/>
                </a:path>
                <a:path w="1115060" h="300990">
                  <a:moveTo>
                    <a:pt x="271173" y="73890"/>
                  </a:moveTo>
                  <a:lnTo>
                    <a:pt x="238269" y="73890"/>
                  </a:lnTo>
                  <a:lnTo>
                    <a:pt x="238269" y="295563"/>
                  </a:lnTo>
                  <a:lnTo>
                    <a:pt x="272328" y="295563"/>
                  </a:lnTo>
                  <a:lnTo>
                    <a:pt x="272328" y="162213"/>
                  </a:lnTo>
                  <a:lnTo>
                    <a:pt x="272788" y="152905"/>
                  </a:lnTo>
                  <a:lnTo>
                    <a:pt x="288383" y="117366"/>
                  </a:lnTo>
                  <a:lnTo>
                    <a:pt x="300058" y="108527"/>
                  </a:lnTo>
                  <a:lnTo>
                    <a:pt x="271173" y="108527"/>
                  </a:lnTo>
                  <a:lnTo>
                    <a:pt x="271173" y="73890"/>
                  </a:lnTo>
                  <a:close/>
                </a:path>
                <a:path w="1115060" h="300990">
                  <a:moveTo>
                    <a:pt x="400619" y="101600"/>
                  </a:moveTo>
                  <a:lnTo>
                    <a:pt x="328901" y="101600"/>
                  </a:lnTo>
                  <a:lnTo>
                    <a:pt x="340103" y="102520"/>
                  </a:lnTo>
                  <a:lnTo>
                    <a:pt x="350043" y="105280"/>
                  </a:lnTo>
                  <a:lnTo>
                    <a:pt x="376309" y="133782"/>
                  </a:lnTo>
                  <a:lnTo>
                    <a:pt x="379701" y="157018"/>
                  </a:lnTo>
                  <a:lnTo>
                    <a:pt x="379701" y="295563"/>
                  </a:lnTo>
                  <a:lnTo>
                    <a:pt x="413760" y="295563"/>
                  </a:lnTo>
                  <a:lnTo>
                    <a:pt x="413682" y="152905"/>
                  </a:lnTo>
                  <a:lnTo>
                    <a:pt x="404379" y="107950"/>
                  </a:lnTo>
                  <a:lnTo>
                    <a:pt x="400619" y="101600"/>
                  </a:lnTo>
                  <a:close/>
                </a:path>
                <a:path w="1115060" h="300990">
                  <a:moveTo>
                    <a:pt x="338714" y="71004"/>
                  </a:moveTo>
                  <a:lnTo>
                    <a:pt x="297728" y="81395"/>
                  </a:lnTo>
                  <a:lnTo>
                    <a:pt x="274060" y="108527"/>
                  </a:lnTo>
                  <a:lnTo>
                    <a:pt x="300058" y="108527"/>
                  </a:lnTo>
                  <a:lnTo>
                    <a:pt x="306387" y="105577"/>
                  </a:lnTo>
                  <a:lnTo>
                    <a:pt x="313459" y="103367"/>
                  </a:lnTo>
                  <a:lnTo>
                    <a:pt x="320963" y="102041"/>
                  </a:lnTo>
                  <a:lnTo>
                    <a:pt x="328901" y="101600"/>
                  </a:lnTo>
                  <a:lnTo>
                    <a:pt x="400619" y="101600"/>
                  </a:lnTo>
                  <a:lnTo>
                    <a:pt x="399220" y="99236"/>
                  </a:lnTo>
                  <a:lnTo>
                    <a:pt x="359821" y="73313"/>
                  </a:lnTo>
                  <a:lnTo>
                    <a:pt x="349619" y="71581"/>
                  </a:lnTo>
                  <a:lnTo>
                    <a:pt x="338714" y="71004"/>
                  </a:lnTo>
                  <a:close/>
                </a:path>
                <a:path w="1115060" h="300990">
                  <a:moveTo>
                    <a:pt x="525065" y="20781"/>
                  </a:moveTo>
                  <a:lnTo>
                    <a:pt x="491006" y="20781"/>
                  </a:lnTo>
                  <a:lnTo>
                    <a:pt x="491029" y="241684"/>
                  </a:lnTo>
                  <a:lnTo>
                    <a:pt x="504788" y="279282"/>
                  </a:lnTo>
                  <a:lnTo>
                    <a:pt x="543863" y="298062"/>
                  </a:lnTo>
                  <a:lnTo>
                    <a:pt x="551042" y="298450"/>
                  </a:lnTo>
                  <a:lnTo>
                    <a:pt x="557392" y="298450"/>
                  </a:lnTo>
                  <a:lnTo>
                    <a:pt x="562636" y="297968"/>
                  </a:lnTo>
                  <a:lnTo>
                    <a:pt x="566773" y="297006"/>
                  </a:lnTo>
                  <a:lnTo>
                    <a:pt x="570910" y="296140"/>
                  </a:lnTo>
                  <a:lnTo>
                    <a:pt x="574133" y="295275"/>
                  </a:lnTo>
                  <a:lnTo>
                    <a:pt x="576442" y="294409"/>
                  </a:lnTo>
                  <a:lnTo>
                    <a:pt x="569907" y="265545"/>
                  </a:lnTo>
                  <a:lnTo>
                    <a:pt x="549503" y="265545"/>
                  </a:lnTo>
                  <a:lnTo>
                    <a:pt x="544740" y="264775"/>
                  </a:lnTo>
                  <a:lnTo>
                    <a:pt x="525065" y="241684"/>
                  </a:lnTo>
                  <a:lnTo>
                    <a:pt x="525065" y="20781"/>
                  </a:lnTo>
                  <a:close/>
                </a:path>
                <a:path w="1115060" h="300990">
                  <a:moveTo>
                    <a:pt x="569515" y="263813"/>
                  </a:moveTo>
                  <a:lnTo>
                    <a:pt x="563742" y="264968"/>
                  </a:lnTo>
                  <a:lnTo>
                    <a:pt x="561337" y="265353"/>
                  </a:lnTo>
                  <a:lnTo>
                    <a:pt x="558258" y="265545"/>
                  </a:lnTo>
                  <a:lnTo>
                    <a:pt x="569907" y="265545"/>
                  </a:lnTo>
                  <a:lnTo>
                    <a:pt x="569515" y="263813"/>
                  </a:lnTo>
                  <a:close/>
                </a:path>
                <a:path w="1115060" h="300990">
                  <a:moveTo>
                    <a:pt x="491006" y="73890"/>
                  </a:moveTo>
                  <a:lnTo>
                    <a:pt x="457524" y="73890"/>
                  </a:lnTo>
                  <a:lnTo>
                    <a:pt x="457524" y="102754"/>
                  </a:lnTo>
                  <a:lnTo>
                    <a:pt x="491006" y="102754"/>
                  </a:lnTo>
                  <a:lnTo>
                    <a:pt x="491006" y="73890"/>
                  </a:lnTo>
                  <a:close/>
                </a:path>
                <a:path w="1115060" h="300990">
                  <a:moveTo>
                    <a:pt x="572402" y="73890"/>
                  </a:moveTo>
                  <a:lnTo>
                    <a:pt x="525065" y="73890"/>
                  </a:lnTo>
                  <a:lnTo>
                    <a:pt x="525065" y="102754"/>
                  </a:lnTo>
                  <a:lnTo>
                    <a:pt x="572402" y="102754"/>
                  </a:lnTo>
                  <a:lnTo>
                    <a:pt x="572402" y="73890"/>
                  </a:lnTo>
                  <a:close/>
                </a:path>
                <a:path w="1115060" h="300990">
                  <a:moveTo>
                    <a:pt x="656539" y="73890"/>
                  </a:moveTo>
                  <a:lnTo>
                    <a:pt x="623634" y="73890"/>
                  </a:lnTo>
                  <a:lnTo>
                    <a:pt x="623634" y="295563"/>
                  </a:lnTo>
                  <a:lnTo>
                    <a:pt x="657694" y="295563"/>
                  </a:lnTo>
                  <a:lnTo>
                    <a:pt x="657694" y="155286"/>
                  </a:lnTo>
                  <a:lnTo>
                    <a:pt x="658145" y="147989"/>
                  </a:lnTo>
                  <a:lnTo>
                    <a:pt x="678872" y="113758"/>
                  </a:lnTo>
                  <a:lnTo>
                    <a:pt x="690893" y="107372"/>
                  </a:lnTo>
                  <a:lnTo>
                    <a:pt x="656539" y="107372"/>
                  </a:lnTo>
                  <a:lnTo>
                    <a:pt x="656539" y="73890"/>
                  </a:lnTo>
                  <a:close/>
                </a:path>
                <a:path w="1115060" h="300990">
                  <a:moveTo>
                    <a:pt x="719077" y="70427"/>
                  </a:moveTo>
                  <a:lnTo>
                    <a:pt x="716575" y="70427"/>
                  </a:lnTo>
                  <a:lnTo>
                    <a:pt x="706870" y="71067"/>
                  </a:lnTo>
                  <a:lnTo>
                    <a:pt x="667363" y="92471"/>
                  </a:lnTo>
                  <a:lnTo>
                    <a:pt x="658848" y="107372"/>
                  </a:lnTo>
                  <a:lnTo>
                    <a:pt x="690893" y="107372"/>
                  </a:lnTo>
                  <a:lnTo>
                    <a:pt x="691392" y="107147"/>
                  </a:lnTo>
                  <a:lnTo>
                    <a:pt x="698391" y="105027"/>
                  </a:lnTo>
                  <a:lnTo>
                    <a:pt x="705824" y="103755"/>
                  </a:lnTo>
                  <a:lnTo>
                    <a:pt x="713689" y="103331"/>
                  </a:lnTo>
                  <a:lnTo>
                    <a:pt x="734471" y="103331"/>
                  </a:lnTo>
                  <a:lnTo>
                    <a:pt x="734471" y="71004"/>
                  </a:lnTo>
                  <a:lnTo>
                    <a:pt x="732547" y="70812"/>
                  </a:lnTo>
                  <a:lnTo>
                    <a:pt x="729708" y="70667"/>
                  </a:lnTo>
                  <a:lnTo>
                    <a:pt x="722204" y="70475"/>
                  </a:lnTo>
                  <a:lnTo>
                    <a:pt x="719077" y="70427"/>
                  </a:lnTo>
                  <a:close/>
                </a:path>
                <a:path w="1115060" h="300990">
                  <a:moveTo>
                    <a:pt x="734471" y="103331"/>
                  </a:moveTo>
                  <a:lnTo>
                    <a:pt x="718211" y="103331"/>
                  </a:lnTo>
                  <a:lnTo>
                    <a:pt x="722492" y="103668"/>
                  </a:lnTo>
                  <a:lnTo>
                    <a:pt x="726533" y="104342"/>
                  </a:lnTo>
                  <a:lnTo>
                    <a:pt x="730670" y="104919"/>
                  </a:lnTo>
                  <a:lnTo>
                    <a:pt x="733316" y="105352"/>
                  </a:lnTo>
                  <a:lnTo>
                    <a:pt x="734471" y="105640"/>
                  </a:lnTo>
                  <a:lnTo>
                    <a:pt x="734471" y="103331"/>
                  </a:lnTo>
                  <a:close/>
                </a:path>
                <a:path w="1115060" h="300990">
                  <a:moveTo>
                    <a:pt x="929045" y="101022"/>
                  </a:moveTo>
                  <a:lnTo>
                    <a:pt x="860857" y="101022"/>
                  </a:lnTo>
                  <a:lnTo>
                    <a:pt x="871871" y="101762"/>
                  </a:lnTo>
                  <a:lnTo>
                    <a:pt x="881387" y="103981"/>
                  </a:lnTo>
                  <a:lnTo>
                    <a:pt x="906886" y="135965"/>
                  </a:lnTo>
                  <a:lnTo>
                    <a:pt x="907617" y="146050"/>
                  </a:lnTo>
                  <a:lnTo>
                    <a:pt x="907617" y="152688"/>
                  </a:lnTo>
                  <a:lnTo>
                    <a:pt x="905644" y="156537"/>
                  </a:lnTo>
                  <a:lnTo>
                    <a:pt x="901700" y="158750"/>
                  </a:lnTo>
                  <a:lnTo>
                    <a:pt x="897851" y="160962"/>
                  </a:lnTo>
                  <a:lnTo>
                    <a:pt x="891693" y="162550"/>
                  </a:lnTo>
                  <a:lnTo>
                    <a:pt x="876471" y="164243"/>
                  </a:lnTo>
                  <a:lnTo>
                    <a:pt x="850467" y="167409"/>
                  </a:lnTo>
                  <a:lnTo>
                    <a:pt x="812312" y="174769"/>
                  </a:lnTo>
                  <a:lnTo>
                    <a:pt x="776025" y="196092"/>
                  </a:lnTo>
                  <a:lnTo>
                    <a:pt x="764558" y="234372"/>
                  </a:lnTo>
                  <a:lnTo>
                    <a:pt x="765084" y="243067"/>
                  </a:lnTo>
                  <a:lnTo>
                    <a:pt x="786425" y="282971"/>
                  </a:lnTo>
                  <a:lnTo>
                    <a:pt x="829784" y="300262"/>
                  </a:lnTo>
                  <a:lnTo>
                    <a:pt x="840076" y="300759"/>
                  </a:lnTo>
                  <a:lnTo>
                    <a:pt x="849375" y="300398"/>
                  </a:lnTo>
                  <a:lnTo>
                    <a:pt x="889965" y="284947"/>
                  </a:lnTo>
                  <a:lnTo>
                    <a:pt x="903668" y="270163"/>
                  </a:lnTo>
                  <a:lnTo>
                    <a:pt x="845271" y="270163"/>
                  </a:lnTo>
                  <a:lnTo>
                    <a:pt x="835444" y="269586"/>
                  </a:lnTo>
                  <a:lnTo>
                    <a:pt x="801795" y="249959"/>
                  </a:lnTo>
                  <a:lnTo>
                    <a:pt x="798512" y="225713"/>
                  </a:lnTo>
                  <a:lnTo>
                    <a:pt x="800821" y="218882"/>
                  </a:lnTo>
                  <a:lnTo>
                    <a:pt x="835890" y="199123"/>
                  </a:lnTo>
                  <a:lnTo>
                    <a:pt x="863022" y="195118"/>
                  </a:lnTo>
                  <a:lnTo>
                    <a:pt x="868987" y="194348"/>
                  </a:lnTo>
                  <a:lnTo>
                    <a:pt x="906173" y="185881"/>
                  </a:lnTo>
                  <a:lnTo>
                    <a:pt x="907617" y="184150"/>
                  </a:lnTo>
                  <a:lnTo>
                    <a:pt x="941676" y="184150"/>
                  </a:lnTo>
                  <a:lnTo>
                    <a:pt x="941676" y="149513"/>
                  </a:lnTo>
                  <a:lnTo>
                    <a:pt x="941134" y="136976"/>
                  </a:lnTo>
                  <a:lnTo>
                    <a:pt x="939511" y="125773"/>
                  </a:lnTo>
                  <a:lnTo>
                    <a:pt x="936805" y="115905"/>
                  </a:lnTo>
                  <a:lnTo>
                    <a:pt x="933017" y="107372"/>
                  </a:lnTo>
                  <a:lnTo>
                    <a:pt x="929045" y="101022"/>
                  </a:lnTo>
                  <a:close/>
                </a:path>
                <a:path w="1115060" h="300990">
                  <a:moveTo>
                    <a:pt x="941676" y="265545"/>
                  </a:moveTo>
                  <a:lnTo>
                    <a:pt x="907617" y="265545"/>
                  </a:lnTo>
                  <a:lnTo>
                    <a:pt x="907617" y="295563"/>
                  </a:lnTo>
                  <a:lnTo>
                    <a:pt x="941676" y="295563"/>
                  </a:lnTo>
                  <a:lnTo>
                    <a:pt x="941676" y="265545"/>
                  </a:lnTo>
                  <a:close/>
                </a:path>
                <a:path w="1115060" h="300990">
                  <a:moveTo>
                    <a:pt x="941676" y="184150"/>
                  </a:moveTo>
                  <a:lnTo>
                    <a:pt x="907617" y="184150"/>
                  </a:lnTo>
                  <a:lnTo>
                    <a:pt x="907612" y="215394"/>
                  </a:lnTo>
                  <a:lnTo>
                    <a:pt x="907166" y="222168"/>
                  </a:lnTo>
                  <a:lnTo>
                    <a:pt x="885897" y="257968"/>
                  </a:lnTo>
                  <a:lnTo>
                    <a:pt x="845271" y="270163"/>
                  </a:lnTo>
                  <a:lnTo>
                    <a:pt x="903668" y="270163"/>
                  </a:lnTo>
                  <a:lnTo>
                    <a:pt x="905885" y="265545"/>
                  </a:lnTo>
                  <a:lnTo>
                    <a:pt x="941676" y="265545"/>
                  </a:lnTo>
                  <a:lnTo>
                    <a:pt x="941676" y="184150"/>
                  </a:lnTo>
                  <a:close/>
                </a:path>
                <a:path w="1115060" h="300990">
                  <a:moveTo>
                    <a:pt x="866823" y="71004"/>
                  </a:moveTo>
                  <a:lnTo>
                    <a:pt x="859703" y="71004"/>
                  </a:lnTo>
                  <a:lnTo>
                    <a:pt x="851296" y="71293"/>
                  </a:lnTo>
                  <a:lnTo>
                    <a:pt x="809119" y="81828"/>
                  </a:lnTo>
                  <a:lnTo>
                    <a:pt x="775493" y="113416"/>
                  </a:lnTo>
                  <a:lnTo>
                    <a:pt x="770803" y="122959"/>
                  </a:lnTo>
                  <a:lnTo>
                    <a:pt x="803130" y="134504"/>
                  </a:lnTo>
                  <a:lnTo>
                    <a:pt x="806459" y="128533"/>
                  </a:lnTo>
                  <a:lnTo>
                    <a:pt x="810815" y="122742"/>
                  </a:lnTo>
                  <a:lnTo>
                    <a:pt x="849321" y="101690"/>
                  </a:lnTo>
                  <a:lnTo>
                    <a:pt x="860857" y="101022"/>
                  </a:lnTo>
                  <a:lnTo>
                    <a:pt x="929045" y="101022"/>
                  </a:lnTo>
                  <a:lnTo>
                    <a:pt x="928407" y="100003"/>
                  </a:lnTo>
                  <a:lnTo>
                    <a:pt x="891173" y="75162"/>
                  </a:lnTo>
                  <a:lnTo>
                    <a:pt x="875001" y="71870"/>
                  </a:lnTo>
                  <a:lnTo>
                    <a:pt x="866823" y="71004"/>
                  </a:lnTo>
                  <a:close/>
                </a:path>
                <a:path w="1115060" h="300990">
                  <a:moveTo>
                    <a:pt x="1036745" y="73890"/>
                  </a:moveTo>
                  <a:lnTo>
                    <a:pt x="1003841" y="73890"/>
                  </a:lnTo>
                  <a:lnTo>
                    <a:pt x="1003841" y="295563"/>
                  </a:lnTo>
                  <a:lnTo>
                    <a:pt x="1037900" y="295563"/>
                  </a:lnTo>
                  <a:lnTo>
                    <a:pt x="1037900" y="155286"/>
                  </a:lnTo>
                  <a:lnTo>
                    <a:pt x="1038351" y="147989"/>
                  </a:lnTo>
                  <a:lnTo>
                    <a:pt x="1059078" y="113758"/>
                  </a:lnTo>
                  <a:lnTo>
                    <a:pt x="1071099" y="107372"/>
                  </a:lnTo>
                  <a:lnTo>
                    <a:pt x="1036745" y="107372"/>
                  </a:lnTo>
                  <a:lnTo>
                    <a:pt x="1036745" y="73890"/>
                  </a:lnTo>
                  <a:close/>
                </a:path>
                <a:path w="1115060" h="300990">
                  <a:moveTo>
                    <a:pt x="1099283" y="70427"/>
                  </a:moveTo>
                  <a:lnTo>
                    <a:pt x="1096782" y="70427"/>
                  </a:lnTo>
                  <a:lnTo>
                    <a:pt x="1087076" y="71067"/>
                  </a:lnTo>
                  <a:lnTo>
                    <a:pt x="1047569" y="92471"/>
                  </a:lnTo>
                  <a:lnTo>
                    <a:pt x="1039054" y="107372"/>
                  </a:lnTo>
                  <a:lnTo>
                    <a:pt x="1071099" y="107372"/>
                  </a:lnTo>
                  <a:lnTo>
                    <a:pt x="1071598" y="107147"/>
                  </a:lnTo>
                  <a:lnTo>
                    <a:pt x="1078597" y="105027"/>
                  </a:lnTo>
                  <a:lnTo>
                    <a:pt x="1086030" y="103755"/>
                  </a:lnTo>
                  <a:lnTo>
                    <a:pt x="1093895" y="103331"/>
                  </a:lnTo>
                  <a:lnTo>
                    <a:pt x="1114677" y="103331"/>
                  </a:lnTo>
                  <a:lnTo>
                    <a:pt x="1114677" y="71004"/>
                  </a:lnTo>
                  <a:lnTo>
                    <a:pt x="1112753" y="70812"/>
                  </a:lnTo>
                  <a:lnTo>
                    <a:pt x="1109915" y="70667"/>
                  </a:lnTo>
                  <a:lnTo>
                    <a:pt x="1102410" y="70475"/>
                  </a:lnTo>
                  <a:lnTo>
                    <a:pt x="1099283" y="70427"/>
                  </a:lnTo>
                  <a:close/>
                </a:path>
                <a:path w="1115060" h="300990">
                  <a:moveTo>
                    <a:pt x="1114677" y="103331"/>
                  </a:moveTo>
                  <a:lnTo>
                    <a:pt x="1098417" y="103331"/>
                  </a:lnTo>
                  <a:lnTo>
                    <a:pt x="1102699" y="103668"/>
                  </a:lnTo>
                  <a:lnTo>
                    <a:pt x="1106740" y="104342"/>
                  </a:lnTo>
                  <a:lnTo>
                    <a:pt x="1110877" y="104919"/>
                  </a:lnTo>
                  <a:lnTo>
                    <a:pt x="1113523" y="105352"/>
                  </a:lnTo>
                  <a:lnTo>
                    <a:pt x="1114677" y="105640"/>
                  </a:lnTo>
                  <a:lnTo>
                    <a:pt x="1114677" y="103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699814" y="5358095"/>
            <a:ext cx="1879399" cy="524063"/>
            <a:chOff x="10439400" y="7531100"/>
            <a:chExt cx="2641600" cy="736600"/>
          </a:xfrm>
        </p:grpSpPr>
        <p:sp>
          <p:nvSpPr>
            <p:cNvPr id="25" name="object 25"/>
            <p:cNvSpPr/>
            <p:nvPr/>
          </p:nvSpPr>
          <p:spPr>
            <a:xfrm>
              <a:off x="10439400" y="7531100"/>
              <a:ext cx="2641600" cy="7366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6" name="object 26"/>
            <p:cNvSpPr/>
            <p:nvPr/>
          </p:nvSpPr>
          <p:spPr>
            <a:xfrm>
              <a:off x="10490200" y="7531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7" name="object 27"/>
            <p:cNvSpPr/>
            <p:nvPr/>
          </p:nvSpPr>
          <p:spPr>
            <a:xfrm>
              <a:off x="11414990" y="76962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736146" y="5367130"/>
            <a:ext cx="2719708" cy="551170"/>
            <a:chOff x="6273800" y="7543800"/>
            <a:chExt cx="3822700" cy="774700"/>
          </a:xfrm>
        </p:grpSpPr>
        <p:sp>
          <p:nvSpPr>
            <p:cNvPr id="29" name="object 29"/>
            <p:cNvSpPr/>
            <p:nvPr/>
          </p:nvSpPr>
          <p:spPr>
            <a:xfrm>
              <a:off x="6273800" y="7543800"/>
              <a:ext cx="3822700" cy="7747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0" name="object 30"/>
            <p:cNvSpPr/>
            <p:nvPr/>
          </p:nvSpPr>
          <p:spPr>
            <a:xfrm>
              <a:off x="6324600" y="7543800"/>
              <a:ext cx="3721100" cy="6731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2531467" y="5403273"/>
            <a:ext cx="1879399" cy="524063"/>
            <a:chOff x="3175000" y="7594600"/>
            <a:chExt cx="2641600" cy="736600"/>
          </a:xfrm>
        </p:grpSpPr>
        <p:sp>
          <p:nvSpPr>
            <p:cNvPr id="32" name="object 32"/>
            <p:cNvSpPr/>
            <p:nvPr/>
          </p:nvSpPr>
          <p:spPr>
            <a:xfrm>
              <a:off x="3175000" y="7594600"/>
              <a:ext cx="2641600" cy="7366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5800" y="75946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4" name="object 34"/>
            <p:cNvSpPr/>
            <p:nvPr/>
          </p:nvSpPr>
          <p:spPr>
            <a:xfrm>
              <a:off x="3947390" y="7756236"/>
              <a:ext cx="1115060" cy="300990"/>
            </a:xfrm>
            <a:custGeom>
              <a:avLst/>
              <a:gdLst/>
              <a:ahLst/>
              <a:cxnLst/>
              <a:rect l="l" t="t" r="r" b="b"/>
              <a:pathLst>
                <a:path w="1115060" h="300990">
                  <a:moveTo>
                    <a:pt x="178377" y="0"/>
                  </a:moveTo>
                  <a:lnTo>
                    <a:pt x="0" y="0"/>
                  </a:lnTo>
                  <a:lnTo>
                    <a:pt x="0" y="295563"/>
                  </a:lnTo>
                  <a:lnTo>
                    <a:pt x="180686" y="295563"/>
                  </a:lnTo>
                  <a:lnTo>
                    <a:pt x="180686" y="263813"/>
                  </a:lnTo>
                  <a:lnTo>
                    <a:pt x="35790" y="263813"/>
                  </a:lnTo>
                  <a:lnTo>
                    <a:pt x="35790" y="163368"/>
                  </a:lnTo>
                  <a:lnTo>
                    <a:pt x="169140" y="163368"/>
                  </a:lnTo>
                  <a:lnTo>
                    <a:pt x="169140" y="131618"/>
                  </a:lnTo>
                  <a:lnTo>
                    <a:pt x="35790" y="131618"/>
                  </a:lnTo>
                  <a:lnTo>
                    <a:pt x="35790" y="31750"/>
                  </a:lnTo>
                  <a:lnTo>
                    <a:pt x="178377" y="31750"/>
                  </a:lnTo>
                  <a:lnTo>
                    <a:pt x="178377" y="0"/>
                  </a:lnTo>
                  <a:close/>
                </a:path>
                <a:path w="1115060" h="300990">
                  <a:moveTo>
                    <a:pt x="271173" y="73890"/>
                  </a:moveTo>
                  <a:lnTo>
                    <a:pt x="238269" y="73890"/>
                  </a:lnTo>
                  <a:lnTo>
                    <a:pt x="238269" y="295563"/>
                  </a:lnTo>
                  <a:lnTo>
                    <a:pt x="272328" y="295563"/>
                  </a:lnTo>
                  <a:lnTo>
                    <a:pt x="272328" y="162213"/>
                  </a:lnTo>
                  <a:lnTo>
                    <a:pt x="272788" y="152905"/>
                  </a:lnTo>
                  <a:lnTo>
                    <a:pt x="288383" y="117366"/>
                  </a:lnTo>
                  <a:lnTo>
                    <a:pt x="300058" y="108527"/>
                  </a:lnTo>
                  <a:lnTo>
                    <a:pt x="271173" y="108527"/>
                  </a:lnTo>
                  <a:lnTo>
                    <a:pt x="271173" y="73890"/>
                  </a:lnTo>
                  <a:close/>
                </a:path>
                <a:path w="1115060" h="300990">
                  <a:moveTo>
                    <a:pt x="400619" y="101600"/>
                  </a:moveTo>
                  <a:lnTo>
                    <a:pt x="328901" y="101600"/>
                  </a:lnTo>
                  <a:lnTo>
                    <a:pt x="340103" y="102520"/>
                  </a:lnTo>
                  <a:lnTo>
                    <a:pt x="350043" y="105280"/>
                  </a:lnTo>
                  <a:lnTo>
                    <a:pt x="376309" y="133782"/>
                  </a:lnTo>
                  <a:lnTo>
                    <a:pt x="379701" y="157018"/>
                  </a:lnTo>
                  <a:lnTo>
                    <a:pt x="379701" y="295563"/>
                  </a:lnTo>
                  <a:lnTo>
                    <a:pt x="413760" y="295563"/>
                  </a:lnTo>
                  <a:lnTo>
                    <a:pt x="413682" y="152905"/>
                  </a:lnTo>
                  <a:lnTo>
                    <a:pt x="404379" y="107950"/>
                  </a:lnTo>
                  <a:lnTo>
                    <a:pt x="400619" y="101600"/>
                  </a:lnTo>
                  <a:close/>
                </a:path>
                <a:path w="1115060" h="300990">
                  <a:moveTo>
                    <a:pt x="338714" y="71004"/>
                  </a:moveTo>
                  <a:lnTo>
                    <a:pt x="297728" y="81395"/>
                  </a:lnTo>
                  <a:lnTo>
                    <a:pt x="274060" y="108527"/>
                  </a:lnTo>
                  <a:lnTo>
                    <a:pt x="300058" y="108527"/>
                  </a:lnTo>
                  <a:lnTo>
                    <a:pt x="306387" y="105577"/>
                  </a:lnTo>
                  <a:lnTo>
                    <a:pt x="313459" y="103367"/>
                  </a:lnTo>
                  <a:lnTo>
                    <a:pt x="320963" y="102041"/>
                  </a:lnTo>
                  <a:lnTo>
                    <a:pt x="328901" y="101600"/>
                  </a:lnTo>
                  <a:lnTo>
                    <a:pt x="400619" y="101600"/>
                  </a:lnTo>
                  <a:lnTo>
                    <a:pt x="399220" y="99236"/>
                  </a:lnTo>
                  <a:lnTo>
                    <a:pt x="359821" y="73313"/>
                  </a:lnTo>
                  <a:lnTo>
                    <a:pt x="349619" y="71581"/>
                  </a:lnTo>
                  <a:lnTo>
                    <a:pt x="338714" y="71004"/>
                  </a:lnTo>
                  <a:close/>
                </a:path>
                <a:path w="1115060" h="300990">
                  <a:moveTo>
                    <a:pt x="525065" y="20781"/>
                  </a:moveTo>
                  <a:lnTo>
                    <a:pt x="491006" y="20781"/>
                  </a:lnTo>
                  <a:lnTo>
                    <a:pt x="491029" y="241684"/>
                  </a:lnTo>
                  <a:lnTo>
                    <a:pt x="504788" y="279282"/>
                  </a:lnTo>
                  <a:lnTo>
                    <a:pt x="543863" y="298062"/>
                  </a:lnTo>
                  <a:lnTo>
                    <a:pt x="551042" y="298450"/>
                  </a:lnTo>
                  <a:lnTo>
                    <a:pt x="557392" y="298450"/>
                  </a:lnTo>
                  <a:lnTo>
                    <a:pt x="562636" y="297968"/>
                  </a:lnTo>
                  <a:lnTo>
                    <a:pt x="566773" y="297006"/>
                  </a:lnTo>
                  <a:lnTo>
                    <a:pt x="570910" y="296140"/>
                  </a:lnTo>
                  <a:lnTo>
                    <a:pt x="574133" y="295275"/>
                  </a:lnTo>
                  <a:lnTo>
                    <a:pt x="576442" y="294409"/>
                  </a:lnTo>
                  <a:lnTo>
                    <a:pt x="569907" y="265545"/>
                  </a:lnTo>
                  <a:lnTo>
                    <a:pt x="549503" y="265545"/>
                  </a:lnTo>
                  <a:lnTo>
                    <a:pt x="544740" y="264775"/>
                  </a:lnTo>
                  <a:lnTo>
                    <a:pt x="525065" y="241684"/>
                  </a:lnTo>
                  <a:lnTo>
                    <a:pt x="525065" y="20781"/>
                  </a:lnTo>
                  <a:close/>
                </a:path>
                <a:path w="1115060" h="300990">
                  <a:moveTo>
                    <a:pt x="569515" y="263813"/>
                  </a:moveTo>
                  <a:lnTo>
                    <a:pt x="563742" y="264968"/>
                  </a:lnTo>
                  <a:lnTo>
                    <a:pt x="561337" y="265353"/>
                  </a:lnTo>
                  <a:lnTo>
                    <a:pt x="558258" y="265545"/>
                  </a:lnTo>
                  <a:lnTo>
                    <a:pt x="569907" y="265545"/>
                  </a:lnTo>
                  <a:lnTo>
                    <a:pt x="569515" y="263813"/>
                  </a:lnTo>
                  <a:close/>
                </a:path>
                <a:path w="1115060" h="300990">
                  <a:moveTo>
                    <a:pt x="491006" y="73890"/>
                  </a:moveTo>
                  <a:lnTo>
                    <a:pt x="457524" y="73890"/>
                  </a:lnTo>
                  <a:lnTo>
                    <a:pt x="457524" y="102754"/>
                  </a:lnTo>
                  <a:lnTo>
                    <a:pt x="491006" y="102754"/>
                  </a:lnTo>
                  <a:lnTo>
                    <a:pt x="491006" y="73890"/>
                  </a:lnTo>
                  <a:close/>
                </a:path>
                <a:path w="1115060" h="300990">
                  <a:moveTo>
                    <a:pt x="572402" y="73890"/>
                  </a:moveTo>
                  <a:lnTo>
                    <a:pt x="525065" y="73890"/>
                  </a:lnTo>
                  <a:lnTo>
                    <a:pt x="525065" y="102754"/>
                  </a:lnTo>
                  <a:lnTo>
                    <a:pt x="572402" y="102754"/>
                  </a:lnTo>
                  <a:lnTo>
                    <a:pt x="572402" y="73890"/>
                  </a:lnTo>
                  <a:close/>
                </a:path>
                <a:path w="1115060" h="300990">
                  <a:moveTo>
                    <a:pt x="656539" y="73890"/>
                  </a:moveTo>
                  <a:lnTo>
                    <a:pt x="623634" y="73890"/>
                  </a:lnTo>
                  <a:lnTo>
                    <a:pt x="623634" y="295563"/>
                  </a:lnTo>
                  <a:lnTo>
                    <a:pt x="657694" y="295563"/>
                  </a:lnTo>
                  <a:lnTo>
                    <a:pt x="657694" y="155286"/>
                  </a:lnTo>
                  <a:lnTo>
                    <a:pt x="658145" y="147989"/>
                  </a:lnTo>
                  <a:lnTo>
                    <a:pt x="678872" y="113758"/>
                  </a:lnTo>
                  <a:lnTo>
                    <a:pt x="690893" y="107372"/>
                  </a:lnTo>
                  <a:lnTo>
                    <a:pt x="656539" y="107372"/>
                  </a:lnTo>
                  <a:lnTo>
                    <a:pt x="656539" y="73890"/>
                  </a:lnTo>
                  <a:close/>
                </a:path>
                <a:path w="1115060" h="300990">
                  <a:moveTo>
                    <a:pt x="719077" y="70427"/>
                  </a:moveTo>
                  <a:lnTo>
                    <a:pt x="716575" y="70427"/>
                  </a:lnTo>
                  <a:lnTo>
                    <a:pt x="706870" y="71067"/>
                  </a:lnTo>
                  <a:lnTo>
                    <a:pt x="667363" y="92471"/>
                  </a:lnTo>
                  <a:lnTo>
                    <a:pt x="658848" y="107372"/>
                  </a:lnTo>
                  <a:lnTo>
                    <a:pt x="690893" y="107372"/>
                  </a:lnTo>
                  <a:lnTo>
                    <a:pt x="691392" y="107147"/>
                  </a:lnTo>
                  <a:lnTo>
                    <a:pt x="698391" y="105027"/>
                  </a:lnTo>
                  <a:lnTo>
                    <a:pt x="705824" y="103755"/>
                  </a:lnTo>
                  <a:lnTo>
                    <a:pt x="713689" y="103331"/>
                  </a:lnTo>
                  <a:lnTo>
                    <a:pt x="734471" y="103331"/>
                  </a:lnTo>
                  <a:lnTo>
                    <a:pt x="734471" y="71004"/>
                  </a:lnTo>
                  <a:lnTo>
                    <a:pt x="732547" y="70812"/>
                  </a:lnTo>
                  <a:lnTo>
                    <a:pt x="729708" y="70667"/>
                  </a:lnTo>
                  <a:lnTo>
                    <a:pt x="722204" y="70475"/>
                  </a:lnTo>
                  <a:lnTo>
                    <a:pt x="719077" y="70427"/>
                  </a:lnTo>
                  <a:close/>
                </a:path>
                <a:path w="1115060" h="300990">
                  <a:moveTo>
                    <a:pt x="734471" y="103331"/>
                  </a:moveTo>
                  <a:lnTo>
                    <a:pt x="718211" y="103331"/>
                  </a:lnTo>
                  <a:lnTo>
                    <a:pt x="722492" y="103668"/>
                  </a:lnTo>
                  <a:lnTo>
                    <a:pt x="726533" y="104342"/>
                  </a:lnTo>
                  <a:lnTo>
                    <a:pt x="730670" y="104919"/>
                  </a:lnTo>
                  <a:lnTo>
                    <a:pt x="733316" y="105352"/>
                  </a:lnTo>
                  <a:lnTo>
                    <a:pt x="734471" y="105640"/>
                  </a:lnTo>
                  <a:lnTo>
                    <a:pt x="734471" y="103331"/>
                  </a:lnTo>
                  <a:close/>
                </a:path>
                <a:path w="1115060" h="300990">
                  <a:moveTo>
                    <a:pt x="929045" y="101022"/>
                  </a:moveTo>
                  <a:lnTo>
                    <a:pt x="860857" y="101022"/>
                  </a:lnTo>
                  <a:lnTo>
                    <a:pt x="871871" y="101762"/>
                  </a:lnTo>
                  <a:lnTo>
                    <a:pt x="881387" y="103981"/>
                  </a:lnTo>
                  <a:lnTo>
                    <a:pt x="906886" y="135965"/>
                  </a:lnTo>
                  <a:lnTo>
                    <a:pt x="907617" y="146050"/>
                  </a:lnTo>
                  <a:lnTo>
                    <a:pt x="907617" y="152688"/>
                  </a:lnTo>
                  <a:lnTo>
                    <a:pt x="905644" y="156537"/>
                  </a:lnTo>
                  <a:lnTo>
                    <a:pt x="901700" y="158750"/>
                  </a:lnTo>
                  <a:lnTo>
                    <a:pt x="897851" y="160962"/>
                  </a:lnTo>
                  <a:lnTo>
                    <a:pt x="891693" y="162550"/>
                  </a:lnTo>
                  <a:lnTo>
                    <a:pt x="876471" y="164243"/>
                  </a:lnTo>
                  <a:lnTo>
                    <a:pt x="850467" y="167409"/>
                  </a:lnTo>
                  <a:lnTo>
                    <a:pt x="812312" y="174769"/>
                  </a:lnTo>
                  <a:lnTo>
                    <a:pt x="776025" y="196092"/>
                  </a:lnTo>
                  <a:lnTo>
                    <a:pt x="764558" y="234372"/>
                  </a:lnTo>
                  <a:lnTo>
                    <a:pt x="765084" y="243067"/>
                  </a:lnTo>
                  <a:lnTo>
                    <a:pt x="786425" y="282971"/>
                  </a:lnTo>
                  <a:lnTo>
                    <a:pt x="829784" y="300262"/>
                  </a:lnTo>
                  <a:lnTo>
                    <a:pt x="840076" y="300759"/>
                  </a:lnTo>
                  <a:lnTo>
                    <a:pt x="849375" y="300398"/>
                  </a:lnTo>
                  <a:lnTo>
                    <a:pt x="889965" y="284947"/>
                  </a:lnTo>
                  <a:lnTo>
                    <a:pt x="903668" y="270163"/>
                  </a:lnTo>
                  <a:lnTo>
                    <a:pt x="845271" y="270163"/>
                  </a:lnTo>
                  <a:lnTo>
                    <a:pt x="835444" y="269586"/>
                  </a:lnTo>
                  <a:lnTo>
                    <a:pt x="801795" y="249959"/>
                  </a:lnTo>
                  <a:lnTo>
                    <a:pt x="798512" y="225713"/>
                  </a:lnTo>
                  <a:lnTo>
                    <a:pt x="800821" y="218882"/>
                  </a:lnTo>
                  <a:lnTo>
                    <a:pt x="835890" y="199123"/>
                  </a:lnTo>
                  <a:lnTo>
                    <a:pt x="863022" y="195118"/>
                  </a:lnTo>
                  <a:lnTo>
                    <a:pt x="868987" y="194348"/>
                  </a:lnTo>
                  <a:lnTo>
                    <a:pt x="906173" y="185881"/>
                  </a:lnTo>
                  <a:lnTo>
                    <a:pt x="907617" y="184150"/>
                  </a:lnTo>
                  <a:lnTo>
                    <a:pt x="941676" y="184150"/>
                  </a:lnTo>
                  <a:lnTo>
                    <a:pt x="941676" y="149513"/>
                  </a:lnTo>
                  <a:lnTo>
                    <a:pt x="941134" y="136976"/>
                  </a:lnTo>
                  <a:lnTo>
                    <a:pt x="939511" y="125773"/>
                  </a:lnTo>
                  <a:lnTo>
                    <a:pt x="936805" y="115905"/>
                  </a:lnTo>
                  <a:lnTo>
                    <a:pt x="933017" y="107372"/>
                  </a:lnTo>
                  <a:lnTo>
                    <a:pt x="929045" y="101022"/>
                  </a:lnTo>
                  <a:close/>
                </a:path>
                <a:path w="1115060" h="300990">
                  <a:moveTo>
                    <a:pt x="941676" y="265545"/>
                  </a:moveTo>
                  <a:lnTo>
                    <a:pt x="907617" y="265545"/>
                  </a:lnTo>
                  <a:lnTo>
                    <a:pt x="907617" y="295563"/>
                  </a:lnTo>
                  <a:lnTo>
                    <a:pt x="941676" y="295563"/>
                  </a:lnTo>
                  <a:lnTo>
                    <a:pt x="941676" y="265545"/>
                  </a:lnTo>
                  <a:close/>
                </a:path>
                <a:path w="1115060" h="300990">
                  <a:moveTo>
                    <a:pt x="941676" y="184150"/>
                  </a:moveTo>
                  <a:lnTo>
                    <a:pt x="907617" y="184150"/>
                  </a:lnTo>
                  <a:lnTo>
                    <a:pt x="907612" y="215394"/>
                  </a:lnTo>
                  <a:lnTo>
                    <a:pt x="907166" y="222168"/>
                  </a:lnTo>
                  <a:lnTo>
                    <a:pt x="885897" y="257968"/>
                  </a:lnTo>
                  <a:lnTo>
                    <a:pt x="845271" y="270163"/>
                  </a:lnTo>
                  <a:lnTo>
                    <a:pt x="903668" y="270163"/>
                  </a:lnTo>
                  <a:lnTo>
                    <a:pt x="905885" y="265545"/>
                  </a:lnTo>
                  <a:lnTo>
                    <a:pt x="941676" y="265545"/>
                  </a:lnTo>
                  <a:lnTo>
                    <a:pt x="941676" y="184150"/>
                  </a:lnTo>
                  <a:close/>
                </a:path>
                <a:path w="1115060" h="300990">
                  <a:moveTo>
                    <a:pt x="866823" y="71004"/>
                  </a:moveTo>
                  <a:lnTo>
                    <a:pt x="859703" y="71004"/>
                  </a:lnTo>
                  <a:lnTo>
                    <a:pt x="851296" y="71293"/>
                  </a:lnTo>
                  <a:lnTo>
                    <a:pt x="809119" y="81828"/>
                  </a:lnTo>
                  <a:lnTo>
                    <a:pt x="775493" y="113416"/>
                  </a:lnTo>
                  <a:lnTo>
                    <a:pt x="770803" y="122959"/>
                  </a:lnTo>
                  <a:lnTo>
                    <a:pt x="803130" y="134504"/>
                  </a:lnTo>
                  <a:lnTo>
                    <a:pt x="806459" y="128533"/>
                  </a:lnTo>
                  <a:lnTo>
                    <a:pt x="810815" y="122742"/>
                  </a:lnTo>
                  <a:lnTo>
                    <a:pt x="849321" y="101690"/>
                  </a:lnTo>
                  <a:lnTo>
                    <a:pt x="860857" y="101022"/>
                  </a:lnTo>
                  <a:lnTo>
                    <a:pt x="929045" y="101022"/>
                  </a:lnTo>
                  <a:lnTo>
                    <a:pt x="928407" y="100003"/>
                  </a:lnTo>
                  <a:lnTo>
                    <a:pt x="891173" y="75162"/>
                  </a:lnTo>
                  <a:lnTo>
                    <a:pt x="875001" y="71870"/>
                  </a:lnTo>
                  <a:lnTo>
                    <a:pt x="866823" y="71004"/>
                  </a:lnTo>
                  <a:close/>
                </a:path>
                <a:path w="1115060" h="300990">
                  <a:moveTo>
                    <a:pt x="1036745" y="73890"/>
                  </a:moveTo>
                  <a:lnTo>
                    <a:pt x="1003841" y="73890"/>
                  </a:lnTo>
                  <a:lnTo>
                    <a:pt x="1003841" y="295563"/>
                  </a:lnTo>
                  <a:lnTo>
                    <a:pt x="1037900" y="295563"/>
                  </a:lnTo>
                  <a:lnTo>
                    <a:pt x="1037900" y="155286"/>
                  </a:lnTo>
                  <a:lnTo>
                    <a:pt x="1038351" y="147989"/>
                  </a:lnTo>
                  <a:lnTo>
                    <a:pt x="1059078" y="113758"/>
                  </a:lnTo>
                  <a:lnTo>
                    <a:pt x="1071099" y="107372"/>
                  </a:lnTo>
                  <a:lnTo>
                    <a:pt x="1036745" y="107372"/>
                  </a:lnTo>
                  <a:lnTo>
                    <a:pt x="1036745" y="73890"/>
                  </a:lnTo>
                  <a:close/>
                </a:path>
                <a:path w="1115060" h="300990">
                  <a:moveTo>
                    <a:pt x="1099283" y="70427"/>
                  </a:moveTo>
                  <a:lnTo>
                    <a:pt x="1096782" y="70427"/>
                  </a:lnTo>
                  <a:lnTo>
                    <a:pt x="1087076" y="71067"/>
                  </a:lnTo>
                  <a:lnTo>
                    <a:pt x="1047569" y="92471"/>
                  </a:lnTo>
                  <a:lnTo>
                    <a:pt x="1039054" y="107372"/>
                  </a:lnTo>
                  <a:lnTo>
                    <a:pt x="1071099" y="107372"/>
                  </a:lnTo>
                  <a:lnTo>
                    <a:pt x="1071598" y="107147"/>
                  </a:lnTo>
                  <a:lnTo>
                    <a:pt x="1078597" y="105027"/>
                  </a:lnTo>
                  <a:lnTo>
                    <a:pt x="1086030" y="103755"/>
                  </a:lnTo>
                  <a:lnTo>
                    <a:pt x="1093895" y="103331"/>
                  </a:lnTo>
                  <a:lnTo>
                    <a:pt x="1114677" y="103331"/>
                  </a:lnTo>
                  <a:lnTo>
                    <a:pt x="1114677" y="71004"/>
                  </a:lnTo>
                  <a:lnTo>
                    <a:pt x="1112753" y="70812"/>
                  </a:lnTo>
                  <a:lnTo>
                    <a:pt x="1109915" y="70667"/>
                  </a:lnTo>
                  <a:lnTo>
                    <a:pt x="1102410" y="70475"/>
                  </a:lnTo>
                  <a:lnTo>
                    <a:pt x="1099283" y="70427"/>
                  </a:lnTo>
                  <a:close/>
                </a:path>
                <a:path w="1115060" h="300990">
                  <a:moveTo>
                    <a:pt x="1114677" y="103331"/>
                  </a:moveTo>
                  <a:lnTo>
                    <a:pt x="1098417" y="103331"/>
                  </a:lnTo>
                  <a:lnTo>
                    <a:pt x="1102699" y="103668"/>
                  </a:lnTo>
                  <a:lnTo>
                    <a:pt x="1106740" y="104342"/>
                  </a:lnTo>
                  <a:lnTo>
                    <a:pt x="1110877" y="104919"/>
                  </a:lnTo>
                  <a:lnTo>
                    <a:pt x="1113523" y="105352"/>
                  </a:lnTo>
                  <a:lnTo>
                    <a:pt x="1114677" y="105640"/>
                  </a:lnTo>
                  <a:lnTo>
                    <a:pt x="1114677" y="103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699814" y="5358095"/>
            <a:ext cx="1879399" cy="524063"/>
            <a:chOff x="10439400" y="7531100"/>
            <a:chExt cx="2641600" cy="736600"/>
          </a:xfrm>
        </p:grpSpPr>
        <p:sp>
          <p:nvSpPr>
            <p:cNvPr id="36" name="object 36"/>
            <p:cNvSpPr/>
            <p:nvPr/>
          </p:nvSpPr>
          <p:spPr>
            <a:xfrm>
              <a:off x="10439400" y="7531100"/>
              <a:ext cx="2641600" cy="7366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7" name="object 37"/>
            <p:cNvSpPr/>
            <p:nvPr/>
          </p:nvSpPr>
          <p:spPr>
            <a:xfrm>
              <a:off x="10490200" y="7531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8" name="object 38"/>
            <p:cNvSpPr/>
            <p:nvPr/>
          </p:nvSpPr>
          <p:spPr>
            <a:xfrm>
              <a:off x="11414990" y="76962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4736146" y="5367130"/>
            <a:ext cx="2719708" cy="551170"/>
            <a:chOff x="6273800" y="7543800"/>
            <a:chExt cx="3822700" cy="774700"/>
          </a:xfrm>
        </p:grpSpPr>
        <p:sp>
          <p:nvSpPr>
            <p:cNvPr id="40" name="object 40"/>
            <p:cNvSpPr/>
            <p:nvPr/>
          </p:nvSpPr>
          <p:spPr>
            <a:xfrm>
              <a:off x="6273800" y="7543800"/>
              <a:ext cx="3822700" cy="7747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1" name="object 41"/>
            <p:cNvSpPr/>
            <p:nvPr/>
          </p:nvSpPr>
          <p:spPr>
            <a:xfrm>
              <a:off x="6324600" y="7543800"/>
              <a:ext cx="3721100" cy="6731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6336" y="2114324"/>
            <a:ext cx="2340213" cy="3035953"/>
            <a:chOff x="2057400" y="2971800"/>
            <a:chExt cx="3289300" cy="4267200"/>
          </a:xfrm>
        </p:grpSpPr>
        <p:sp>
          <p:nvSpPr>
            <p:cNvPr id="3" name="object 3"/>
            <p:cNvSpPr/>
            <p:nvPr/>
          </p:nvSpPr>
          <p:spPr>
            <a:xfrm>
              <a:off x="20574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20574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025095" y="2114324"/>
            <a:ext cx="2340213" cy="3035953"/>
            <a:chOff x="10896600" y="2971800"/>
            <a:chExt cx="3289300" cy="4267200"/>
          </a:xfrm>
        </p:grpSpPr>
        <p:sp>
          <p:nvSpPr>
            <p:cNvPr id="6" name="object 6"/>
            <p:cNvSpPr/>
            <p:nvPr/>
          </p:nvSpPr>
          <p:spPr>
            <a:xfrm>
              <a:off x="108966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7" name="object 7"/>
            <p:cNvSpPr/>
            <p:nvPr/>
          </p:nvSpPr>
          <p:spPr>
            <a:xfrm>
              <a:off x="108966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8" name="object 8"/>
            <p:cNvSpPr/>
            <p:nvPr/>
          </p:nvSpPr>
          <p:spPr>
            <a:xfrm>
              <a:off x="112268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9" name="object 9"/>
            <p:cNvSpPr/>
            <p:nvPr/>
          </p:nvSpPr>
          <p:spPr>
            <a:xfrm>
              <a:off x="112776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0" name="object 10"/>
            <p:cNvSpPr/>
            <p:nvPr/>
          </p:nvSpPr>
          <p:spPr>
            <a:xfrm>
              <a:off x="121037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770987" y="3453245"/>
              <a:ext cx="1570990" cy="401955"/>
            </a:xfrm>
            <a:custGeom>
              <a:avLst/>
              <a:gdLst/>
              <a:ahLst/>
              <a:cxnLst/>
              <a:rect l="l" t="t" r="r" b="b"/>
              <a:pathLst>
                <a:path w="1570990" h="401954">
                  <a:moveTo>
                    <a:pt x="42718" y="23090"/>
                  </a:moveTo>
                  <a:lnTo>
                    <a:pt x="0" y="23090"/>
                  </a:lnTo>
                  <a:lnTo>
                    <a:pt x="0" y="318654"/>
                  </a:lnTo>
                  <a:lnTo>
                    <a:pt x="33481" y="318654"/>
                  </a:lnTo>
                  <a:lnTo>
                    <a:pt x="33481" y="94095"/>
                  </a:lnTo>
                  <a:lnTo>
                    <a:pt x="71788" y="94095"/>
                  </a:lnTo>
                  <a:lnTo>
                    <a:pt x="42718" y="23090"/>
                  </a:lnTo>
                  <a:close/>
                </a:path>
                <a:path w="1570990" h="401954">
                  <a:moveTo>
                    <a:pt x="71788" y="94095"/>
                  </a:moveTo>
                  <a:lnTo>
                    <a:pt x="36368" y="94095"/>
                  </a:lnTo>
                  <a:lnTo>
                    <a:pt x="128731" y="318654"/>
                  </a:lnTo>
                  <a:lnTo>
                    <a:pt x="161059" y="318654"/>
                  </a:lnTo>
                  <a:lnTo>
                    <a:pt x="181716" y="268431"/>
                  </a:lnTo>
                  <a:lnTo>
                    <a:pt x="143163" y="268431"/>
                  </a:lnTo>
                  <a:lnTo>
                    <a:pt x="71788" y="94095"/>
                  </a:lnTo>
                  <a:close/>
                </a:path>
                <a:path w="1570990" h="401954">
                  <a:moveTo>
                    <a:pt x="289790" y="94095"/>
                  </a:moveTo>
                  <a:lnTo>
                    <a:pt x="256309" y="94095"/>
                  </a:lnTo>
                  <a:lnTo>
                    <a:pt x="256309" y="318654"/>
                  </a:lnTo>
                  <a:lnTo>
                    <a:pt x="289790" y="318654"/>
                  </a:lnTo>
                  <a:lnTo>
                    <a:pt x="289790" y="94095"/>
                  </a:lnTo>
                  <a:close/>
                </a:path>
                <a:path w="1570990" h="401954">
                  <a:moveTo>
                    <a:pt x="289790" y="23090"/>
                  </a:moveTo>
                  <a:lnTo>
                    <a:pt x="247072" y="23090"/>
                  </a:lnTo>
                  <a:lnTo>
                    <a:pt x="146627" y="268431"/>
                  </a:lnTo>
                  <a:lnTo>
                    <a:pt x="181716" y="268431"/>
                  </a:lnTo>
                  <a:lnTo>
                    <a:pt x="253422" y="94095"/>
                  </a:lnTo>
                  <a:lnTo>
                    <a:pt x="289790" y="94095"/>
                  </a:lnTo>
                  <a:lnTo>
                    <a:pt x="289790" y="23090"/>
                  </a:lnTo>
                  <a:close/>
                </a:path>
                <a:path w="1570990" h="401954">
                  <a:moveTo>
                    <a:pt x="511136" y="124113"/>
                  </a:moveTo>
                  <a:lnTo>
                    <a:pt x="442948" y="124113"/>
                  </a:lnTo>
                  <a:lnTo>
                    <a:pt x="453961" y="124853"/>
                  </a:lnTo>
                  <a:lnTo>
                    <a:pt x="463477" y="127072"/>
                  </a:lnTo>
                  <a:lnTo>
                    <a:pt x="488977" y="159056"/>
                  </a:lnTo>
                  <a:lnTo>
                    <a:pt x="489707" y="169140"/>
                  </a:lnTo>
                  <a:lnTo>
                    <a:pt x="489707" y="175779"/>
                  </a:lnTo>
                  <a:lnTo>
                    <a:pt x="487735" y="179628"/>
                  </a:lnTo>
                  <a:lnTo>
                    <a:pt x="483790" y="181840"/>
                  </a:lnTo>
                  <a:lnTo>
                    <a:pt x="479942" y="184053"/>
                  </a:lnTo>
                  <a:lnTo>
                    <a:pt x="473784" y="185641"/>
                  </a:lnTo>
                  <a:lnTo>
                    <a:pt x="458561" y="187334"/>
                  </a:lnTo>
                  <a:lnTo>
                    <a:pt x="432557" y="190500"/>
                  </a:lnTo>
                  <a:lnTo>
                    <a:pt x="394403" y="197860"/>
                  </a:lnTo>
                  <a:lnTo>
                    <a:pt x="358116" y="219183"/>
                  </a:lnTo>
                  <a:lnTo>
                    <a:pt x="346648" y="257463"/>
                  </a:lnTo>
                  <a:lnTo>
                    <a:pt x="347175" y="266158"/>
                  </a:lnTo>
                  <a:lnTo>
                    <a:pt x="368516" y="306062"/>
                  </a:lnTo>
                  <a:lnTo>
                    <a:pt x="411875" y="323353"/>
                  </a:lnTo>
                  <a:lnTo>
                    <a:pt x="422166" y="323849"/>
                  </a:lnTo>
                  <a:lnTo>
                    <a:pt x="431466" y="323489"/>
                  </a:lnTo>
                  <a:lnTo>
                    <a:pt x="472055" y="308038"/>
                  </a:lnTo>
                  <a:lnTo>
                    <a:pt x="485759" y="293254"/>
                  </a:lnTo>
                  <a:lnTo>
                    <a:pt x="427362" y="293254"/>
                  </a:lnTo>
                  <a:lnTo>
                    <a:pt x="417534" y="292677"/>
                  </a:lnTo>
                  <a:lnTo>
                    <a:pt x="383886" y="273049"/>
                  </a:lnTo>
                  <a:lnTo>
                    <a:pt x="380603" y="248804"/>
                  </a:lnTo>
                  <a:lnTo>
                    <a:pt x="382912" y="241973"/>
                  </a:lnTo>
                  <a:lnTo>
                    <a:pt x="417981" y="222213"/>
                  </a:lnTo>
                  <a:lnTo>
                    <a:pt x="445113" y="218209"/>
                  </a:lnTo>
                  <a:lnTo>
                    <a:pt x="451078" y="217439"/>
                  </a:lnTo>
                  <a:lnTo>
                    <a:pt x="488264" y="208972"/>
                  </a:lnTo>
                  <a:lnTo>
                    <a:pt x="489707" y="207240"/>
                  </a:lnTo>
                  <a:lnTo>
                    <a:pt x="523766" y="207240"/>
                  </a:lnTo>
                  <a:lnTo>
                    <a:pt x="523766" y="172604"/>
                  </a:lnTo>
                  <a:lnTo>
                    <a:pt x="523225" y="160066"/>
                  </a:lnTo>
                  <a:lnTo>
                    <a:pt x="521602" y="148864"/>
                  </a:lnTo>
                  <a:lnTo>
                    <a:pt x="518896" y="138996"/>
                  </a:lnTo>
                  <a:lnTo>
                    <a:pt x="515107" y="130463"/>
                  </a:lnTo>
                  <a:lnTo>
                    <a:pt x="511136" y="124113"/>
                  </a:lnTo>
                  <a:close/>
                </a:path>
                <a:path w="1570990" h="401954">
                  <a:moveTo>
                    <a:pt x="523766" y="288636"/>
                  </a:moveTo>
                  <a:lnTo>
                    <a:pt x="489707" y="288636"/>
                  </a:lnTo>
                  <a:lnTo>
                    <a:pt x="489707" y="318654"/>
                  </a:lnTo>
                  <a:lnTo>
                    <a:pt x="523766" y="318654"/>
                  </a:lnTo>
                  <a:lnTo>
                    <a:pt x="523766" y="288636"/>
                  </a:lnTo>
                  <a:close/>
                </a:path>
                <a:path w="1570990" h="401954">
                  <a:moveTo>
                    <a:pt x="523766" y="207240"/>
                  </a:moveTo>
                  <a:lnTo>
                    <a:pt x="489707" y="207240"/>
                  </a:lnTo>
                  <a:lnTo>
                    <a:pt x="489702" y="238485"/>
                  </a:lnTo>
                  <a:lnTo>
                    <a:pt x="489256" y="245259"/>
                  </a:lnTo>
                  <a:lnTo>
                    <a:pt x="467987" y="281059"/>
                  </a:lnTo>
                  <a:lnTo>
                    <a:pt x="427362" y="293254"/>
                  </a:lnTo>
                  <a:lnTo>
                    <a:pt x="485759" y="293254"/>
                  </a:lnTo>
                  <a:lnTo>
                    <a:pt x="487975" y="288636"/>
                  </a:lnTo>
                  <a:lnTo>
                    <a:pt x="523766" y="288636"/>
                  </a:lnTo>
                  <a:lnTo>
                    <a:pt x="523766" y="207240"/>
                  </a:lnTo>
                  <a:close/>
                </a:path>
                <a:path w="1570990" h="401954">
                  <a:moveTo>
                    <a:pt x="448913" y="94095"/>
                  </a:moveTo>
                  <a:lnTo>
                    <a:pt x="441794" y="94095"/>
                  </a:lnTo>
                  <a:lnTo>
                    <a:pt x="433387" y="94384"/>
                  </a:lnTo>
                  <a:lnTo>
                    <a:pt x="391210" y="104919"/>
                  </a:lnTo>
                  <a:lnTo>
                    <a:pt x="357584" y="136506"/>
                  </a:lnTo>
                  <a:lnTo>
                    <a:pt x="352894" y="146049"/>
                  </a:lnTo>
                  <a:lnTo>
                    <a:pt x="385221" y="157595"/>
                  </a:lnTo>
                  <a:lnTo>
                    <a:pt x="388549" y="151624"/>
                  </a:lnTo>
                  <a:lnTo>
                    <a:pt x="392906" y="145833"/>
                  </a:lnTo>
                  <a:lnTo>
                    <a:pt x="431412" y="124781"/>
                  </a:lnTo>
                  <a:lnTo>
                    <a:pt x="442948" y="124113"/>
                  </a:lnTo>
                  <a:lnTo>
                    <a:pt x="511136" y="124113"/>
                  </a:lnTo>
                  <a:lnTo>
                    <a:pt x="510498" y="123094"/>
                  </a:lnTo>
                  <a:lnTo>
                    <a:pt x="473264" y="98253"/>
                  </a:lnTo>
                  <a:lnTo>
                    <a:pt x="457091" y="94961"/>
                  </a:lnTo>
                  <a:lnTo>
                    <a:pt x="448913" y="94095"/>
                  </a:lnTo>
                  <a:close/>
                </a:path>
                <a:path w="1570990" h="401954">
                  <a:moveTo>
                    <a:pt x="503562" y="0"/>
                  </a:moveTo>
                  <a:lnTo>
                    <a:pt x="463730" y="0"/>
                  </a:lnTo>
                  <a:lnTo>
                    <a:pt x="428516" y="66963"/>
                  </a:lnTo>
                  <a:lnTo>
                    <a:pt x="458534" y="66963"/>
                  </a:lnTo>
                  <a:lnTo>
                    <a:pt x="503562" y="0"/>
                  </a:lnTo>
                  <a:close/>
                </a:path>
                <a:path w="1570990" h="401954">
                  <a:moveTo>
                    <a:pt x="771236" y="284595"/>
                  </a:moveTo>
                  <a:lnTo>
                    <a:pt x="737177" y="284595"/>
                  </a:lnTo>
                  <a:lnTo>
                    <a:pt x="737177" y="401781"/>
                  </a:lnTo>
                  <a:lnTo>
                    <a:pt x="771236" y="401781"/>
                  </a:lnTo>
                  <a:lnTo>
                    <a:pt x="771236" y="284595"/>
                  </a:lnTo>
                  <a:close/>
                </a:path>
                <a:path w="1570990" h="401954">
                  <a:moveTo>
                    <a:pt x="670213" y="94095"/>
                  </a:moveTo>
                  <a:lnTo>
                    <a:pt x="631951" y="101969"/>
                  </a:lnTo>
                  <a:lnTo>
                    <a:pt x="594094" y="135668"/>
                  </a:lnTo>
                  <a:lnTo>
                    <a:pt x="578535" y="175779"/>
                  </a:lnTo>
                  <a:lnTo>
                    <a:pt x="575540" y="208395"/>
                  </a:lnTo>
                  <a:lnTo>
                    <a:pt x="576289" y="225415"/>
                  </a:lnTo>
                  <a:lnTo>
                    <a:pt x="587519" y="269442"/>
                  </a:lnTo>
                  <a:lnTo>
                    <a:pt x="610682" y="301480"/>
                  </a:lnTo>
                  <a:lnTo>
                    <a:pt x="656187" y="322397"/>
                  </a:lnTo>
                  <a:lnTo>
                    <a:pt x="669636" y="323272"/>
                  </a:lnTo>
                  <a:lnTo>
                    <a:pt x="679783" y="322830"/>
                  </a:lnTo>
                  <a:lnTo>
                    <a:pt x="715204" y="308516"/>
                  </a:lnTo>
                  <a:lnTo>
                    <a:pt x="728968" y="292677"/>
                  </a:lnTo>
                  <a:lnTo>
                    <a:pt x="674254" y="292677"/>
                  </a:lnTo>
                  <a:lnTo>
                    <a:pt x="664007" y="291973"/>
                  </a:lnTo>
                  <a:lnTo>
                    <a:pt x="625907" y="268071"/>
                  </a:lnTo>
                  <a:lnTo>
                    <a:pt x="611403" y="230403"/>
                  </a:lnTo>
                  <a:lnTo>
                    <a:pt x="609600" y="207818"/>
                  </a:lnTo>
                  <a:lnTo>
                    <a:pt x="610041" y="196417"/>
                  </a:lnTo>
                  <a:lnTo>
                    <a:pt x="620721" y="156720"/>
                  </a:lnTo>
                  <a:lnTo>
                    <a:pt x="654410" y="127469"/>
                  </a:lnTo>
                  <a:lnTo>
                    <a:pt x="674254" y="124690"/>
                  </a:lnTo>
                  <a:lnTo>
                    <a:pt x="729172" y="124690"/>
                  </a:lnTo>
                  <a:lnTo>
                    <a:pt x="728277" y="123440"/>
                  </a:lnTo>
                  <a:lnTo>
                    <a:pt x="723755" y="117474"/>
                  </a:lnTo>
                  <a:lnTo>
                    <a:pt x="719329" y="111413"/>
                  </a:lnTo>
                  <a:lnTo>
                    <a:pt x="712883" y="106025"/>
                  </a:lnTo>
                  <a:lnTo>
                    <a:pt x="704417" y="101311"/>
                  </a:lnTo>
                  <a:lnTo>
                    <a:pt x="697570" y="98154"/>
                  </a:lnTo>
                  <a:lnTo>
                    <a:pt x="689588" y="95899"/>
                  </a:lnTo>
                  <a:lnTo>
                    <a:pt x="680469" y="94546"/>
                  </a:lnTo>
                  <a:lnTo>
                    <a:pt x="670213" y="94095"/>
                  </a:lnTo>
                  <a:close/>
                </a:path>
                <a:path w="1570990" h="401954">
                  <a:moveTo>
                    <a:pt x="729172" y="124690"/>
                  </a:moveTo>
                  <a:lnTo>
                    <a:pt x="674254" y="124690"/>
                  </a:lnTo>
                  <a:lnTo>
                    <a:pt x="684230" y="125349"/>
                  </a:lnTo>
                  <a:lnTo>
                    <a:pt x="693376" y="127324"/>
                  </a:lnTo>
                  <a:lnTo>
                    <a:pt x="726497" y="155520"/>
                  </a:lnTo>
                  <a:lnTo>
                    <a:pt x="737303" y="195794"/>
                  </a:lnTo>
                  <a:lnTo>
                    <a:pt x="737754" y="207818"/>
                  </a:lnTo>
                  <a:lnTo>
                    <a:pt x="737294" y="220004"/>
                  </a:lnTo>
                  <a:lnTo>
                    <a:pt x="726290" y="261134"/>
                  </a:lnTo>
                  <a:lnTo>
                    <a:pt x="693160" y="290007"/>
                  </a:lnTo>
                  <a:lnTo>
                    <a:pt x="674254" y="292677"/>
                  </a:lnTo>
                  <a:lnTo>
                    <a:pt x="728968" y="292677"/>
                  </a:lnTo>
                  <a:lnTo>
                    <a:pt x="731789" y="288636"/>
                  </a:lnTo>
                  <a:lnTo>
                    <a:pt x="734290" y="284595"/>
                  </a:lnTo>
                  <a:lnTo>
                    <a:pt x="771236" y="284595"/>
                  </a:lnTo>
                  <a:lnTo>
                    <a:pt x="771236" y="132195"/>
                  </a:lnTo>
                  <a:lnTo>
                    <a:pt x="734290" y="132195"/>
                  </a:lnTo>
                  <a:lnTo>
                    <a:pt x="731789" y="128346"/>
                  </a:lnTo>
                  <a:lnTo>
                    <a:pt x="729172" y="124690"/>
                  </a:lnTo>
                  <a:close/>
                </a:path>
                <a:path w="1570990" h="401954">
                  <a:moveTo>
                    <a:pt x="771236" y="96981"/>
                  </a:moveTo>
                  <a:lnTo>
                    <a:pt x="738331" y="96981"/>
                  </a:lnTo>
                  <a:lnTo>
                    <a:pt x="738331" y="132195"/>
                  </a:lnTo>
                  <a:lnTo>
                    <a:pt x="771236" y="132195"/>
                  </a:lnTo>
                  <a:lnTo>
                    <a:pt x="771236" y="96981"/>
                  </a:lnTo>
                  <a:close/>
                </a:path>
                <a:path w="1570990" h="401954">
                  <a:moveTo>
                    <a:pt x="867640" y="96981"/>
                  </a:moveTo>
                  <a:lnTo>
                    <a:pt x="833581" y="96981"/>
                  </a:lnTo>
                  <a:lnTo>
                    <a:pt x="833586" y="237953"/>
                  </a:lnTo>
                  <a:lnTo>
                    <a:pt x="842818" y="284739"/>
                  </a:lnTo>
                  <a:lnTo>
                    <a:pt x="876588" y="316426"/>
                  </a:lnTo>
                  <a:lnTo>
                    <a:pt x="905163" y="321540"/>
                  </a:lnTo>
                  <a:lnTo>
                    <a:pt x="917178" y="320810"/>
                  </a:lnTo>
                  <a:lnTo>
                    <a:pt x="954412" y="303618"/>
                  </a:lnTo>
                  <a:lnTo>
                    <a:pt x="966874" y="288636"/>
                  </a:lnTo>
                  <a:lnTo>
                    <a:pt x="916131" y="288636"/>
                  </a:lnTo>
                  <a:lnTo>
                    <a:pt x="905993" y="287734"/>
                  </a:lnTo>
                  <a:lnTo>
                    <a:pt x="871032" y="257319"/>
                  </a:lnTo>
                  <a:lnTo>
                    <a:pt x="867640" y="235527"/>
                  </a:lnTo>
                  <a:lnTo>
                    <a:pt x="867640" y="96981"/>
                  </a:lnTo>
                  <a:close/>
                </a:path>
                <a:path w="1570990" h="401954">
                  <a:moveTo>
                    <a:pt x="1007340" y="281131"/>
                  </a:moveTo>
                  <a:lnTo>
                    <a:pt x="973281" y="281131"/>
                  </a:lnTo>
                  <a:lnTo>
                    <a:pt x="973281" y="318654"/>
                  </a:lnTo>
                  <a:lnTo>
                    <a:pt x="1007340" y="318654"/>
                  </a:lnTo>
                  <a:lnTo>
                    <a:pt x="1007340" y="281131"/>
                  </a:lnTo>
                  <a:close/>
                </a:path>
                <a:path w="1570990" h="401954">
                  <a:moveTo>
                    <a:pt x="1007340" y="96981"/>
                  </a:moveTo>
                  <a:lnTo>
                    <a:pt x="973281" y="96981"/>
                  </a:lnTo>
                  <a:lnTo>
                    <a:pt x="973281" y="228022"/>
                  </a:lnTo>
                  <a:lnTo>
                    <a:pt x="972713" y="237953"/>
                  </a:lnTo>
                  <a:lnTo>
                    <a:pt x="954159" y="273915"/>
                  </a:lnTo>
                  <a:lnTo>
                    <a:pt x="916131" y="288636"/>
                  </a:lnTo>
                  <a:lnTo>
                    <a:pt x="966874" y="288636"/>
                  </a:lnTo>
                  <a:lnTo>
                    <a:pt x="970972" y="281131"/>
                  </a:lnTo>
                  <a:lnTo>
                    <a:pt x="1007340" y="281131"/>
                  </a:lnTo>
                  <a:lnTo>
                    <a:pt x="1007340" y="96981"/>
                  </a:lnTo>
                  <a:close/>
                </a:path>
                <a:path w="1570990" h="401954">
                  <a:moveTo>
                    <a:pt x="1103781" y="96981"/>
                  </a:moveTo>
                  <a:lnTo>
                    <a:pt x="1069722" y="96981"/>
                  </a:lnTo>
                  <a:lnTo>
                    <a:pt x="1069722" y="318654"/>
                  </a:lnTo>
                  <a:lnTo>
                    <a:pt x="1103781" y="318654"/>
                  </a:lnTo>
                  <a:lnTo>
                    <a:pt x="1103781" y="96981"/>
                  </a:lnTo>
                  <a:close/>
                </a:path>
                <a:path w="1570990" h="401954">
                  <a:moveTo>
                    <a:pt x="1093679" y="13854"/>
                  </a:moveTo>
                  <a:lnTo>
                    <a:pt x="1080402" y="13854"/>
                  </a:lnTo>
                  <a:lnTo>
                    <a:pt x="1074677" y="16115"/>
                  </a:lnTo>
                  <a:lnTo>
                    <a:pt x="1069866" y="20637"/>
                  </a:lnTo>
                  <a:lnTo>
                    <a:pt x="1065152" y="25159"/>
                  </a:lnTo>
                  <a:lnTo>
                    <a:pt x="1062795" y="30595"/>
                  </a:lnTo>
                  <a:lnTo>
                    <a:pt x="1062795" y="43295"/>
                  </a:lnTo>
                  <a:lnTo>
                    <a:pt x="1065152" y="48731"/>
                  </a:lnTo>
                  <a:lnTo>
                    <a:pt x="1069866" y="53253"/>
                  </a:lnTo>
                  <a:lnTo>
                    <a:pt x="1074677" y="57775"/>
                  </a:lnTo>
                  <a:lnTo>
                    <a:pt x="1080402" y="60036"/>
                  </a:lnTo>
                  <a:lnTo>
                    <a:pt x="1093679" y="60036"/>
                  </a:lnTo>
                  <a:lnTo>
                    <a:pt x="1099355" y="57775"/>
                  </a:lnTo>
                  <a:lnTo>
                    <a:pt x="1104070" y="53253"/>
                  </a:lnTo>
                  <a:lnTo>
                    <a:pt x="1108880" y="48731"/>
                  </a:lnTo>
                  <a:lnTo>
                    <a:pt x="1111286" y="43295"/>
                  </a:lnTo>
                  <a:lnTo>
                    <a:pt x="1111286" y="30595"/>
                  </a:lnTo>
                  <a:lnTo>
                    <a:pt x="1108880" y="25159"/>
                  </a:lnTo>
                  <a:lnTo>
                    <a:pt x="1104070" y="20637"/>
                  </a:lnTo>
                  <a:lnTo>
                    <a:pt x="1099355" y="16115"/>
                  </a:lnTo>
                  <a:lnTo>
                    <a:pt x="1093679" y="13854"/>
                  </a:lnTo>
                  <a:close/>
                </a:path>
                <a:path w="1570990" h="401954">
                  <a:moveTo>
                    <a:pt x="1199067" y="96981"/>
                  </a:moveTo>
                  <a:lnTo>
                    <a:pt x="1166163" y="96981"/>
                  </a:lnTo>
                  <a:lnTo>
                    <a:pt x="1166163" y="318654"/>
                  </a:lnTo>
                  <a:lnTo>
                    <a:pt x="1200222" y="318654"/>
                  </a:lnTo>
                  <a:lnTo>
                    <a:pt x="1200222" y="185304"/>
                  </a:lnTo>
                  <a:lnTo>
                    <a:pt x="1200682" y="175996"/>
                  </a:lnTo>
                  <a:lnTo>
                    <a:pt x="1216277" y="140457"/>
                  </a:lnTo>
                  <a:lnTo>
                    <a:pt x="1227952" y="131618"/>
                  </a:lnTo>
                  <a:lnTo>
                    <a:pt x="1199067" y="131618"/>
                  </a:lnTo>
                  <a:lnTo>
                    <a:pt x="1199067" y="96981"/>
                  </a:lnTo>
                  <a:close/>
                </a:path>
                <a:path w="1570990" h="401954">
                  <a:moveTo>
                    <a:pt x="1328513" y="124690"/>
                  </a:moveTo>
                  <a:lnTo>
                    <a:pt x="1256794" y="124690"/>
                  </a:lnTo>
                  <a:lnTo>
                    <a:pt x="1267997" y="125610"/>
                  </a:lnTo>
                  <a:lnTo>
                    <a:pt x="1277937" y="128371"/>
                  </a:lnTo>
                  <a:lnTo>
                    <a:pt x="1304203" y="156873"/>
                  </a:lnTo>
                  <a:lnTo>
                    <a:pt x="1307594" y="180109"/>
                  </a:lnTo>
                  <a:lnTo>
                    <a:pt x="1307594" y="318654"/>
                  </a:lnTo>
                  <a:lnTo>
                    <a:pt x="1341653" y="318654"/>
                  </a:lnTo>
                  <a:lnTo>
                    <a:pt x="1341575" y="175996"/>
                  </a:lnTo>
                  <a:lnTo>
                    <a:pt x="1332273" y="131040"/>
                  </a:lnTo>
                  <a:lnTo>
                    <a:pt x="1328513" y="124690"/>
                  </a:lnTo>
                  <a:close/>
                </a:path>
                <a:path w="1570990" h="401954">
                  <a:moveTo>
                    <a:pt x="1266608" y="94095"/>
                  </a:moveTo>
                  <a:lnTo>
                    <a:pt x="1225622" y="104486"/>
                  </a:lnTo>
                  <a:lnTo>
                    <a:pt x="1201953" y="131618"/>
                  </a:lnTo>
                  <a:lnTo>
                    <a:pt x="1227952" y="131618"/>
                  </a:lnTo>
                  <a:lnTo>
                    <a:pt x="1234281" y="128668"/>
                  </a:lnTo>
                  <a:lnTo>
                    <a:pt x="1241352" y="126458"/>
                  </a:lnTo>
                  <a:lnTo>
                    <a:pt x="1248857" y="125132"/>
                  </a:lnTo>
                  <a:lnTo>
                    <a:pt x="1256794" y="124690"/>
                  </a:lnTo>
                  <a:lnTo>
                    <a:pt x="1328513" y="124690"/>
                  </a:lnTo>
                  <a:lnTo>
                    <a:pt x="1327113" y="122327"/>
                  </a:lnTo>
                  <a:lnTo>
                    <a:pt x="1287715" y="96404"/>
                  </a:lnTo>
                  <a:lnTo>
                    <a:pt x="1277513" y="94672"/>
                  </a:lnTo>
                  <a:lnTo>
                    <a:pt x="1266608" y="94095"/>
                  </a:lnTo>
                  <a:close/>
                </a:path>
                <a:path w="1570990" h="401954">
                  <a:moveTo>
                    <a:pt x="1558092" y="124113"/>
                  </a:moveTo>
                  <a:lnTo>
                    <a:pt x="1489904" y="124113"/>
                  </a:lnTo>
                  <a:lnTo>
                    <a:pt x="1500918" y="124853"/>
                  </a:lnTo>
                  <a:lnTo>
                    <a:pt x="1510434" y="127072"/>
                  </a:lnTo>
                  <a:lnTo>
                    <a:pt x="1535933" y="159056"/>
                  </a:lnTo>
                  <a:lnTo>
                    <a:pt x="1536663" y="169140"/>
                  </a:lnTo>
                  <a:lnTo>
                    <a:pt x="1536663" y="175779"/>
                  </a:lnTo>
                  <a:lnTo>
                    <a:pt x="1534691" y="179628"/>
                  </a:lnTo>
                  <a:lnTo>
                    <a:pt x="1530746" y="181840"/>
                  </a:lnTo>
                  <a:lnTo>
                    <a:pt x="1526898" y="184053"/>
                  </a:lnTo>
                  <a:lnTo>
                    <a:pt x="1520740" y="185641"/>
                  </a:lnTo>
                  <a:lnTo>
                    <a:pt x="1505518" y="187334"/>
                  </a:lnTo>
                  <a:lnTo>
                    <a:pt x="1479513" y="190500"/>
                  </a:lnTo>
                  <a:lnTo>
                    <a:pt x="1441359" y="197860"/>
                  </a:lnTo>
                  <a:lnTo>
                    <a:pt x="1405072" y="219183"/>
                  </a:lnTo>
                  <a:lnTo>
                    <a:pt x="1393605" y="257463"/>
                  </a:lnTo>
                  <a:lnTo>
                    <a:pt x="1394131" y="266158"/>
                  </a:lnTo>
                  <a:lnTo>
                    <a:pt x="1415472" y="306062"/>
                  </a:lnTo>
                  <a:lnTo>
                    <a:pt x="1458831" y="323353"/>
                  </a:lnTo>
                  <a:lnTo>
                    <a:pt x="1469123" y="323849"/>
                  </a:lnTo>
                  <a:lnTo>
                    <a:pt x="1478422" y="323489"/>
                  </a:lnTo>
                  <a:lnTo>
                    <a:pt x="1519012" y="308038"/>
                  </a:lnTo>
                  <a:lnTo>
                    <a:pt x="1532715" y="293254"/>
                  </a:lnTo>
                  <a:lnTo>
                    <a:pt x="1474318" y="293254"/>
                  </a:lnTo>
                  <a:lnTo>
                    <a:pt x="1464490" y="292677"/>
                  </a:lnTo>
                  <a:lnTo>
                    <a:pt x="1430842" y="273049"/>
                  </a:lnTo>
                  <a:lnTo>
                    <a:pt x="1427559" y="248804"/>
                  </a:lnTo>
                  <a:lnTo>
                    <a:pt x="1429868" y="241973"/>
                  </a:lnTo>
                  <a:lnTo>
                    <a:pt x="1464937" y="222213"/>
                  </a:lnTo>
                  <a:lnTo>
                    <a:pt x="1492069" y="218209"/>
                  </a:lnTo>
                  <a:lnTo>
                    <a:pt x="1498034" y="217439"/>
                  </a:lnTo>
                  <a:lnTo>
                    <a:pt x="1535220" y="208972"/>
                  </a:lnTo>
                  <a:lnTo>
                    <a:pt x="1536663" y="207240"/>
                  </a:lnTo>
                  <a:lnTo>
                    <a:pt x="1570723" y="207240"/>
                  </a:lnTo>
                  <a:lnTo>
                    <a:pt x="1570723" y="172604"/>
                  </a:lnTo>
                  <a:lnTo>
                    <a:pt x="1570181" y="160066"/>
                  </a:lnTo>
                  <a:lnTo>
                    <a:pt x="1568558" y="148864"/>
                  </a:lnTo>
                  <a:lnTo>
                    <a:pt x="1565852" y="138996"/>
                  </a:lnTo>
                  <a:lnTo>
                    <a:pt x="1562063" y="130463"/>
                  </a:lnTo>
                  <a:lnTo>
                    <a:pt x="1558092" y="124113"/>
                  </a:lnTo>
                  <a:close/>
                </a:path>
                <a:path w="1570990" h="401954">
                  <a:moveTo>
                    <a:pt x="1570723" y="288636"/>
                  </a:moveTo>
                  <a:lnTo>
                    <a:pt x="1536663" y="288636"/>
                  </a:lnTo>
                  <a:lnTo>
                    <a:pt x="1536663" y="318654"/>
                  </a:lnTo>
                  <a:lnTo>
                    <a:pt x="1570723" y="318654"/>
                  </a:lnTo>
                  <a:lnTo>
                    <a:pt x="1570723" y="288636"/>
                  </a:lnTo>
                  <a:close/>
                </a:path>
                <a:path w="1570990" h="401954">
                  <a:moveTo>
                    <a:pt x="1570723" y="207240"/>
                  </a:moveTo>
                  <a:lnTo>
                    <a:pt x="1536663" y="207240"/>
                  </a:lnTo>
                  <a:lnTo>
                    <a:pt x="1536659" y="238485"/>
                  </a:lnTo>
                  <a:lnTo>
                    <a:pt x="1536212" y="245259"/>
                  </a:lnTo>
                  <a:lnTo>
                    <a:pt x="1514944" y="281059"/>
                  </a:lnTo>
                  <a:lnTo>
                    <a:pt x="1474318" y="293254"/>
                  </a:lnTo>
                  <a:lnTo>
                    <a:pt x="1532715" y="293254"/>
                  </a:lnTo>
                  <a:lnTo>
                    <a:pt x="1534932" y="288636"/>
                  </a:lnTo>
                  <a:lnTo>
                    <a:pt x="1570723" y="288636"/>
                  </a:lnTo>
                  <a:lnTo>
                    <a:pt x="1570723" y="207240"/>
                  </a:lnTo>
                  <a:close/>
                </a:path>
                <a:path w="1570990" h="401954">
                  <a:moveTo>
                    <a:pt x="1495869" y="94095"/>
                  </a:moveTo>
                  <a:lnTo>
                    <a:pt x="1488750" y="94095"/>
                  </a:lnTo>
                  <a:lnTo>
                    <a:pt x="1480343" y="94384"/>
                  </a:lnTo>
                  <a:lnTo>
                    <a:pt x="1438166" y="104919"/>
                  </a:lnTo>
                  <a:lnTo>
                    <a:pt x="1404540" y="136506"/>
                  </a:lnTo>
                  <a:lnTo>
                    <a:pt x="1399850" y="146049"/>
                  </a:lnTo>
                  <a:lnTo>
                    <a:pt x="1432177" y="157595"/>
                  </a:lnTo>
                  <a:lnTo>
                    <a:pt x="1435505" y="151624"/>
                  </a:lnTo>
                  <a:lnTo>
                    <a:pt x="1439862" y="145833"/>
                  </a:lnTo>
                  <a:lnTo>
                    <a:pt x="1478368" y="124781"/>
                  </a:lnTo>
                  <a:lnTo>
                    <a:pt x="1489904" y="124113"/>
                  </a:lnTo>
                  <a:lnTo>
                    <a:pt x="1558092" y="124113"/>
                  </a:lnTo>
                  <a:lnTo>
                    <a:pt x="1557454" y="123094"/>
                  </a:lnTo>
                  <a:lnTo>
                    <a:pt x="1520220" y="98253"/>
                  </a:lnTo>
                  <a:lnTo>
                    <a:pt x="1504048" y="94961"/>
                  </a:lnTo>
                  <a:lnTo>
                    <a:pt x="1495869" y="9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268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776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172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5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5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5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5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5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5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5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5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5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5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5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5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5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5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5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5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5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5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268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776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9531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971261" y="2954633"/>
            <a:ext cx="1879399" cy="524063"/>
            <a:chOff x="2387600" y="4152900"/>
            <a:chExt cx="2641600" cy="736600"/>
          </a:xfrm>
        </p:grpSpPr>
        <p:sp>
          <p:nvSpPr>
            <p:cNvPr id="19" name="object 19"/>
            <p:cNvSpPr/>
            <p:nvPr/>
          </p:nvSpPr>
          <p:spPr>
            <a:xfrm>
              <a:off x="23876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0" name="object 20"/>
            <p:cNvSpPr/>
            <p:nvPr/>
          </p:nvSpPr>
          <p:spPr>
            <a:xfrm>
              <a:off x="24384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45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22" name="object 22"/>
          <p:cNvSpPr/>
          <p:nvPr/>
        </p:nvSpPr>
        <p:spPr>
          <a:xfrm>
            <a:off x="2244073" y="2456854"/>
            <a:ext cx="1326355" cy="229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23" name="object 23"/>
          <p:cNvGrpSpPr/>
          <p:nvPr/>
        </p:nvGrpSpPr>
        <p:grpSpPr>
          <a:xfrm>
            <a:off x="1971261" y="3659407"/>
            <a:ext cx="1879399" cy="524063"/>
            <a:chOff x="2387600" y="5143500"/>
            <a:chExt cx="2641600" cy="736600"/>
          </a:xfrm>
        </p:grpSpPr>
        <p:sp>
          <p:nvSpPr>
            <p:cNvPr id="24" name="object 24"/>
            <p:cNvSpPr/>
            <p:nvPr/>
          </p:nvSpPr>
          <p:spPr>
            <a:xfrm>
              <a:off x="23876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5" name="object 25"/>
            <p:cNvSpPr/>
            <p:nvPr/>
          </p:nvSpPr>
          <p:spPr>
            <a:xfrm>
              <a:off x="24384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6" name="object 26"/>
            <p:cNvSpPr/>
            <p:nvPr/>
          </p:nvSpPr>
          <p:spPr>
            <a:xfrm>
              <a:off x="31780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4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4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4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4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4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4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4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4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4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4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4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4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4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4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4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4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4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4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971261" y="4364182"/>
            <a:ext cx="1879399" cy="524063"/>
            <a:chOff x="2387600" y="6134100"/>
            <a:chExt cx="2641600" cy="736600"/>
          </a:xfrm>
        </p:grpSpPr>
        <p:sp>
          <p:nvSpPr>
            <p:cNvPr id="28" name="object 28"/>
            <p:cNvSpPr/>
            <p:nvPr/>
          </p:nvSpPr>
          <p:spPr>
            <a:xfrm>
              <a:off x="23876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9" name="object 29"/>
            <p:cNvSpPr/>
            <p:nvPr/>
          </p:nvSpPr>
          <p:spPr>
            <a:xfrm>
              <a:off x="24384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0" name="object 30"/>
            <p:cNvSpPr/>
            <p:nvPr/>
          </p:nvSpPr>
          <p:spPr>
            <a:xfrm>
              <a:off x="31139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880716" y="2114324"/>
            <a:ext cx="2340213" cy="3035953"/>
            <a:chOff x="6477000" y="2971800"/>
            <a:chExt cx="3289300" cy="4267200"/>
          </a:xfrm>
        </p:grpSpPr>
        <p:sp>
          <p:nvSpPr>
            <p:cNvPr id="32" name="object 32"/>
            <p:cNvSpPr/>
            <p:nvPr/>
          </p:nvSpPr>
          <p:spPr>
            <a:xfrm>
              <a:off x="64770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3" name="object 33"/>
            <p:cNvSpPr/>
            <p:nvPr/>
          </p:nvSpPr>
          <p:spPr>
            <a:xfrm>
              <a:off x="64770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115640" y="5421344"/>
            <a:ext cx="1879399" cy="524063"/>
            <a:chOff x="6807200" y="7620000"/>
            <a:chExt cx="2641600" cy="736600"/>
          </a:xfrm>
        </p:grpSpPr>
        <p:sp>
          <p:nvSpPr>
            <p:cNvPr id="35" name="object 35"/>
            <p:cNvSpPr/>
            <p:nvPr/>
          </p:nvSpPr>
          <p:spPr>
            <a:xfrm>
              <a:off x="6807200" y="76200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6" name="object 36"/>
            <p:cNvSpPr/>
            <p:nvPr/>
          </p:nvSpPr>
          <p:spPr>
            <a:xfrm>
              <a:off x="6858000" y="76200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7" name="object 37"/>
            <p:cNvSpPr/>
            <p:nvPr/>
          </p:nvSpPr>
          <p:spPr>
            <a:xfrm>
              <a:off x="7770487" y="77724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115640" y="2954633"/>
            <a:ext cx="1879399" cy="524063"/>
            <a:chOff x="6807200" y="4152900"/>
            <a:chExt cx="2641600" cy="736600"/>
          </a:xfrm>
        </p:grpSpPr>
        <p:sp>
          <p:nvSpPr>
            <p:cNvPr id="39" name="object 39"/>
            <p:cNvSpPr/>
            <p:nvPr/>
          </p:nvSpPr>
          <p:spPr>
            <a:xfrm>
              <a:off x="68072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0" name="object 40"/>
            <p:cNvSpPr/>
            <p:nvPr/>
          </p:nvSpPr>
          <p:spPr>
            <a:xfrm>
              <a:off x="68580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1" name="object 41"/>
            <p:cNvSpPr/>
            <p:nvPr/>
          </p:nvSpPr>
          <p:spPr>
            <a:xfrm>
              <a:off x="76841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42" name="object 42"/>
          <p:cNvSpPr/>
          <p:nvPr/>
        </p:nvSpPr>
        <p:spPr>
          <a:xfrm>
            <a:off x="5604741" y="2473283"/>
            <a:ext cx="911977" cy="213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43" name="object 43"/>
          <p:cNvGrpSpPr/>
          <p:nvPr/>
        </p:nvGrpSpPr>
        <p:grpSpPr>
          <a:xfrm>
            <a:off x="5115640" y="3659407"/>
            <a:ext cx="1879399" cy="524063"/>
            <a:chOff x="6807200" y="5143500"/>
            <a:chExt cx="2641600" cy="736600"/>
          </a:xfrm>
        </p:grpSpPr>
        <p:sp>
          <p:nvSpPr>
            <p:cNvPr id="44" name="object 44"/>
            <p:cNvSpPr/>
            <p:nvPr/>
          </p:nvSpPr>
          <p:spPr>
            <a:xfrm>
              <a:off x="68072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5" name="object 45"/>
            <p:cNvSpPr/>
            <p:nvPr/>
          </p:nvSpPr>
          <p:spPr>
            <a:xfrm>
              <a:off x="68580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6" name="object 46"/>
            <p:cNvSpPr/>
            <p:nvPr/>
          </p:nvSpPr>
          <p:spPr>
            <a:xfrm>
              <a:off x="75976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4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4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4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4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4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4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4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4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4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4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4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4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4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4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4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4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4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4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5115640" y="4364182"/>
            <a:ext cx="1879399" cy="524063"/>
            <a:chOff x="6807200" y="6134100"/>
            <a:chExt cx="2641600" cy="736600"/>
          </a:xfrm>
        </p:grpSpPr>
        <p:sp>
          <p:nvSpPr>
            <p:cNvPr id="48" name="object 48"/>
            <p:cNvSpPr/>
            <p:nvPr/>
          </p:nvSpPr>
          <p:spPr>
            <a:xfrm>
              <a:off x="68072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9" name="object 49"/>
            <p:cNvSpPr/>
            <p:nvPr/>
          </p:nvSpPr>
          <p:spPr>
            <a:xfrm>
              <a:off x="68580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35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51" name="object 51"/>
          <p:cNvSpPr/>
          <p:nvPr/>
        </p:nvSpPr>
        <p:spPr>
          <a:xfrm>
            <a:off x="4731991" y="1061782"/>
            <a:ext cx="2632965" cy="270164"/>
          </a:xfrm>
          <a:custGeom>
            <a:avLst/>
            <a:gdLst/>
            <a:ahLst/>
            <a:cxnLst/>
            <a:rect l="l" t="t" r="r" b="b"/>
            <a:pathLst>
              <a:path w="3700779" h="379730">
                <a:moveTo>
                  <a:pt x="78112" y="5051"/>
                </a:moveTo>
                <a:lnTo>
                  <a:pt x="0" y="5051"/>
                </a:lnTo>
                <a:lnTo>
                  <a:pt x="0" y="374505"/>
                </a:lnTo>
                <a:lnTo>
                  <a:pt x="78112" y="374505"/>
                </a:lnTo>
                <a:lnTo>
                  <a:pt x="78112" y="221889"/>
                </a:lnTo>
                <a:lnTo>
                  <a:pt x="314613" y="221889"/>
                </a:lnTo>
                <a:lnTo>
                  <a:pt x="314613" y="157487"/>
                </a:lnTo>
                <a:lnTo>
                  <a:pt x="78112" y="157487"/>
                </a:lnTo>
                <a:lnTo>
                  <a:pt x="78112" y="5051"/>
                </a:lnTo>
                <a:close/>
              </a:path>
              <a:path w="3700779" h="379730">
                <a:moveTo>
                  <a:pt x="314613" y="221889"/>
                </a:moveTo>
                <a:lnTo>
                  <a:pt x="236681" y="221889"/>
                </a:lnTo>
                <a:lnTo>
                  <a:pt x="236681" y="374505"/>
                </a:lnTo>
                <a:lnTo>
                  <a:pt x="314613" y="374505"/>
                </a:lnTo>
                <a:lnTo>
                  <a:pt x="314613" y="221889"/>
                </a:lnTo>
                <a:close/>
              </a:path>
              <a:path w="3700779" h="379730">
                <a:moveTo>
                  <a:pt x="314613" y="5051"/>
                </a:moveTo>
                <a:lnTo>
                  <a:pt x="236681" y="5051"/>
                </a:lnTo>
                <a:lnTo>
                  <a:pt x="236681" y="157487"/>
                </a:lnTo>
                <a:lnTo>
                  <a:pt x="314613" y="157487"/>
                </a:lnTo>
                <a:lnTo>
                  <a:pt x="314613" y="5051"/>
                </a:lnTo>
                <a:close/>
              </a:path>
              <a:path w="3700779" h="379730">
                <a:moveTo>
                  <a:pt x="545522" y="0"/>
                </a:moveTo>
                <a:lnTo>
                  <a:pt x="498799" y="5592"/>
                </a:lnTo>
                <a:lnTo>
                  <a:pt x="457127" y="22369"/>
                </a:lnTo>
                <a:lnTo>
                  <a:pt x="422085" y="49609"/>
                </a:lnTo>
                <a:lnTo>
                  <a:pt x="395251" y="86951"/>
                </a:lnTo>
                <a:lnTo>
                  <a:pt x="378203" y="133855"/>
                </a:lnTo>
                <a:lnTo>
                  <a:pt x="372521" y="189778"/>
                </a:lnTo>
                <a:lnTo>
                  <a:pt x="373954" y="218867"/>
                </a:lnTo>
                <a:lnTo>
                  <a:pt x="385307" y="270111"/>
                </a:lnTo>
                <a:lnTo>
                  <a:pt x="407642" y="312369"/>
                </a:lnTo>
                <a:lnTo>
                  <a:pt x="438580" y="344751"/>
                </a:lnTo>
                <a:lnTo>
                  <a:pt x="477332" y="366974"/>
                </a:lnTo>
                <a:lnTo>
                  <a:pt x="521529" y="378158"/>
                </a:lnTo>
                <a:lnTo>
                  <a:pt x="545522" y="379556"/>
                </a:lnTo>
                <a:lnTo>
                  <a:pt x="569419" y="378158"/>
                </a:lnTo>
                <a:lnTo>
                  <a:pt x="613374" y="367075"/>
                </a:lnTo>
                <a:lnTo>
                  <a:pt x="652182" y="344931"/>
                </a:lnTo>
                <a:lnTo>
                  <a:pt x="683211" y="312550"/>
                </a:lnTo>
                <a:lnTo>
                  <a:pt x="684508" y="310464"/>
                </a:lnTo>
                <a:lnTo>
                  <a:pt x="545522" y="310464"/>
                </a:lnTo>
                <a:lnTo>
                  <a:pt x="531812" y="309596"/>
                </a:lnTo>
                <a:lnTo>
                  <a:pt x="486126" y="288816"/>
                </a:lnTo>
                <a:lnTo>
                  <a:pt x="463261" y="255803"/>
                </a:lnTo>
                <a:lnTo>
                  <a:pt x="452437" y="208584"/>
                </a:lnTo>
                <a:lnTo>
                  <a:pt x="451715" y="189778"/>
                </a:lnTo>
                <a:lnTo>
                  <a:pt x="452437" y="170971"/>
                </a:lnTo>
                <a:lnTo>
                  <a:pt x="463261" y="123752"/>
                </a:lnTo>
                <a:lnTo>
                  <a:pt x="486126" y="90740"/>
                </a:lnTo>
                <a:lnTo>
                  <a:pt x="531812" y="69960"/>
                </a:lnTo>
                <a:lnTo>
                  <a:pt x="545522" y="69092"/>
                </a:lnTo>
                <a:lnTo>
                  <a:pt x="684502" y="69092"/>
                </a:lnTo>
                <a:lnTo>
                  <a:pt x="683211" y="67017"/>
                </a:lnTo>
                <a:lnTo>
                  <a:pt x="652182" y="34726"/>
                </a:lnTo>
                <a:lnTo>
                  <a:pt x="613374" y="12582"/>
                </a:lnTo>
                <a:lnTo>
                  <a:pt x="569357" y="1398"/>
                </a:lnTo>
                <a:lnTo>
                  <a:pt x="545522" y="0"/>
                </a:lnTo>
                <a:close/>
              </a:path>
              <a:path w="3700779" h="379730">
                <a:moveTo>
                  <a:pt x="684502" y="69092"/>
                </a:moveTo>
                <a:lnTo>
                  <a:pt x="545522" y="69092"/>
                </a:lnTo>
                <a:lnTo>
                  <a:pt x="559232" y="69960"/>
                </a:lnTo>
                <a:lnTo>
                  <a:pt x="572041" y="72565"/>
                </a:lnTo>
                <a:lnTo>
                  <a:pt x="613667" y="100120"/>
                </a:lnTo>
                <a:lnTo>
                  <a:pt x="632733" y="137959"/>
                </a:lnTo>
                <a:lnTo>
                  <a:pt x="639329" y="189778"/>
                </a:lnTo>
                <a:lnTo>
                  <a:pt x="638596" y="208584"/>
                </a:lnTo>
                <a:lnTo>
                  <a:pt x="627603" y="255803"/>
                </a:lnTo>
                <a:lnTo>
                  <a:pt x="604907" y="288816"/>
                </a:lnTo>
                <a:lnTo>
                  <a:pt x="559232" y="309596"/>
                </a:lnTo>
                <a:lnTo>
                  <a:pt x="545522" y="310464"/>
                </a:lnTo>
                <a:lnTo>
                  <a:pt x="684508" y="310464"/>
                </a:lnTo>
                <a:lnTo>
                  <a:pt x="705636" y="270280"/>
                </a:lnTo>
                <a:lnTo>
                  <a:pt x="717096" y="218788"/>
                </a:lnTo>
                <a:lnTo>
                  <a:pt x="718524" y="189778"/>
                </a:lnTo>
                <a:lnTo>
                  <a:pt x="717092" y="160689"/>
                </a:lnTo>
                <a:lnTo>
                  <a:pt x="712796" y="133855"/>
                </a:lnTo>
                <a:lnTo>
                  <a:pt x="705636" y="109275"/>
                </a:lnTo>
                <a:lnTo>
                  <a:pt x="695613" y="86951"/>
                </a:lnTo>
                <a:lnTo>
                  <a:pt x="684502" y="69092"/>
                </a:lnTo>
                <a:close/>
              </a:path>
              <a:path w="3700779" h="379730">
                <a:moveTo>
                  <a:pt x="872719" y="5051"/>
                </a:moveTo>
                <a:lnTo>
                  <a:pt x="776386" y="5051"/>
                </a:lnTo>
                <a:lnTo>
                  <a:pt x="776386" y="374505"/>
                </a:lnTo>
                <a:lnTo>
                  <a:pt x="852153" y="374505"/>
                </a:lnTo>
                <a:lnTo>
                  <a:pt x="852153" y="133133"/>
                </a:lnTo>
                <a:lnTo>
                  <a:pt x="925218" y="133133"/>
                </a:lnTo>
                <a:lnTo>
                  <a:pt x="872719" y="5051"/>
                </a:lnTo>
                <a:close/>
              </a:path>
              <a:path w="3700779" h="379730">
                <a:moveTo>
                  <a:pt x="1176869" y="134035"/>
                </a:moveTo>
                <a:lnTo>
                  <a:pt x="1101102" y="134035"/>
                </a:lnTo>
                <a:lnTo>
                  <a:pt x="1101102" y="374505"/>
                </a:lnTo>
                <a:lnTo>
                  <a:pt x="1176869" y="374505"/>
                </a:lnTo>
                <a:lnTo>
                  <a:pt x="1176869" y="134035"/>
                </a:lnTo>
                <a:close/>
              </a:path>
              <a:path w="3700779" h="379730">
                <a:moveTo>
                  <a:pt x="925218" y="133133"/>
                </a:moveTo>
                <a:lnTo>
                  <a:pt x="855220" y="133133"/>
                </a:lnTo>
                <a:lnTo>
                  <a:pt x="950831" y="372701"/>
                </a:lnTo>
                <a:lnTo>
                  <a:pt x="1002425" y="372701"/>
                </a:lnTo>
                <a:lnTo>
                  <a:pt x="1050266" y="253278"/>
                </a:lnTo>
                <a:lnTo>
                  <a:pt x="974463" y="253278"/>
                </a:lnTo>
                <a:lnTo>
                  <a:pt x="925218" y="133133"/>
                </a:lnTo>
                <a:close/>
              </a:path>
              <a:path w="3700779" h="379730">
                <a:moveTo>
                  <a:pt x="1176869" y="5051"/>
                </a:moveTo>
                <a:lnTo>
                  <a:pt x="1080537" y="5051"/>
                </a:lnTo>
                <a:lnTo>
                  <a:pt x="978793" y="253278"/>
                </a:lnTo>
                <a:lnTo>
                  <a:pt x="1050266" y="253278"/>
                </a:lnTo>
                <a:lnTo>
                  <a:pt x="1098035" y="134035"/>
                </a:lnTo>
                <a:lnTo>
                  <a:pt x="1176869" y="134035"/>
                </a:lnTo>
                <a:lnTo>
                  <a:pt x="1176869" y="5051"/>
                </a:lnTo>
                <a:close/>
              </a:path>
              <a:path w="3700779" h="379730">
                <a:moveTo>
                  <a:pt x="1490175" y="5051"/>
                </a:moveTo>
                <a:lnTo>
                  <a:pt x="1241226" y="5051"/>
                </a:lnTo>
                <a:lnTo>
                  <a:pt x="1241226" y="374505"/>
                </a:lnTo>
                <a:lnTo>
                  <a:pt x="1490897" y="374505"/>
                </a:lnTo>
                <a:lnTo>
                  <a:pt x="1490897" y="310103"/>
                </a:lnTo>
                <a:lnTo>
                  <a:pt x="1319338" y="310103"/>
                </a:lnTo>
                <a:lnTo>
                  <a:pt x="1319338" y="221889"/>
                </a:lnTo>
                <a:lnTo>
                  <a:pt x="1477367" y="221889"/>
                </a:lnTo>
                <a:lnTo>
                  <a:pt x="1477367" y="157487"/>
                </a:lnTo>
                <a:lnTo>
                  <a:pt x="1319338" y="157487"/>
                </a:lnTo>
                <a:lnTo>
                  <a:pt x="1319338" y="69453"/>
                </a:lnTo>
                <a:lnTo>
                  <a:pt x="1490175" y="69453"/>
                </a:lnTo>
                <a:lnTo>
                  <a:pt x="1490175" y="5051"/>
                </a:lnTo>
                <a:close/>
              </a:path>
              <a:path w="3700779" h="379730">
                <a:moveTo>
                  <a:pt x="1815612" y="5051"/>
                </a:moveTo>
                <a:lnTo>
                  <a:pt x="1669851" y="5051"/>
                </a:lnTo>
                <a:lnTo>
                  <a:pt x="1669851" y="374505"/>
                </a:lnTo>
                <a:lnTo>
                  <a:pt x="1747963" y="374505"/>
                </a:lnTo>
                <a:lnTo>
                  <a:pt x="1747963" y="254721"/>
                </a:lnTo>
                <a:lnTo>
                  <a:pt x="1720723" y="254721"/>
                </a:lnTo>
                <a:lnTo>
                  <a:pt x="1720723" y="192123"/>
                </a:lnTo>
                <a:lnTo>
                  <a:pt x="1747963" y="192123"/>
                </a:lnTo>
                <a:lnTo>
                  <a:pt x="1747963" y="68911"/>
                </a:lnTo>
                <a:lnTo>
                  <a:pt x="1934025" y="68911"/>
                </a:lnTo>
                <a:lnTo>
                  <a:pt x="1901143" y="29821"/>
                </a:lnTo>
                <a:lnTo>
                  <a:pt x="1854533" y="9064"/>
                </a:lnTo>
                <a:lnTo>
                  <a:pt x="1835851" y="6054"/>
                </a:lnTo>
                <a:lnTo>
                  <a:pt x="1815612" y="5051"/>
                </a:lnTo>
                <a:close/>
              </a:path>
              <a:path w="3700779" h="379730">
                <a:moveTo>
                  <a:pt x="1747963" y="192123"/>
                </a:moveTo>
                <a:lnTo>
                  <a:pt x="1720723" y="192123"/>
                </a:lnTo>
                <a:lnTo>
                  <a:pt x="1720723" y="254721"/>
                </a:lnTo>
                <a:lnTo>
                  <a:pt x="1747963" y="254721"/>
                </a:lnTo>
                <a:lnTo>
                  <a:pt x="1747963" y="192123"/>
                </a:lnTo>
                <a:close/>
              </a:path>
              <a:path w="3700779" h="379730">
                <a:moveTo>
                  <a:pt x="1934025" y="68911"/>
                </a:moveTo>
                <a:lnTo>
                  <a:pt x="1800639" y="68911"/>
                </a:lnTo>
                <a:lnTo>
                  <a:pt x="1811508" y="69396"/>
                </a:lnTo>
                <a:lnTo>
                  <a:pt x="1821385" y="70851"/>
                </a:lnTo>
                <a:lnTo>
                  <a:pt x="1856089" y="91585"/>
                </a:lnTo>
                <a:lnTo>
                  <a:pt x="1867567" y="130247"/>
                </a:lnTo>
                <a:lnTo>
                  <a:pt x="1867105" y="139097"/>
                </a:lnTo>
                <a:lnTo>
                  <a:pt x="1851061" y="174940"/>
                </a:lnTo>
                <a:lnTo>
                  <a:pt x="1811779" y="191638"/>
                </a:lnTo>
                <a:lnTo>
                  <a:pt x="1801000" y="192123"/>
                </a:lnTo>
                <a:lnTo>
                  <a:pt x="1747963" y="192123"/>
                </a:lnTo>
                <a:lnTo>
                  <a:pt x="1747963" y="254721"/>
                </a:lnTo>
                <a:lnTo>
                  <a:pt x="1813628" y="254721"/>
                </a:lnTo>
                <a:lnTo>
                  <a:pt x="1834126" y="253740"/>
                </a:lnTo>
                <a:lnTo>
                  <a:pt x="1886148" y="239026"/>
                </a:lnTo>
                <a:lnTo>
                  <a:pt x="1923321" y="208483"/>
                </a:lnTo>
                <a:lnTo>
                  <a:pt x="1944056" y="164883"/>
                </a:lnTo>
                <a:lnTo>
                  <a:pt x="1948024" y="130247"/>
                </a:lnTo>
                <a:lnTo>
                  <a:pt x="1947044" y="112387"/>
                </a:lnTo>
                <a:lnTo>
                  <a:pt x="1944101" y="95610"/>
                </a:lnTo>
                <a:lnTo>
                  <a:pt x="1939196" y="79916"/>
                </a:lnTo>
                <a:lnTo>
                  <a:pt x="1934025" y="68911"/>
                </a:lnTo>
                <a:close/>
              </a:path>
              <a:path w="3700779" h="379730">
                <a:moveTo>
                  <a:pt x="2144523" y="5051"/>
                </a:moveTo>
                <a:lnTo>
                  <a:pt x="1998761" y="5051"/>
                </a:lnTo>
                <a:lnTo>
                  <a:pt x="1998761" y="374505"/>
                </a:lnTo>
                <a:lnTo>
                  <a:pt x="2076873" y="374505"/>
                </a:lnTo>
                <a:lnTo>
                  <a:pt x="2076873" y="243536"/>
                </a:lnTo>
                <a:lnTo>
                  <a:pt x="2044943" y="243536"/>
                </a:lnTo>
                <a:lnTo>
                  <a:pt x="2044943" y="180758"/>
                </a:lnTo>
                <a:lnTo>
                  <a:pt x="2076873" y="180758"/>
                </a:lnTo>
                <a:lnTo>
                  <a:pt x="2076873" y="68911"/>
                </a:lnTo>
                <a:lnTo>
                  <a:pt x="2264572" y="68911"/>
                </a:lnTo>
                <a:lnTo>
                  <a:pt x="2242163" y="37928"/>
                </a:lnTo>
                <a:lnTo>
                  <a:pt x="2200401" y="13473"/>
                </a:lnTo>
                <a:lnTo>
                  <a:pt x="2164682" y="5986"/>
                </a:lnTo>
                <a:lnTo>
                  <a:pt x="2144523" y="5051"/>
                </a:lnTo>
                <a:close/>
              </a:path>
              <a:path w="3700779" h="379730">
                <a:moveTo>
                  <a:pt x="2198281" y="206375"/>
                </a:moveTo>
                <a:lnTo>
                  <a:pt x="2114035" y="206375"/>
                </a:lnTo>
                <a:lnTo>
                  <a:pt x="2203873" y="374505"/>
                </a:lnTo>
                <a:lnTo>
                  <a:pt x="2290104" y="374505"/>
                </a:lnTo>
                <a:lnTo>
                  <a:pt x="2218577" y="243536"/>
                </a:lnTo>
                <a:lnTo>
                  <a:pt x="2142538" y="243536"/>
                </a:lnTo>
                <a:lnTo>
                  <a:pt x="2163036" y="242657"/>
                </a:lnTo>
                <a:lnTo>
                  <a:pt x="2181955" y="240019"/>
                </a:lnTo>
                <a:lnTo>
                  <a:pt x="2199296" y="235621"/>
                </a:lnTo>
                <a:lnTo>
                  <a:pt x="2211624" y="230807"/>
                </a:lnTo>
                <a:lnTo>
                  <a:pt x="2198281" y="206375"/>
                </a:lnTo>
                <a:close/>
              </a:path>
              <a:path w="3700779" h="379730">
                <a:moveTo>
                  <a:pt x="2076873" y="180758"/>
                </a:moveTo>
                <a:lnTo>
                  <a:pt x="2044943" y="180758"/>
                </a:lnTo>
                <a:lnTo>
                  <a:pt x="2044943" y="243536"/>
                </a:lnTo>
                <a:lnTo>
                  <a:pt x="2076873" y="243536"/>
                </a:lnTo>
                <a:lnTo>
                  <a:pt x="2076873" y="180758"/>
                </a:lnTo>
                <a:close/>
              </a:path>
              <a:path w="3700779" h="379730">
                <a:moveTo>
                  <a:pt x="2264572" y="68911"/>
                </a:moveTo>
                <a:lnTo>
                  <a:pt x="2129550" y="68911"/>
                </a:lnTo>
                <a:lnTo>
                  <a:pt x="2140340" y="69329"/>
                </a:lnTo>
                <a:lnTo>
                  <a:pt x="2150160" y="70580"/>
                </a:lnTo>
                <a:lnTo>
                  <a:pt x="2184988" y="88778"/>
                </a:lnTo>
                <a:lnTo>
                  <a:pt x="2196477" y="125737"/>
                </a:lnTo>
                <a:lnTo>
                  <a:pt x="2196015" y="134475"/>
                </a:lnTo>
                <a:lnTo>
                  <a:pt x="2173995" y="171174"/>
                </a:lnTo>
                <a:lnTo>
                  <a:pt x="2129910" y="180758"/>
                </a:lnTo>
                <a:lnTo>
                  <a:pt x="2076873" y="180758"/>
                </a:lnTo>
                <a:lnTo>
                  <a:pt x="2076873" y="243536"/>
                </a:lnTo>
                <a:lnTo>
                  <a:pt x="2133892" y="243536"/>
                </a:lnTo>
                <a:lnTo>
                  <a:pt x="2114035" y="206375"/>
                </a:lnTo>
                <a:lnTo>
                  <a:pt x="2247433" y="206375"/>
                </a:lnTo>
                <a:lnTo>
                  <a:pt x="2272966" y="159967"/>
                </a:lnTo>
                <a:lnTo>
                  <a:pt x="2276935" y="125737"/>
                </a:lnTo>
                <a:lnTo>
                  <a:pt x="2275954" y="108024"/>
                </a:lnTo>
                <a:lnTo>
                  <a:pt x="2273011" y="91506"/>
                </a:lnTo>
                <a:lnTo>
                  <a:pt x="2268106" y="76184"/>
                </a:lnTo>
                <a:lnTo>
                  <a:pt x="2264572" y="68911"/>
                </a:lnTo>
                <a:close/>
              </a:path>
              <a:path w="3700779" h="379730">
                <a:moveTo>
                  <a:pt x="2211624" y="230807"/>
                </a:moveTo>
                <a:lnTo>
                  <a:pt x="2199296" y="235621"/>
                </a:lnTo>
                <a:lnTo>
                  <a:pt x="2181955" y="240019"/>
                </a:lnTo>
                <a:lnTo>
                  <a:pt x="2163036" y="242657"/>
                </a:lnTo>
                <a:lnTo>
                  <a:pt x="2142538" y="243536"/>
                </a:lnTo>
                <a:lnTo>
                  <a:pt x="2218577" y="243536"/>
                </a:lnTo>
                <a:lnTo>
                  <a:pt x="2211624" y="230807"/>
                </a:lnTo>
                <a:close/>
              </a:path>
              <a:path w="3700779" h="379730">
                <a:moveTo>
                  <a:pt x="2247433" y="206375"/>
                </a:moveTo>
                <a:lnTo>
                  <a:pt x="2198281" y="206375"/>
                </a:lnTo>
                <a:lnTo>
                  <a:pt x="2211624" y="230807"/>
                </a:lnTo>
                <a:lnTo>
                  <a:pt x="2215058" y="229465"/>
                </a:lnTo>
                <a:lnTo>
                  <a:pt x="2229231" y="221663"/>
                </a:lnTo>
                <a:lnTo>
                  <a:pt x="2241622" y="212328"/>
                </a:lnTo>
                <a:lnTo>
                  <a:pt x="2247433" y="206375"/>
                </a:lnTo>
                <a:close/>
              </a:path>
              <a:path w="3700779" h="379730">
                <a:moveTo>
                  <a:pt x="2410248" y="5051"/>
                </a:moveTo>
                <a:lnTo>
                  <a:pt x="2332136" y="5051"/>
                </a:lnTo>
                <a:lnTo>
                  <a:pt x="2332136" y="374505"/>
                </a:lnTo>
                <a:lnTo>
                  <a:pt x="2410248" y="374505"/>
                </a:lnTo>
                <a:lnTo>
                  <a:pt x="2410248" y="5051"/>
                </a:lnTo>
                <a:close/>
              </a:path>
              <a:path w="3700779" h="379730">
                <a:moveTo>
                  <a:pt x="2640120" y="0"/>
                </a:moveTo>
                <a:lnTo>
                  <a:pt x="2593848" y="5592"/>
                </a:lnTo>
                <a:lnTo>
                  <a:pt x="2552447" y="22369"/>
                </a:lnTo>
                <a:lnTo>
                  <a:pt x="2517540" y="49609"/>
                </a:lnTo>
                <a:lnTo>
                  <a:pt x="2490751" y="86951"/>
                </a:lnTo>
                <a:lnTo>
                  <a:pt x="2473703" y="133855"/>
                </a:lnTo>
                <a:lnTo>
                  <a:pt x="2468021" y="189778"/>
                </a:lnTo>
                <a:lnTo>
                  <a:pt x="2469419" y="218788"/>
                </a:lnTo>
                <a:lnTo>
                  <a:pt x="2480604" y="270111"/>
                </a:lnTo>
                <a:lnTo>
                  <a:pt x="2502680" y="312369"/>
                </a:lnTo>
                <a:lnTo>
                  <a:pt x="2533347" y="344751"/>
                </a:lnTo>
                <a:lnTo>
                  <a:pt x="2571862" y="366974"/>
                </a:lnTo>
                <a:lnTo>
                  <a:pt x="2616060" y="378158"/>
                </a:lnTo>
                <a:lnTo>
                  <a:pt x="2640120" y="379556"/>
                </a:lnTo>
                <a:lnTo>
                  <a:pt x="2657427" y="378891"/>
                </a:lnTo>
                <a:lnTo>
                  <a:pt x="2703801" y="368913"/>
                </a:lnTo>
                <a:lnTo>
                  <a:pt x="2741819" y="348415"/>
                </a:lnTo>
                <a:lnTo>
                  <a:pt x="2770954" y="319890"/>
                </a:lnTo>
                <a:lnTo>
                  <a:pt x="2777608" y="310464"/>
                </a:lnTo>
                <a:lnTo>
                  <a:pt x="2641383" y="310464"/>
                </a:lnTo>
                <a:lnTo>
                  <a:pt x="2627819" y="309607"/>
                </a:lnTo>
                <a:lnTo>
                  <a:pt x="2582077" y="289076"/>
                </a:lnTo>
                <a:lnTo>
                  <a:pt x="2558941" y="256164"/>
                </a:lnTo>
                <a:lnTo>
                  <a:pt x="2547948" y="208742"/>
                </a:lnTo>
                <a:lnTo>
                  <a:pt x="2547215" y="189778"/>
                </a:lnTo>
                <a:lnTo>
                  <a:pt x="2547948" y="171287"/>
                </a:lnTo>
                <a:lnTo>
                  <a:pt x="2558941" y="124474"/>
                </a:lnTo>
                <a:lnTo>
                  <a:pt x="2581908" y="91191"/>
                </a:lnTo>
                <a:lnTo>
                  <a:pt x="2628045" y="69983"/>
                </a:lnTo>
                <a:lnTo>
                  <a:pt x="2641924" y="69092"/>
                </a:lnTo>
                <a:lnTo>
                  <a:pt x="2778201" y="69092"/>
                </a:lnTo>
                <a:lnTo>
                  <a:pt x="2776005" y="65428"/>
                </a:lnTo>
                <a:lnTo>
                  <a:pt x="2748539" y="35357"/>
                </a:lnTo>
                <a:lnTo>
                  <a:pt x="2713057" y="14048"/>
                </a:lnTo>
                <a:lnTo>
                  <a:pt x="2671058" y="2254"/>
                </a:lnTo>
                <a:lnTo>
                  <a:pt x="2655882" y="563"/>
                </a:lnTo>
                <a:lnTo>
                  <a:pt x="2640120" y="0"/>
                </a:lnTo>
                <a:close/>
              </a:path>
              <a:path w="3700779" h="379730">
                <a:moveTo>
                  <a:pt x="2721480" y="248227"/>
                </a:moveTo>
                <a:lnTo>
                  <a:pt x="2703981" y="285253"/>
                </a:lnTo>
                <a:lnTo>
                  <a:pt x="2670427" y="306315"/>
                </a:lnTo>
                <a:lnTo>
                  <a:pt x="2641383" y="310464"/>
                </a:lnTo>
                <a:lnTo>
                  <a:pt x="2777608" y="310464"/>
                </a:lnTo>
                <a:lnTo>
                  <a:pt x="2795127" y="273573"/>
                </a:lnTo>
                <a:lnTo>
                  <a:pt x="2800494" y="248588"/>
                </a:lnTo>
                <a:lnTo>
                  <a:pt x="2721480" y="248227"/>
                </a:lnTo>
                <a:close/>
              </a:path>
              <a:path w="3700779" h="379730">
                <a:moveTo>
                  <a:pt x="2778201" y="69092"/>
                </a:moveTo>
                <a:lnTo>
                  <a:pt x="2641924" y="69092"/>
                </a:lnTo>
                <a:lnTo>
                  <a:pt x="2649715" y="69374"/>
                </a:lnTo>
                <a:lnTo>
                  <a:pt x="2657213" y="70219"/>
                </a:lnTo>
                <a:lnTo>
                  <a:pt x="2695502" y="86590"/>
                </a:lnTo>
                <a:lnTo>
                  <a:pt x="2718187" y="119919"/>
                </a:lnTo>
                <a:lnTo>
                  <a:pt x="2721480" y="134396"/>
                </a:lnTo>
                <a:lnTo>
                  <a:pt x="2800494" y="134396"/>
                </a:lnTo>
                <a:lnTo>
                  <a:pt x="2797991" y="118791"/>
                </a:lnTo>
                <a:lnTo>
                  <a:pt x="2794270" y="104089"/>
                </a:lnTo>
                <a:lnTo>
                  <a:pt x="2789332" y="90289"/>
                </a:lnTo>
                <a:lnTo>
                  <a:pt x="2783176" y="77390"/>
                </a:lnTo>
                <a:lnTo>
                  <a:pt x="2778201" y="69092"/>
                </a:lnTo>
                <a:close/>
              </a:path>
              <a:path w="3700779" h="379730">
                <a:moveTo>
                  <a:pt x="2934619" y="5051"/>
                </a:moveTo>
                <a:lnTo>
                  <a:pt x="2856507" y="5051"/>
                </a:lnTo>
                <a:lnTo>
                  <a:pt x="2856507" y="374505"/>
                </a:lnTo>
                <a:lnTo>
                  <a:pt x="2934619" y="374505"/>
                </a:lnTo>
                <a:lnTo>
                  <a:pt x="2934619" y="5051"/>
                </a:lnTo>
                <a:close/>
              </a:path>
              <a:path w="3700779" h="379730">
                <a:moveTo>
                  <a:pt x="3067437" y="5051"/>
                </a:moveTo>
                <a:lnTo>
                  <a:pt x="2998886" y="5051"/>
                </a:lnTo>
                <a:lnTo>
                  <a:pt x="2998886" y="374505"/>
                </a:lnTo>
                <a:lnTo>
                  <a:pt x="3076998" y="374505"/>
                </a:lnTo>
                <a:lnTo>
                  <a:pt x="3076998" y="141973"/>
                </a:lnTo>
                <a:lnTo>
                  <a:pt x="3161412" y="141973"/>
                </a:lnTo>
                <a:lnTo>
                  <a:pt x="3067437" y="5051"/>
                </a:lnTo>
                <a:close/>
              </a:path>
              <a:path w="3700779" h="379730">
                <a:moveTo>
                  <a:pt x="3161412" y="141973"/>
                </a:moveTo>
                <a:lnTo>
                  <a:pt x="3079704" y="141973"/>
                </a:lnTo>
                <a:lnTo>
                  <a:pt x="3240439" y="374505"/>
                </a:lnTo>
                <a:lnTo>
                  <a:pt x="3307908" y="374505"/>
                </a:lnTo>
                <a:lnTo>
                  <a:pt x="3307908" y="237403"/>
                </a:lnTo>
                <a:lnTo>
                  <a:pt x="3226909" y="237403"/>
                </a:lnTo>
                <a:lnTo>
                  <a:pt x="3161412" y="141973"/>
                </a:lnTo>
                <a:close/>
              </a:path>
              <a:path w="3700779" h="379730">
                <a:moveTo>
                  <a:pt x="3307908" y="5051"/>
                </a:moveTo>
                <a:lnTo>
                  <a:pt x="3230156" y="5051"/>
                </a:lnTo>
                <a:lnTo>
                  <a:pt x="3230156" y="237403"/>
                </a:lnTo>
                <a:lnTo>
                  <a:pt x="3307908" y="237403"/>
                </a:lnTo>
                <a:lnTo>
                  <a:pt x="3307908" y="5051"/>
                </a:lnTo>
                <a:close/>
              </a:path>
              <a:path w="3700779" h="379730">
                <a:moveTo>
                  <a:pt x="3538772" y="0"/>
                </a:moveTo>
                <a:lnTo>
                  <a:pt x="3486783" y="7204"/>
                </a:lnTo>
                <a:lnTo>
                  <a:pt x="3441312" y="28547"/>
                </a:lnTo>
                <a:lnTo>
                  <a:pt x="3404578" y="63094"/>
                </a:lnTo>
                <a:lnTo>
                  <a:pt x="3378939" y="110042"/>
                </a:lnTo>
                <a:lnTo>
                  <a:pt x="3369198" y="147655"/>
                </a:lnTo>
                <a:lnTo>
                  <a:pt x="3365951" y="190139"/>
                </a:lnTo>
                <a:lnTo>
                  <a:pt x="3367315" y="218371"/>
                </a:lnTo>
                <a:lnTo>
                  <a:pt x="3378229" y="268882"/>
                </a:lnTo>
                <a:lnTo>
                  <a:pt x="3399865" y="311152"/>
                </a:lnTo>
                <a:lnTo>
                  <a:pt x="3430533" y="343894"/>
                </a:lnTo>
                <a:lnTo>
                  <a:pt x="3469566" y="366669"/>
                </a:lnTo>
                <a:lnTo>
                  <a:pt x="3515207" y="378124"/>
                </a:lnTo>
                <a:lnTo>
                  <a:pt x="3540395" y="379556"/>
                </a:lnTo>
                <a:lnTo>
                  <a:pt x="3563012" y="378384"/>
                </a:lnTo>
                <a:lnTo>
                  <a:pt x="3604323" y="369003"/>
                </a:lnTo>
                <a:lnTo>
                  <a:pt x="3640087" y="350332"/>
                </a:lnTo>
                <a:lnTo>
                  <a:pt x="3668410" y="323453"/>
                </a:lnTo>
                <a:lnTo>
                  <a:pt x="3677313" y="310464"/>
                </a:lnTo>
                <a:lnTo>
                  <a:pt x="3540756" y="310464"/>
                </a:lnTo>
                <a:lnTo>
                  <a:pt x="3526628" y="309585"/>
                </a:lnTo>
                <a:lnTo>
                  <a:pt x="3490064" y="296393"/>
                </a:lnTo>
                <a:lnTo>
                  <a:pt x="3463343" y="267811"/>
                </a:lnTo>
                <a:lnTo>
                  <a:pt x="3448077" y="225136"/>
                </a:lnTo>
                <a:lnTo>
                  <a:pt x="3445145" y="189417"/>
                </a:lnTo>
                <a:lnTo>
                  <a:pt x="3445889" y="170859"/>
                </a:lnTo>
                <a:lnTo>
                  <a:pt x="3457051" y="124113"/>
                </a:lnTo>
                <a:lnTo>
                  <a:pt x="3480187" y="90999"/>
                </a:lnTo>
                <a:lnTo>
                  <a:pt x="3526302" y="69971"/>
                </a:lnTo>
                <a:lnTo>
                  <a:pt x="3540034" y="69092"/>
                </a:lnTo>
                <a:lnTo>
                  <a:pt x="3676276" y="69092"/>
                </a:lnTo>
                <a:lnTo>
                  <a:pt x="3672502" y="63263"/>
                </a:lnTo>
                <a:lnTo>
                  <a:pt x="3645206" y="34816"/>
                </a:lnTo>
                <a:lnTo>
                  <a:pt x="3610367" y="14183"/>
                </a:lnTo>
                <a:lnTo>
                  <a:pt x="3569078" y="2300"/>
                </a:lnTo>
                <a:lnTo>
                  <a:pt x="3554196" y="575"/>
                </a:lnTo>
                <a:lnTo>
                  <a:pt x="3538772" y="0"/>
                </a:lnTo>
                <a:close/>
              </a:path>
              <a:path w="3700779" h="379730">
                <a:moveTo>
                  <a:pt x="3625002" y="233254"/>
                </a:moveTo>
                <a:lnTo>
                  <a:pt x="3614899" y="274204"/>
                </a:lnTo>
                <a:lnTo>
                  <a:pt x="3586036" y="301083"/>
                </a:lnTo>
                <a:lnTo>
                  <a:pt x="3540756" y="310464"/>
                </a:lnTo>
                <a:lnTo>
                  <a:pt x="3677313" y="310464"/>
                </a:lnTo>
                <a:lnTo>
                  <a:pt x="3695086" y="268612"/>
                </a:lnTo>
                <a:lnTo>
                  <a:pt x="3699557" y="235599"/>
                </a:lnTo>
                <a:lnTo>
                  <a:pt x="3640877" y="235599"/>
                </a:lnTo>
                <a:lnTo>
                  <a:pt x="3625002" y="233254"/>
                </a:lnTo>
                <a:close/>
              </a:path>
              <a:path w="3700779" h="379730">
                <a:moveTo>
                  <a:pt x="3700228" y="176789"/>
                </a:moveTo>
                <a:lnTo>
                  <a:pt x="3545627" y="176789"/>
                </a:lnTo>
                <a:lnTo>
                  <a:pt x="3545627" y="235599"/>
                </a:lnTo>
                <a:lnTo>
                  <a:pt x="3624872" y="235599"/>
                </a:lnTo>
                <a:lnTo>
                  <a:pt x="3625002" y="233254"/>
                </a:lnTo>
                <a:lnTo>
                  <a:pt x="3699685" y="233254"/>
                </a:lnTo>
                <a:lnTo>
                  <a:pt x="3700129" y="225136"/>
                </a:lnTo>
                <a:lnTo>
                  <a:pt x="3700228" y="176789"/>
                </a:lnTo>
                <a:close/>
              </a:path>
              <a:path w="3700779" h="379730">
                <a:moveTo>
                  <a:pt x="3699685" y="233254"/>
                </a:moveTo>
                <a:lnTo>
                  <a:pt x="3625002" y="233254"/>
                </a:lnTo>
                <a:lnTo>
                  <a:pt x="3640877" y="235599"/>
                </a:lnTo>
                <a:lnTo>
                  <a:pt x="3699557" y="235599"/>
                </a:lnTo>
                <a:lnTo>
                  <a:pt x="3699685" y="233254"/>
                </a:lnTo>
                <a:close/>
              </a:path>
              <a:path w="3700779" h="379730">
                <a:moveTo>
                  <a:pt x="3676276" y="69092"/>
                </a:moveTo>
                <a:lnTo>
                  <a:pt x="3540034" y="69092"/>
                </a:lnTo>
                <a:lnTo>
                  <a:pt x="3547442" y="69329"/>
                </a:lnTo>
                <a:lnTo>
                  <a:pt x="3554511" y="70039"/>
                </a:lnTo>
                <a:lnTo>
                  <a:pt x="3590004" y="83884"/>
                </a:lnTo>
                <a:lnTo>
                  <a:pt x="3596619" y="88575"/>
                </a:lnTo>
                <a:lnTo>
                  <a:pt x="3617425" y="124474"/>
                </a:lnTo>
                <a:lnTo>
                  <a:pt x="3696800" y="124474"/>
                </a:lnTo>
                <a:lnTo>
                  <a:pt x="3694308" y="111057"/>
                </a:lnTo>
                <a:lnTo>
                  <a:pt x="3690621" y="98226"/>
                </a:lnTo>
                <a:lnTo>
                  <a:pt x="3685739" y="85982"/>
                </a:lnTo>
                <a:lnTo>
                  <a:pt x="3679662" y="74323"/>
                </a:lnTo>
                <a:lnTo>
                  <a:pt x="3676276" y="69092"/>
                </a:lnTo>
                <a:close/>
              </a:path>
            </a:pathLst>
          </a:custGeom>
          <a:solidFill>
            <a:srgbClr val="DDA15E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2" name="object 52"/>
          <p:cNvSpPr/>
          <p:nvPr/>
        </p:nvSpPr>
        <p:spPr>
          <a:xfrm>
            <a:off x="272573" y="0"/>
            <a:ext cx="2412498" cy="22588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3" name="object 53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4" name="object 54"/>
          <p:cNvSpPr/>
          <p:nvPr/>
        </p:nvSpPr>
        <p:spPr>
          <a:xfrm>
            <a:off x="9508674" y="575812"/>
            <a:ext cx="1260010" cy="214143"/>
          </a:xfrm>
          <a:custGeom>
            <a:avLst/>
            <a:gdLst/>
            <a:ahLst/>
            <a:cxnLst/>
            <a:rect l="l" t="t" r="r" b="b"/>
            <a:pathLst>
              <a:path w="1771015" h="300990">
                <a:moveTo>
                  <a:pt x="35790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99736"/>
                </a:lnTo>
                <a:lnTo>
                  <a:pt x="72736" y="158172"/>
                </a:lnTo>
                <a:lnTo>
                  <a:pt x="113665" y="158172"/>
                </a:lnTo>
                <a:lnTo>
                  <a:pt x="104831" y="146627"/>
                </a:lnTo>
                <a:lnTo>
                  <a:pt x="35790" y="146627"/>
                </a:lnTo>
                <a:lnTo>
                  <a:pt x="35790" y="0"/>
                </a:lnTo>
                <a:close/>
              </a:path>
              <a:path w="1771015" h="300990">
                <a:moveTo>
                  <a:pt x="113665" y="158172"/>
                </a:moveTo>
                <a:lnTo>
                  <a:pt x="72736" y="158172"/>
                </a:lnTo>
                <a:lnTo>
                  <a:pt x="175490" y="295563"/>
                </a:lnTo>
                <a:lnTo>
                  <a:pt x="218786" y="295563"/>
                </a:lnTo>
                <a:lnTo>
                  <a:pt x="113665" y="158172"/>
                </a:lnTo>
                <a:close/>
              </a:path>
              <a:path w="1771015" h="300990">
                <a:moveTo>
                  <a:pt x="218786" y="0"/>
                </a:moveTo>
                <a:lnTo>
                  <a:pt x="172027" y="0"/>
                </a:lnTo>
                <a:lnTo>
                  <a:pt x="39254" y="146627"/>
                </a:lnTo>
                <a:lnTo>
                  <a:pt x="104831" y="146627"/>
                </a:lnTo>
                <a:lnTo>
                  <a:pt x="94672" y="133349"/>
                </a:lnTo>
                <a:lnTo>
                  <a:pt x="218786" y="0"/>
                </a:lnTo>
                <a:close/>
              </a:path>
              <a:path w="1771015" h="300990">
                <a:moveTo>
                  <a:pt x="414695" y="101022"/>
                </a:moveTo>
                <a:lnTo>
                  <a:pt x="346507" y="101022"/>
                </a:lnTo>
                <a:lnTo>
                  <a:pt x="357521" y="101762"/>
                </a:lnTo>
                <a:lnTo>
                  <a:pt x="367037" y="103981"/>
                </a:lnTo>
                <a:lnTo>
                  <a:pt x="392536" y="135965"/>
                </a:lnTo>
                <a:lnTo>
                  <a:pt x="393266" y="146049"/>
                </a:lnTo>
                <a:lnTo>
                  <a:pt x="393266" y="152688"/>
                </a:lnTo>
                <a:lnTo>
                  <a:pt x="391294" y="156537"/>
                </a:lnTo>
                <a:lnTo>
                  <a:pt x="387350" y="158749"/>
                </a:lnTo>
                <a:lnTo>
                  <a:pt x="383501" y="160962"/>
                </a:lnTo>
                <a:lnTo>
                  <a:pt x="377343" y="162550"/>
                </a:lnTo>
                <a:lnTo>
                  <a:pt x="362121" y="164243"/>
                </a:lnTo>
                <a:lnTo>
                  <a:pt x="336116" y="167409"/>
                </a:lnTo>
                <a:lnTo>
                  <a:pt x="297962" y="174769"/>
                </a:lnTo>
                <a:lnTo>
                  <a:pt x="261675" y="196092"/>
                </a:lnTo>
                <a:lnTo>
                  <a:pt x="250208" y="234372"/>
                </a:lnTo>
                <a:lnTo>
                  <a:pt x="250734" y="243067"/>
                </a:lnTo>
                <a:lnTo>
                  <a:pt x="272075" y="282971"/>
                </a:lnTo>
                <a:lnTo>
                  <a:pt x="315434" y="300262"/>
                </a:lnTo>
                <a:lnTo>
                  <a:pt x="325726" y="300759"/>
                </a:lnTo>
                <a:lnTo>
                  <a:pt x="335025" y="300398"/>
                </a:lnTo>
                <a:lnTo>
                  <a:pt x="375615" y="284947"/>
                </a:lnTo>
                <a:lnTo>
                  <a:pt x="389318" y="270163"/>
                </a:lnTo>
                <a:lnTo>
                  <a:pt x="330921" y="270163"/>
                </a:lnTo>
                <a:lnTo>
                  <a:pt x="321093" y="269586"/>
                </a:lnTo>
                <a:lnTo>
                  <a:pt x="287445" y="249959"/>
                </a:lnTo>
                <a:lnTo>
                  <a:pt x="284162" y="225713"/>
                </a:lnTo>
                <a:lnTo>
                  <a:pt x="286471" y="218882"/>
                </a:lnTo>
                <a:lnTo>
                  <a:pt x="321540" y="199123"/>
                </a:lnTo>
                <a:lnTo>
                  <a:pt x="348672" y="195118"/>
                </a:lnTo>
                <a:lnTo>
                  <a:pt x="354637" y="194348"/>
                </a:lnTo>
                <a:lnTo>
                  <a:pt x="391823" y="185881"/>
                </a:lnTo>
                <a:lnTo>
                  <a:pt x="393266" y="184149"/>
                </a:lnTo>
                <a:lnTo>
                  <a:pt x="427326" y="184149"/>
                </a:lnTo>
                <a:lnTo>
                  <a:pt x="427326" y="149513"/>
                </a:lnTo>
                <a:lnTo>
                  <a:pt x="426784" y="136976"/>
                </a:lnTo>
                <a:lnTo>
                  <a:pt x="425161" y="125773"/>
                </a:lnTo>
                <a:lnTo>
                  <a:pt x="422455" y="115905"/>
                </a:lnTo>
                <a:lnTo>
                  <a:pt x="418666" y="107372"/>
                </a:lnTo>
                <a:lnTo>
                  <a:pt x="414695" y="101022"/>
                </a:lnTo>
                <a:close/>
              </a:path>
              <a:path w="1771015" h="300990">
                <a:moveTo>
                  <a:pt x="427326" y="265545"/>
                </a:moveTo>
                <a:lnTo>
                  <a:pt x="393266" y="265545"/>
                </a:lnTo>
                <a:lnTo>
                  <a:pt x="393266" y="295563"/>
                </a:lnTo>
                <a:lnTo>
                  <a:pt x="427326" y="295563"/>
                </a:lnTo>
                <a:lnTo>
                  <a:pt x="427326" y="265545"/>
                </a:lnTo>
                <a:close/>
              </a:path>
              <a:path w="1771015" h="300990">
                <a:moveTo>
                  <a:pt x="427326" y="184149"/>
                </a:moveTo>
                <a:lnTo>
                  <a:pt x="393266" y="184149"/>
                </a:lnTo>
                <a:lnTo>
                  <a:pt x="393262" y="215394"/>
                </a:lnTo>
                <a:lnTo>
                  <a:pt x="392815" y="222168"/>
                </a:lnTo>
                <a:lnTo>
                  <a:pt x="371547" y="257968"/>
                </a:lnTo>
                <a:lnTo>
                  <a:pt x="330921" y="270163"/>
                </a:lnTo>
                <a:lnTo>
                  <a:pt x="389318" y="270163"/>
                </a:lnTo>
                <a:lnTo>
                  <a:pt x="391535" y="265545"/>
                </a:lnTo>
                <a:lnTo>
                  <a:pt x="427326" y="265545"/>
                </a:lnTo>
                <a:lnTo>
                  <a:pt x="427326" y="184149"/>
                </a:lnTo>
                <a:close/>
              </a:path>
              <a:path w="1771015" h="300990">
                <a:moveTo>
                  <a:pt x="352473" y="71004"/>
                </a:moveTo>
                <a:lnTo>
                  <a:pt x="345353" y="71004"/>
                </a:lnTo>
                <a:lnTo>
                  <a:pt x="336946" y="71293"/>
                </a:lnTo>
                <a:lnTo>
                  <a:pt x="294769" y="81828"/>
                </a:lnTo>
                <a:lnTo>
                  <a:pt x="261143" y="113416"/>
                </a:lnTo>
                <a:lnTo>
                  <a:pt x="256453" y="122959"/>
                </a:lnTo>
                <a:lnTo>
                  <a:pt x="288780" y="134504"/>
                </a:lnTo>
                <a:lnTo>
                  <a:pt x="292108" y="128533"/>
                </a:lnTo>
                <a:lnTo>
                  <a:pt x="296465" y="122742"/>
                </a:lnTo>
                <a:lnTo>
                  <a:pt x="334971" y="101690"/>
                </a:lnTo>
                <a:lnTo>
                  <a:pt x="346507" y="101022"/>
                </a:lnTo>
                <a:lnTo>
                  <a:pt x="414695" y="101022"/>
                </a:lnTo>
                <a:lnTo>
                  <a:pt x="414057" y="100003"/>
                </a:lnTo>
                <a:lnTo>
                  <a:pt x="376823" y="75162"/>
                </a:lnTo>
                <a:lnTo>
                  <a:pt x="360651" y="71870"/>
                </a:lnTo>
                <a:lnTo>
                  <a:pt x="352473" y="71004"/>
                </a:lnTo>
                <a:close/>
              </a:path>
              <a:path w="1771015" h="300990">
                <a:moveTo>
                  <a:pt x="522395" y="73890"/>
                </a:moveTo>
                <a:lnTo>
                  <a:pt x="489491" y="73890"/>
                </a:lnTo>
                <a:lnTo>
                  <a:pt x="489491" y="295563"/>
                </a:lnTo>
                <a:lnTo>
                  <a:pt x="523550" y="295563"/>
                </a:lnTo>
                <a:lnTo>
                  <a:pt x="523550" y="155286"/>
                </a:lnTo>
                <a:lnTo>
                  <a:pt x="524001" y="147989"/>
                </a:lnTo>
                <a:lnTo>
                  <a:pt x="544728" y="113758"/>
                </a:lnTo>
                <a:lnTo>
                  <a:pt x="556749" y="107372"/>
                </a:lnTo>
                <a:lnTo>
                  <a:pt x="522395" y="107372"/>
                </a:lnTo>
                <a:lnTo>
                  <a:pt x="522395" y="73890"/>
                </a:lnTo>
                <a:close/>
              </a:path>
              <a:path w="1771015" h="300990">
                <a:moveTo>
                  <a:pt x="584933" y="70427"/>
                </a:moveTo>
                <a:lnTo>
                  <a:pt x="582432" y="70427"/>
                </a:lnTo>
                <a:lnTo>
                  <a:pt x="572726" y="71067"/>
                </a:lnTo>
                <a:lnTo>
                  <a:pt x="533219" y="92471"/>
                </a:lnTo>
                <a:lnTo>
                  <a:pt x="524704" y="107372"/>
                </a:lnTo>
                <a:lnTo>
                  <a:pt x="556749" y="107372"/>
                </a:lnTo>
                <a:lnTo>
                  <a:pt x="557248" y="107147"/>
                </a:lnTo>
                <a:lnTo>
                  <a:pt x="564247" y="105027"/>
                </a:lnTo>
                <a:lnTo>
                  <a:pt x="571680" y="103755"/>
                </a:lnTo>
                <a:lnTo>
                  <a:pt x="579545" y="103331"/>
                </a:lnTo>
                <a:lnTo>
                  <a:pt x="600327" y="103331"/>
                </a:lnTo>
                <a:lnTo>
                  <a:pt x="600327" y="71004"/>
                </a:lnTo>
                <a:lnTo>
                  <a:pt x="598403" y="70812"/>
                </a:lnTo>
                <a:lnTo>
                  <a:pt x="595565" y="70667"/>
                </a:lnTo>
                <a:lnTo>
                  <a:pt x="588060" y="70475"/>
                </a:lnTo>
                <a:lnTo>
                  <a:pt x="584933" y="70427"/>
                </a:lnTo>
                <a:close/>
              </a:path>
              <a:path w="1771015" h="300990">
                <a:moveTo>
                  <a:pt x="600327" y="103331"/>
                </a:moveTo>
                <a:lnTo>
                  <a:pt x="584067" y="103331"/>
                </a:lnTo>
                <a:lnTo>
                  <a:pt x="588349" y="103668"/>
                </a:lnTo>
                <a:lnTo>
                  <a:pt x="592390" y="104342"/>
                </a:lnTo>
                <a:lnTo>
                  <a:pt x="596527" y="104919"/>
                </a:lnTo>
                <a:lnTo>
                  <a:pt x="599173" y="105352"/>
                </a:lnTo>
                <a:lnTo>
                  <a:pt x="600327" y="105640"/>
                </a:lnTo>
                <a:lnTo>
                  <a:pt x="600327" y="103331"/>
                </a:lnTo>
                <a:close/>
              </a:path>
              <a:path w="1771015" h="300990">
                <a:moveTo>
                  <a:pt x="674759" y="0"/>
                </a:moveTo>
                <a:lnTo>
                  <a:pt x="640700" y="0"/>
                </a:lnTo>
                <a:lnTo>
                  <a:pt x="640700" y="295563"/>
                </a:lnTo>
                <a:lnTo>
                  <a:pt x="674759" y="295563"/>
                </a:lnTo>
                <a:lnTo>
                  <a:pt x="674759" y="0"/>
                </a:lnTo>
                <a:close/>
              </a:path>
              <a:path w="1771015" h="300990">
                <a:moveTo>
                  <a:pt x="898777" y="0"/>
                </a:moveTo>
                <a:lnTo>
                  <a:pt x="856059" y="0"/>
                </a:lnTo>
                <a:lnTo>
                  <a:pt x="856059" y="295563"/>
                </a:lnTo>
                <a:lnTo>
                  <a:pt x="889541" y="295563"/>
                </a:lnTo>
                <a:lnTo>
                  <a:pt x="889541" y="71004"/>
                </a:lnTo>
                <a:lnTo>
                  <a:pt x="927847" y="71004"/>
                </a:lnTo>
                <a:lnTo>
                  <a:pt x="898777" y="0"/>
                </a:lnTo>
                <a:close/>
              </a:path>
              <a:path w="1771015" h="300990">
                <a:moveTo>
                  <a:pt x="927847" y="71004"/>
                </a:moveTo>
                <a:lnTo>
                  <a:pt x="892427" y="71004"/>
                </a:lnTo>
                <a:lnTo>
                  <a:pt x="984791" y="295563"/>
                </a:lnTo>
                <a:lnTo>
                  <a:pt x="1017118" y="295563"/>
                </a:lnTo>
                <a:lnTo>
                  <a:pt x="1037775" y="245340"/>
                </a:lnTo>
                <a:lnTo>
                  <a:pt x="999223" y="245340"/>
                </a:lnTo>
                <a:lnTo>
                  <a:pt x="927847" y="71004"/>
                </a:lnTo>
                <a:close/>
              </a:path>
              <a:path w="1771015" h="300990">
                <a:moveTo>
                  <a:pt x="1145850" y="71004"/>
                </a:moveTo>
                <a:lnTo>
                  <a:pt x="1112368" y="71004"/>
                </a:lnTo>
                <a:lnTo>
                  <a:pt x="1112368" y="295563"/>
                </a:lnTo>
                <a:lnTo>
                  <a:pt x="1145850" y="295563"/>
                </a:lnTo>
                <a:lnTo>
                  <a:pt x="1145850" y="71004"/>
                </a:lnTo>
                <a:close/>
              </a:path>
              <a:path w="1771015" h="300990">
                <a:moveTo>
                  <a:pt x="1145850" y="0"/>
                </a:moveTo>
                <a:lnTo>
                  <a:pt x="1103132" y="0"/>
                </a:lnTo>
                <a:lnTo>
                  <a:pt x="1002686" y="245340"/>
                </a:lnTo>
                <a:lnTo>
                  <a:pt x="1037775" y="245340"/>
                </a:lnTo>
                <a:lnTo>
                  <a:pt x="1109482" y="71004"/>
                </a:lnTo>
                <a:lnTo>
                  <a:pt x="1145850" y="71004"/>
                </a:lnTo>
                <a:lnTo>
                  <a:pt x="1145850" y="0"/>
                </a:lnTo>
                <a:close/>
              </a:path>
              <a:path w="1771015" h="300990">
                <a:moveTo>
                  <a:pt x="1367195" y="101022"/>
                </a:moveTo>
                <a:lnTo>
                  <a:pt x="1299008" y="101022"/>
                </a:lnTo>
                <a:lnTo>
                  <a:pt x="1310021" y="101762"/>
                </a:lnTo>
                <a:lnTo>
                  <a:pt x="1319537" y="103981"/>
                </a:lnTo>
                <a:lnTo>
                  <a:pt x="1345036" y="135965"/>
                </a:lnTo>
                <a:lnTo>
                  <a:pt x="1345766" y="146049"/>
                </a:lnTo>
                <a:lnTo>
                  <a:pt x="1345766" y="152688"/>
                </a:lnTo>
                <a:lnTo>
                  <a:pt x="1343794" y="156537"/>
                </a:lnTo>
                <a:lnTo>
                  <a:pt x="1339849" y="158749"/>
                </a:lnTo>
                <a:lnTo>
                  <a:pt x="1336001" y="160962"/>
                </a:lnTo>
                <a:lnTo>
                  <a:pt x="1329843" y="162550"/>
                </a:lnTo>
                <a:lnTo>
                  <a:pt x="1314621" y="164243"/>
                </a:lnTo>
                <a:lnTo>
                  <a:pt x="1288616" y="167409"/>
                </a:lnTo>
                <a:lnTo>
                  <a:pt x="1250462" y="174769"/>
                </a:lnTo>
                <a:lnTo>
                  <a:pt x="1214175" y="196092"/>
                </a:lnTo>
                <a:lnTo>
                  <a:pt x="1202708" y="234372"/>
                </a:lnTo>
                <a:lnTo>
                  <a:pt x="1203234" y="243067"/>
                </a:lnTo>
                <a:lnTo>
                  <a:pt x="1224575" y="282971"/>
                </a:lnTo>
                <a:lnTo>
                  <a:pt x="1267934" y="300262"/>
                </a:lnTo>
                <a:lnTo>
                  <a:pt x="1278226" y="300759"/>
                </a:lnTo>
                <a:lnTo>
                  <a:pt x="1287525" y="300398"/>
                </a:lnTo>
                <a:lnTo>
                  <a:pt x="1328115" y="284947"/>
                </a:lnTo>
                <a:lnTo>
                  <a:pt x="1341818" y="270163"/>
                </a:lnTo>
                <a:lnTo>
                  <a:pt x="1283421" y="270163"/>
                </a:lnTo>
                <a:lnTo>
                  <a:pt x="1273593" y="269586"/>
                </a:lnTo>
                <a:lnTo>
                  <a:pt x="1239945" y="249959"/>
                </a:lnTo>
                <a:lnTo>
                  <a:pt x="1236662" y="225713"/>
                </a:lnTo>
                <a:lnTo>
                  <a:pt x="1238971" y="218882"/>
                </a:lnTo>
                <a:lnTo>
                  <a:pt x="1274040" y="199123"/>
                </a:lnTo>
                <a:lnTo>
                  <a:pt x="1301172" y="195118"/>
                </a:lnTo>
                <a:lnTo>
                  <a:pt x="1307137" y="194348"/>
                </a:lnTo>
                <a:lnTo>
                  <a:pt x="1344323" y="185881"/>
                </a:lnTo>
                <a:lnTo>
                  <a:pt x="1345766" y="184149"/>
                </a:lnTo>
                <a:lnTo>
                  <a:pt x="1379826" y="184149"/>
                </a:lnTo>
                <a:lnTo>
                  <a:pt x="1379826" y="149513"/>
                </a:lnTo>
                <a:lnTo>
                  <a:pt x="1379284" y="136976"/>
                </a:lnTo>
                <a:lnTo>
                  <a:pt x="1377661" y="125773"/>
                </a:lnTo>
                <a:lnTo>
                  <a:pt x="1374955" y="115905"/>
                </a:lnTo>
                <a:lnTo>
                  <a:pt x="1371166" y="107372"/>
                </a:lnTo>
                <a:lnTo>
                  <a:pt x="1367195" y="101022"/>
                </a:lnTo>
                <a:close/>
              </a:path>
              <a:path w="1771015" h="300990">
                <a:moveTo>
                  <a:pt x="1379826" y="265545"/>
                </a:moveTo>
                <a:lnTo>
                  <a:pt x="1345766" y="265545"/>
                </a:lnTo>
                <a:lnTo>
                  <a:pt x="1345766" y="295563"/>
                </a:lnTo>
                <a:lnTo>
                  <a:pt x="1379826" y="295563"/>
                </a:lnTo>
                <a:lnTo>
                  <a:pt x="1379826" y="265545"/>
                </a:lnTo>
                <a:close/>
              </a:path>
              <a:path w="1771015" h="300990">
                <a:moveTo>
                  <a:pt x="1379826" y="184149"/>
                </a:moveTo>
                <a:lnTo>
                  <a:pt x="1345766" y="184149"/>
                </a:lnTo>
                <a:lnTo>
                  <a:pt x="1345762" y="215394"/>
                </a:lnTo>
                <a:lnTo>
                  <a:pt x="1345315" y="222168"/>
                </a:lnTo>
                <a:lnTo>
                  <a:pt x="1324047" y="257968"/>
                </a:lnTo>
                <a:lnTo>
                  <a:pt x="1283421" y="270163"/>
                </a:lnTo>
                <a:lnTo>
                  <a:pt x="1341818" y="270163"/>
                </a:lnTo>
                <a:lnTo>
                  <a:pt x="1344035" y="265545"/>
                </a:lnTo>
                <a:lnTo>
                  <a:pt x="1379826" y="265545"/>
                </a:lnTo>
                <a:lnTo>
                  <a:pt x="1379826" y="184149"/>
                </a:lnTo>
                <a:close/>
              </a:path>
              <a:path w="1771015" h="300990">
                <a:moveTo>
                  <a:pt x="1304973" y="71004"/>
                </a:moveTo>
                <a:lnTo>
                  <a:pt x="1297853" y="71004"/>
                </a:lnTo>
                <a:lnTo>
                  <a:pt x="1289446" y="71293"/>
                </a:lnTo>
                <a:lnTo>
                  <a:pt x="1247269" y="81828"/>
                </a:lnTo>
                <a:lnTo>
                  <a:pt x="1213643" y="113416"/>
                </a:lnTo>
                <a:lnTo>
                  <a:pt x="1208953" y="122959"/>
                </a:lnTo>
                <a:lnTo>
                  <a:pt x="1241280" y="134504"/>
                </a:lnTo>
                <a:lnTo>
                  <a:pt x="1244609" y="128533"/>
                </a:lnTo>
                <a:lnTo>
                  <a:pt x="1248965" y="122742"/>
                </a:lnTo>
                <a:lnTo>
                  <a:pt x="1287471" y="101690"/>
                </a:lnTo>
                <a:lnTo>
                  <a:pt x="1299008" y="101022"/>
                </a:lnTo>
                <a:lnTo>
                  <a:pt x="1367195" y="101022"/>
                </a:lnTo>
                <a:lnTo>
                  <a:pt x="1366557" y="100003"/>
                </a:lnTo>
                <a:lnTo>
                  <a:pt x="1329323" y="75162"/>
                </a:lnTo>
                <a:lnTo>
                  <a:pt x="1313151" y="71870"/>
                </a:lnTo>
                <a:lnTo>
                  <a:pt x="1304973" y="71004"/>
                </a:lnTo>
                <a:close/>
              </a:path>
              <a:path w="1771015" h="300990">
                <a:moveTo>
                  <a:pt x="1474895" y="73890"/>
                </a:moveTo>
                <a:lnTo>
                  <a:pt x="1441991" y="73890"/>
                </a:lnTo>
                <a:lnTo>
                  <a:pt x="1441991" y="295563"/>
                </a:lnTo>
                <a:lnTo>
                  <a:pt x="1476050" y="295563"/>
                </a:lnTo>
                <a:lnTo>
                  <a:pt x="1476050" y="155286"/>
                </a:lnTo>
                <a:lnTo>
                  <a:pt x="1476501" y="147989"/>
                </a:lnTo>
                <a:lnTo>
                  <a:pt x="1497228" y="113758"/>
                </a:lnTo>
                <a:lnTo>
                  <a:pt x="1509249" y="107372"/>
                </a:lnTo>
                <a:lnTo>
                  <a:pt x="1474895" y="107372"/>
                </a:lnTo>
                <a:lnTo>
                  <a:pt x="1474895" y="73890"/>
                </a:lnTo>
                <a:close/>
              </a:path>
              <a:path w="1771015" h="300990">
                <a:moveTo>
                  <a:pt x="1537433" y="70427"/>
                </a:moveTo>
                <a:lnTo>
                  <a:pt x="1534932" y="70427"/>
                </a:lnTo>
                <a:lnTo>
                  <a:pt x="1525226" y="71067"/>
                </a:lnTo>
                <a:lnTo>
                  <a:pt x="1485719" y="92471"/>
                </a:lnTo>
                <a:lnTo>
                  <a:pt x="1477204" y="107372"/>
                </a:lnTo>
                <a:lnTo>
                  <a:pt x="1509249" y="107372"/>
                </a:lnTo>
                <a:lnTo>
                  <a:pt x="1509748" y="107147"/>
                </a:lnTo>
                <a:lnTo>
                  <a:pt x="1516747" y="105027"/>
                </a:lnTo>
                <a:lnTo>
                  <a:pt x="1524180" y="103755"/>
                </a:lnTo>
                <a:lnTo>
                  <a:pt x="1532045" y="103331"/>
                </a:lnTo>
                <a:lnTo>
                  <a:pt x="1552827" y="103331"/>
                </a:lnTo>
                <a:lnTo>
                  <a:pt x="1552827" y="71004"/>
                </a:lnTo>
                <a:lnTo>
                  <a:pt x="1550903" y="70812"/>
                </a:lnTo>
                <a:lnTo>
                  <a:pt x="1548065" y="70667"/>
                </a:lnTo>
                <a:lnTo>
                  <a:pt x="1540560" y="70475"/>
                </a:lnTo>
                <a:lnTo>
                  <a:pt x="1537433" y="70427"/>
                </a:lnTo>
                <a:close/>
              </a:path>
              <a:path w="1771015" h="300990">
                <a:moveTo>
                  <a:pt x="1552827" y="103331"/>
                </a:moveTo>
                <a:lnTo>
                  <a:pt x="1536567" y="103331"/>
                </a:lnTo>
                <a:lnTo>
                  <a:pt x="1540849" y="103668"/>
                </a:lnTo>
                <a:lnTo>
                  <a:pt x="1544890" y="104342"/>
                </a:lnTo>
                <a:lnTo>
                  <a:pt x="1549027" y="104919"/>
                </a:lnTo>
                <a:lnTo>
                  <a:pt x="1551673" y="105352"/>
                </a:lnTo>
                <a:lnTo>
                  <a:pt x="1552827" y="105640"/>
                </a:lnTo>
                <a:lnTo>
                  <a:pt x="1552827" y="103331"/>
                </a:lnTo>
                <a:close/>
              </a:path>
              <a:path w="1771015" h="300990">
                <a:moveTo>
                  <a:pt x="1625347" y="73890"/>
                </a:moveTo>
                <a:lnTo>
                  <a:pt x="1586092" y="73890"/>
                </a:lnTo>
                <a:lnTo>
                  <a:pt x="1656520" y="184727"/>
                </a:lnTo>
                <a:lnTo>
                  <a:pt x="1586092" y="295563"/>
                </a:lnTo>
                <a:lnTo>
                  <a:pt x="1625347" y="295563"/>
                </a:lnTo>
                <a:lnTo>
                  <a:pt x="1678456" y="209549"/>
                </a:lnTo>
                <a:lnTo>
                  <a:pt x="1715269" y="209549"/>
                </a:lnTo>
                <a:lnTo>
                  <a:pt x="1699238" y="184727"/>
                </a:lnTo>
                <a:lnTo>
                  <a:pt x="1712287" y="164522"/>
                </a:lnTo>
                <a:lnTo>
                  <a:pt x="1678456" y="164522"/>
                </a:lnTo>
                <a:lnTo>
                  <a:pt x="1625347" y="73890"/>
                </a:lnTo>
                <a:close/>
              </a:path>
              <a:path w="1771015" h="300990">
                <a:moveTo>
                  <a:pt x="1715269" y="209549"/>
                </a:moveTo>
                <a:lnTo>
                  <a:pt x="1678456" y="209549"/>
                </a:lnTo>
                <a:lnTo>
                  <a:pt x="1731565" y="295563"/>
                </a:lnTo>
                <a:lnTo>
                  <a:pt x="1770820" y="295563"/>
                </a:lnTo>
                <a:lnTo>
                  <a:pt x="1715269" y="209549"/>
                </a:lnTo>
                <a:close/>
              </a:path>
              <a:path w="1771015" h="300990">
                <a:moveTo>
                  <a:pt x="1770820" y="73890"/>
                </a:moveTo>
                <a:lnTo>
                  <a:pt x="1731565" y="73890"/>
                </a:lnTo>
                <a:lnTo>
                  <a:pt x="1678456" y="164522"/>
                </a:lnTo>
                <a:lnTo>
                  <a:pt x="1712287" y="164522"/>
                </a:lnTo>
                <a:lnTo>
                  <a:pt x="1770820" y="7389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5" name="object 55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6" name="object 56"/>
          <p:cNvSpPr/>
          <p:nvPr/>
        </p:nvSpPr>
        <p:spPr>
          <a:xfrm>
            <a:off x="9750890" y="1382443"/>
            <a:ext cx="686703" cy="5873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7" name="object 57"/>
          <p:cNvSpPr/>
          <p:nvPr/>
        </p:nvSpPr>
        <p:spPr>
          <a:xfrm>
            <a:off x="8937688" y="1364372"/>
            <a:ext cx="587312" cy="5873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5514" y="1061782"/>
            <a:ext cx="2255139" cy="2701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" name="object 3"/>
          <p:cNvSpPr/>
          <p:nvPr/>
        </p:nvSpPr>
        <p:spPr>
          <a:xfrm>
            <a:off x="272573" y="0"/>
            <a:ext cx="2412498" cy="2258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4" name="object 4"/>
          <p:cNvGrpSpPr/>
          <p:nvPr/>
        </p:nvGrpSpPr>
        <p:grpSpPr>
          <a:xfrm>
            <a:off x="2260399" y="1048126"/>
            <a:ext cx="8475368" cy="4743676"/>
            <a:chOff x="2794000" y="1473200"/>
            <a:chExt cx="11912600" cy="6667500"/>
          </a:xfrm>
        </p:grpSpPr>
        <p:sp>
          <p:nvSpPr>
            <p:cNvPr id="5" name="object 5"/>
            <p:cNvSpPr/>
            <p:nvPr/>
          </p:nvSpPr>
          <p:spPr>
            <a:xfrm>
              <a:off x="12992100" y="1473200"/>
              <a:ext cx="1714500" cy="10287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6" name="object 6"/>
            <p:cNvSpPr/>
            <p:nvPr/>
          </p:nvSpPr>
          <p:spPr>
            <a:xfrm>
              <a:off x="2794000" y="2501900"/>
              <a:ext cx="10655300" cy="5638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7" name="object 7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8" name="object 8"/>
          <p:cNvSpPr/>
          <p:nvPr/>
        </p:nvSpPr>
        <p:spPr>
          <a:xfrm>
            <a:off x="9508674" y="575812"/>
            <a:ext cx="1260010" cy="214143"/>
          </a:xfrm>
          <a:custGeom>
            <a:avLst/>
            <a:gdLst/>
            <a:ahLst/>
            <a:cxnLst/>
            <a:rect l="l" t="t" r="r" b="b"/>
            <a:pathLst>
              <a:path w="1771015" h="300990">
                <a:moveTo>
                  <a:pt x="35790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99736"/>
                </a:lnTo>
                <a:lnTo>
                  <a:pt x="72736" y="158172"/>
                </a:lnTo>
                <a:lnTo>
                  <a:pt x="113665" y="158172"/>
                </a:lnTo>
                <a:lnTo>
                  <a:pt x="104831" y="146627"/>
                </a:lnTo>
                <a:lnTo>
                  <a:pt x="35790" y="146627"/>
                </a:lnTo>
                <a:lnTo>
                  <a:pt x="35790" y="0"/>
                </a:lnTo>
                <a:close/>
              </a:path>
              <a:path w="1771015" h="300990">
                <a:moveTo>
                  <a:pt x="113665" y="158172"/>
                </a:moveTo>
                <a:lnTo>
                  <a:pt x="72736" y="158172"/>
                </a:lnTo>
                <a:lnTo>
                  <a:pt x="175490" y="295563"/>
                </a:lnTo>
                <a:lnTo>
                  <a:pt x="218786" y="295563"/>
                </a:lnTo>
                <a:lnTo>
                  <a:pt x="113665" y="158172"/>
                </a:lnTo>
                <a:close/>
              </a:path>
              <a:path w="1771015" h="300990">
                <a:moveTo>
                  <a:pt x="218786" y="0"/>
                </a:moveTo>
                <a:lnTo>
                  <a:pt x="172027" y="0"/>
                </a:lnTo>
                <a:lnTo>
                  <a:pt x="39254" y="146627"/>
                </a:lnTo>
                <a:lnTo>
                  <a:pt x="104831" y="146627"/>
                </a:lnTo>
                <a:lnTo>
                  <a:pt x="94672" y="133349"/>
                </a:lnTo>
                <a:lnTo>
                  <a:pt x="218786" y="0"/>
                </a:lnTo>
                <a:close/>
              </a:path>
              <a:path w="1771015" h="300990">
                <a:moveTo>
                  <a:pt x="414695" y="101022"/>
                </a:moveTo>
                <a:lnTo>
                  <a:pt x="346507" y="101022"/>
                </a:lnTo>
                <a:lnTo>
                  <a:pt x="357521" y="101762"/>
                </a:lnTo>
                <a:lnTo>
                  <a:pt x="367037" y="103981"/>
                </a:lnTo>
                <a:lnTo>
                  <a:pt x="392536" y="135965"/>
                </a:lnTo>
                <a:lnTo>
                  <a:pt x="393266" y="146049"/>
                </a:lnTo>
                <a:lnTo>
                  <a:pt x="393266" y="152688"/>
                </a:lnTo>
                <a:lnTo>
                  <a:pt x="391294" y="156537"/>
                </a:lnTo>
                <a:lnTo>
                  <a:pt x="387350" y="158749"/>
                </a:lnTo>
                <a:lnTo>
                  <a:pt x="383501" y="160962"/>
                </a:lnTo>
                <a:lnTo>
                  <a:pt x="377343" y="162550"/>
                </a:lnTo>
                <a:lnTo>
                  <a:pt x="362121" y="164243"/>
                </a:lnTo>
                <a:lnTo>
                  <a:pt x="336116" y="167409"/>
                </a:lnTo>
                <a:lnTo>
                  <a:pt x="297962" y="174769"/>
                </a:lnTo>
                <a:lnTo>
                  <a:pt x="261675" y="196092"/>
                </a:lnTo>
                <a:lnTo>
                  <a:pt x="250208" y="234372"/>
                </a:lnTo>
                <a:lnTo>
                  <a:pt x="250734" y="243067"/>
                </a:lnTo>
                <a:lnTo>
                  <a:pt x="272075" y="282971"/>
                </a:lnTo>
                <a:lnTo>
                  <a:pt x="315434" y="300262"/>
                </a:lnTo>
                <a:lnTo>
                  <a:pt x="325726" y="300759"/>
                </a:lnTo>
                <a:lnTo>
                  <a:pt x="335025" y="300398"/>
                </a:lnTo>
                <a:lnTo>
                  <a:pt x="375615" y="284947"/>
                </a:lnTo>
                <a:lnTo>
                  <a:pt x="389318" y="270163"/>
                </a:lnTo>
                <a:lnTo>
                  <a:pt x="330921" y="270163"/>
                </a:lnTo>
                <a:lnTo>
                  <a:pt x="321093" y="269586"/>
                </a:lnTo>
                <a:lnTo>
                  <a:pt x="287445" y="249959"/>
                </a:lnTo>
                <a:lnTo>
                  <a:pt x="284162" y="225713"/>
                </a:lnTo>
                <a:lnTo>
                  <a:pt x="286471" y="218882"/>
                </a:lnTo>
                <a:lnTo>
                  <a:pt x="321540" y="199123"/>
                </a:lnTo>
                <a:lnTo>
                  <a:pt x="348672" y="195118"/>
                </a:lnTo>
                <a:lnTo>
                  <a:pt x="354637" y="194348"/>
                </a:lnTo>
                <a:lnTo>
                  <a:pt x="391823" y="185881"/>
                </a:lnTo>
                <a:lnTo>
                  <a:pt x="393266" y="184149"/>
                </a:lnTo>
                <a:lnTo>
                  <a:pt x="427326" y="184149"/>
                </a:lnTo>
                <a:lnTo>
                  <a:pt x="427326" y="149513"/>
                </a:lnTo>
                <a:lnTo>
                  <a:pt x="426784" y="136976"/>
                </a:lnTo>
                <a:lnTo>
                  <a:pt x="425161" y="125773"/>
                </a:lnTo>
                <a:lnTo>
                  <a:pt x="422455" y="115905"/>
                </a:lnTo>
                <a:lnTo>
                  <a:pt x="418666" y="107372"/>
                </a:lnTo>
                <a:lnTo>
                  <a:pt x="414695" y="101022"/>
                </a:lnTo>
                <a:close/>
              </a:path>
              <a:path w="1771015" h="300990">
                <a:moveTo>
                  <a:pt x="427326" y="265545"/>
                </a:moveTo>
                <a:lnTo>
                  <a:pt x="393266" y="265545"/>
                </a:lnTo>
                <a:lnTo>
                  <a:pt x="393266" y="295563"/>
                </a:lnTo>
                <a:lnTo>
                  <a:pt x="427326" y="295563"/>
                </a:lnTo>
                <a:lnTo>
                  <a:pt x="427326" y="265545"/>
                </a:lnTo>
                <a:close/>
              </a:path>
              <a:path w="1771015" h="300990">
                <a:moveTo>
                  <a:pt x="427326" y="184149"/>
                </a:moveTo>
                <a:lnTo>
                  <a:pt x="393266" y="184149"/>
                </a:lnTo>
                <a:lnTo>
                  <a:pt x="393262" y="215394"/>
                </a:lnTo>
                <a:lnTo>
                  <a:pt x="392815" y="222168"/>
                </a:lnTo>
                <a:lnTo>
                  <a:pt x="371547" y="257968"/>
                </a:lnTo>
                <a:lnTo>
                  <a:pt x="330921" y="270163"/>
                </a:lnTo>
                <a:lnTo>
                  <a:pt x="389318" y="270163"/>
                </a:lnTo>
                <a:lnTo>
                  <a:pt x="391535" y="265545"/>
                </a:lnTo>
                <a:lnTo>
                  <a:pt x="427326" y="265545"/>
                </a:lnTo>
                <a:lnTo>
                  <a:pt x="427326" y="184149"/>
                </a:lnTo>
                <a:close/>
              </a:path>
              <a:path w="1771015" h="300990">
                <a:moveTo>
                  <a:pt x="352473" y="71004"/>
                </a:moveTo>
                <a:lnTo>
                  <a:pt x="345353" y="71004"/>
                </a:lnTo>
                <a:lnTo>
                  <a:pt x="336946" y="71293"/>
                </a:lnTo>
                <a:lnTo>
                  <a:pt x="294769" y="81828"/>
                </a:lnTo>
                <a:lnTo>
                  <a:pt x="261143" y="113416"/>
                </a:lnTo>
                <a:lnTo>
                  <a:pt x="256453" y="122959"/>
                </a:lnTo>
                <a:lnTo>
                  <a:pt x="288780" y="134504"/>
                </a:lnTo>
                <a:lnTo>
                  <a:pt x="292108" y="128533"/>
                </a:lnTo>
                <a:lnTo>
                  <a:pt x="296465" y="122742"/>
                </a:lnTo>
                <a:lnTo>
                  <a:pt x="334971" y="101690"/>
                </a:lnTo>
                <a:lnTo>
                  <a:pt x="346507" y="101022"/>
                </a:lnTo>
                <a:lnTo>
                  <a:pt x="414695" y="101022"/>
                </a:lnTo>
                <a:lnTo>
                  <a:pt x="414057" y="100003"/>
                </a:lnTo>
                <a:lnTo>
                  <a:pt x="376823" y="75162"/>
                </a:lnTo>
                <a:lnTo>
                  <a:pt x="360651" y="71870"/>
                </a:lnTo>
                <a:lnTo>
                  <a:pt x="352473" y="71004"/>
                </a:lnTo>
                <a:close/>
              </a:path>
              <a:path w="1771015" h="300990">
                <a:moveTo>
                  <a:pt x="522395" y="73890"/>
                </a:moveTo>
                <a:lnTo>
                  <a:pt x="489491" y="73890"/>
                </a:lnTo>
                <a:lnTo>
                  <a:pt x="489491" y="295563"/>
                </a:lnTo>
                <a:lnTo>
                  <a:pt x="523550" y="295563"/>
                </a:lnTo>
                <a:lnTo>
                  <a:pt x="523550" y="155286"/>
                </a:lnTo>
                <a:lnTo>
                  <a:pt x="524001" y="147989"/>
                </a:lnTo>
                <a:lnTo>
                  <a:pt x="544728" y="113758"/>
                </a:lnTo>
                <a:lnTo>
                  <a:pt x="556749" y="107372"/>
                </a:lnTo>
                <a:lnTo>
                  <a:pt x="522395" y="107372"/>
                </a:lnTo>
                <a:lnTo>
                  <a:pt x="522395" y="73890"/>
                </a:lnTo>
                <a:close/>
              </a:path>
              <a:path w="1771015" h="300990">
                <a:moveTo>
                  <a:pt x="584933" y="70427"/>
                </a:moveTo>
                <a:lnTo>
                  <a:pt x="582432" y="70427"/>
                </a:lnTo>
                <a:lnTo>
                  <a:pt x="572726" y="71067"/>
                </a:lnTo>
                <a:lnTo>
                  <a:pt x="533219" y="92471"/>
                </a:lnTo>
                <a:lnTo>
                  <a:pt x="524704" y="107372"/>
                </a:lnTo>
                <a:lnTo>
                  <a:pt x="556749" y="107372"/>
                </a:lnTo>
                <a:lnTo>
                  <a:pt x="557248" y="107147"/>
                </a:lnTo>
                <a:lnTo>
                  <a:pt x="564247" y="105027"/>
                </a:lnTo>
                <a:lnTo>
                  <a:pt x="571680" y="103755"/>
                </a:lnTo>
                <a:lnTo>
                  <a:pt x="579545" y="103331"/>
                </a:lnTo>
                <a:lnTo>
                  <a:pt x="600327" y="103331"/>
                </a:lnTo>
                <a:lnTo>
                  <a:pt x="600327" y="71004"/>
                </a:lnTo>
                <a:lnTo>
                  <a:pt x="598403" y="70812"/>
                </a:lnTo>
                <a:lnTo>
                  <a:pt x="595565" y="70667"/>
                </a:lnTo>
                <a:lnTo>
                  <a:pt x="588060" y="70475"/>
                </a:lnTo>
                <a:lnTo>
                  <a:pt x="584933" y="70427"/>
                </a:lnTo>
                <a:close/>
              </a:path>
              <a:path w="1771015" h="300990">
                <a:moveTo>
                  <a:pt x="600327" y="103331"/>
                </a:moveTo>
                <a:lnTo>
                  <a:pt x="584067" y="103331"/>
                </a:lnTo>
                <a:lnTo>
                  <a:pt x="588349" y="103668"/>
                </a:lnTo>
                <a:lnTo>
                  <a:pt x="592390" y="104342"/>
                </a:lnTo>
                <a:lnTo>
                  <a:pt x="596527" y="104919"/>
                </a:lnTo>
                <a:lnTo>
                  <a:pt x="599173" y="105352"/>
                </a:lnTo>
                <a:lnTo>
                  <a:pt x="600327" y="105640"/>
                </a:lnTo>
                <a:lnTo>
                  <a:pt x="600327" y="103331"/>
                </a:lnTo>
                <a:close/>
              </a:path>
              <a:path w="1771015" h="300990">
                <a:moveTo>
                  <a:pt x="674759" y="0"/>
                </a:moveTo>
                <a:lnTo>
                  <a:pt x="640700" y="0"/>
                </a:lnTo>
                <a:lnTo>
                  <a:pt x="640700" y="295563"/>
                </a:lnTo>
                <a:lnTo>
                  <a:pt x="674759" y="295563"/>
                </a:lnTo>
                <a:lnTo>
                  <a:pt x="674759" y="0"/>
                </a:lnTo>
                <a:close/>
              </a:path>
              <a:path w="1771015" h="300990">
                <a:moveTo>
                  <a:pt x="898777" y="0"/>
                </a:moveTo>
                <a:lnTo>
                  <a:pt x="856059" y="0"/>
                </a:lnTo>
                <a:lnTo>
                  <a:pt x="856059" y="295563"/>
                </a:lnTo>
                <a:lnTo>
                  <a:pt x="889541" y="295563"/>
                </a:lnTo>
                <a:lnTo>
                  <a:pt x="889541" y="71004"/>
                </a:lnTo>
                <a:lnTo>
                  <a:pt x="927847" y="71004"/>
                </a:lnTo>
                <a:lnTo>
                  <a:pt x="898777" y="0"/>
                </a:lnTo>
                <a:close/>
              </a:path>
              <a:path w="1771015" h="300990">
                <a:moveTo>
                  <a:pt x="927847" y="71004"/>
                </a:moveTo>
                <a:lnTo>
                  <a:pt x="892427" y="71004"/>
                </a:lnTo>
                <a:lnTo>
                  <a:pt x="984791" y="295563"/>
                </a:lnTo>
                <a:lnTo>
                  <a:pt x="1017118" y="295563"/>
                </a:lnTo>
                <a:lnTo>
                  <a:pt x="1037775" y="245340"/>
                </a:lnTo>
                <a:lnTo>
                  <a:pt x="999223" y="245340"/>
                </a:lnTo>
                <a:lnTo>
                  <a:pt x="927847" y="71004"/>
                </a:lnTo>
                <a:close/>
              </a:path>
              <a:path w="1771015" h="300990">
                <a:moveTo>
                  <a:pt x="1145850" y="71004"/>
                </a:moveTo>
                <a:lnTo>
                  <a:pt x="1112368" y="71004"/>
                </a:lnTo>
                <a:lnTo>
                  <a:pt x="1112368" y="295563"/>
                </a:lnTo>
                <a:lnTo>
                  <a:pt x="1145850" y="295563"/>
                </a:lnTo>
                <a:lnTo>
                  <a:pt x="1145850" y="71004"/>
                </a:lnTo>
                <a:close/>
              </a:path>
              <a:path w="1771015" h="300990">
                <a:moveTo>
                  <a:pt x="1145850" y="0"/>
                </a:moveTo>
                <a:lnTo>
                  <a:pt x="1103132" y="0"/>
                </a:lnTo>
                <a:lnTo>
                  <a:pt x="1002686" y="245340"/>
                </a:lnTo>
                <a:lnTo>
                  <a:pt x="1037775" y="245340"/>
                </a:lnTo>
                <a:lnTo>
                  <a:pt x="1109482" y="71004"/>
                </a:lnTo>
                <a:lnTo>
                  <a:pt x="1145850" y="71004"/>
                </a:lnTo>
                <a:lnTo>
                  <a:pt x="1145850" y="0"/>
                </a:lnTo>
                <a:close/>
              </a:path>
              <a:path w="1771015" h="300990">
                <a:moveTo>
                  <a:pt x="1367195" y="101022"/>
                </a:moveTo>
                <a:lnTo>
                  <a:pt x="1299008" y="101022"/>
                </a:lnTo>
                <a:lnTo>
                  <a:pt x="1310021" y="101762"/>
                </a:lnTo>
                <a:lnTo>
                  <a:pt x="1319537" y="103981"/>
                </a:lnTo>
                <a:lnTo>
                  <a:pt x="1345036" y="135965"/>
                </a:lnTo>
                <a:lnTo>
                  <a:pt x="1345766" y="146049"/>
                </a:lnTo>
                <a:lnTo>
                  <a:pt x="1345766" y="152688"/>
                </a:lnTo>
                <a:lnTo>
                  <a:pt x="1343794" y="156537"/>
                </a:lnTo>
                <a:lnTo>
                  <a:pt x="1339849" y="158749"/>
                </a:lnTo>
                <a:lnTo>
                  <a:pt x="1336001" y="160962"/>
                </a:lnTo>
                <a:lnTo>
                  <a:pt x="1329843" y="162550"/>
                </a:lnTo>
                <a:lnTo>
                  <a:pt x="1314621" y="164243"/>
                </a:lnTo>
                <a:lnTo>
                  <a:pt x="1288616" y="167409"/>
                </a:lnTo>
                <a:lnTo>
                  <a:pt x="1250462" y="174769"/>
                </a:lnTo>
                <a:lnTo>
                  <a:pt x="1214175" y="196092"/>
                </a:lnTo>
                <a:lnTo>
                  <a:pt x="1202708" y="234372"/>
                </a:lnTo>
                <a:lnTo>
                  <a:pt x="1203234" y="243067"/>
                </a:lnTo>
                <a:lnTo>
                  <a:pt x="1224575" y="282971"/>
                </a:lnTo>
                <a:lnTo>
                  <a:pt x="1267934" y="300262"/>
                </a:lnTo>
                <a:lnTo>
                  <a:pt x="1278226" y="300759"/>
                </a:lnTo>
                <a:lnTo>
                  <a:pt x="1287525" y="300398"/>
                </a:lnTo>
                <a:lnTo>
                  <a:pt x="1328115" y="284947"/>
                </a:lnTo>
                <a:lnTo>
                  <a:pt x="1341818" y="270163"/>
                </a:lnTo>
                <a:lnTo>
                  <a:pt x="1283421" y="270163"/>
                </a:lnTo>
                <a:lnTo>
                  <a:pt x="1273593" y="269586"/>
                </a:lnTo>
                <a:lnTo>
                  <a:pt x="1239945" y="249959"/>
                </a:lnTo>
                <a:lnTo>
                  <a:pt x="1236662" y="225713"/>
                </a:lnTo>
                <a:lnTo>
                  <a:pt x="1238971" y="218882"/>
                </a:lnTo>
                <a:lnTo>
                  <a:pt x="1274040" y="199123"/>
                </a:lnTo>
                <a:lnTo>
                  <a:pt x="1301172" y="195118"/>
                </a:lnTo>
                <a:lnTo>
                  <a:pt x="1307137" y="194348"/>
                </a:lnTo>
                <a:lnTo>
                  <a:pt x="1344323" y="185881"/>
                </a:lnTo>
                <a:lnTo>
                  <a:pt x="1345766" y="184149"/>
                </a:lnTo>
                <a:lnTo>
                  <a:pt x="1379826" y="184149"/>
                </a:lnTo>
                <a:lnTo>
                  <a:pt x="1379826" y="149513"/>
                </a:lnTo>
                <a:lnTo>
                  <a:pt x="1379284" y="136976"/>
                </a:lnTo>
                <a:lnTo>
                  <a:pt x="1377661" y="125773"/>
                </a:lnTo>
                <a:lnTo>
                  <a:pt x="1374955" y="115905"/>
                </a:lnTo>
                <a:lnTo>
                  <a:pt x="1371166" y="107372"/>
                </a:lnTo>
                <a:lnTo>
                  <a:pt x="1367195" y="101022"/>
                </a:lnTo>
                <a:close/>
              </a:path>
              <a:path w="1771015" h="300990">
                <a:moveTo>
                  <a:pt x="1379826" y="265545"/>
                </a:moveTo>
                <a:lnTo>
                  <a:pt x="1345766" y="265545"/>
                </a:lnTo>
                <a:lnTo>
                  <a:pt x="1345766" y="295563"/>
                </a:lnTo>
                <a:lnTo>
                  <a:pt x="1379826" y="295563"/>
                </a:lnTo>
                <a:lnTo>
                  <a:pt x="1379826" y="265545"/>
                </a:lnTo>
                <a:close/>
              </a:path>
              <a:path w="1771015" h="300990">
                <a:moveTo>
                  <a:pt x="1379826" y="184149"/>
                </a:moveTo>
                <a:lnTo>
                  <a:pt x="1345766" y="184149"/>
                </a:lnTo>
                <a:lnTo>
                  <a:pt x="1345762" y="215394"/>
                </a:lnTo>
                <a:lnTo>
                  <a:pt x="1345315" y="222168"/>
                </a:lnTo>
                <a:lnTo>
                  <a:pt x="1324047" y="257968"/>
                </a:lnTo>
                <a:lnTo>
                  <a:pt x="1283421" y="270163"/>
                </a:lnTo>
                <a:lnTo>
                  <a:pt x="1341818" y="270163"/>
                </a:lnTo>
                <a:lnTo>
                  <a:pt x="1344035" y="265545"/>
                </a:lnTo>
                <a:lnTo>
                  <a:pt x="1379826" y="265545"/>
                </a:lnTo>
                <a:lnTo>
                  <a:pt x="1379826" y="184149"/>
                </a:lnTo>
                <a:close/>
              </a:path>
              <a:path w="1771015" h="300990">
                <a:moveTo>
                  <a:pt x="1304973" y="71004"/>
                </a:moveTo>
                <a:lnTo>
                  <a:pt x="1297853" y="71004"/>
                </a:lnTo>
                <a:lnTo>
                  <a:pt x="1289446" y="71293"/>
                </a:lnTo>
                <a:lnTo>
                  <a:pt x="1247269" y="81828"/>
                </a:lnTo>
                <a:lnTo>
                  <a:pt x="1213643" y="113416"/>
                </a:lnTo>
                <a:lnTo>
                  <a:pt x="1208953" y="122959"/>
                </a:lnTo>
                <a:lnTo>
                  <a:pt x="1241280" y="134504"/>
                </a:lnTo>
                <a:lnTo>
                  <a:pt x="1244609" y="128533"/>
                </a:lnTo>
                <a:lnTo>
                  <a:pt x="1248965" y="122742"/>
                </a:lnTo>
                <a:lnTo>
                  <a:pt x="1287471" y="101690"/>
                </a:lnTo>
                <a:lnTo>
                  <a:pt x="1299008" y="101022"/>
                </a:lnTo>
                <a:lnTo>
                  <a:pt x="1367195" y="101022"/>
                </a:lnTo>
                <a:lnTo>
                  <a:pt x="1366557" y="100003"/>
                </a:lnTo>
                <a:lnTo>
                  <a:pt x="1329323" y="75162"/>
                </a:lnTo>
                <a:lnTo>
                  <a:pt x="1313151" y="71870"/>
                </a:lnTo>
                <a:lnTo>
                  <a:pt x="1304973" y="71004"/>
                </a:lnTo>
                <a:close/>
              </a:path>
              <a:path w="1771015" h="300990">
                <a:moveTo>
                  <a:pt x="1474895" y="73890"/>
                </a:moveTo>
                <a:lnTo>
                  <a:pt x="1441991" y="73890"/>
                </a:lnTo>
                <a:lnTo>
                  <a:pt x="1441991" y="295563"/>
                </a:lnTo>
                <a:lnTo>
                  <a:pt x="1476050" y="295563"/>
                </a:lnTo>
                <a:lnTo>
                  <a:pt x="1476050" y="155286"/>
                </a:lnTo>
                <a:lnTo>
                  <a:pt x="1476501" y="147989"/>
                </a:lnTo>
                <a:lnTo>
                  <a:pt x="1497228" y="113758"/>
                </a:lnTo>
                <a:lnTo>
                  <a:pt x="1509249" y="107372"/>
                </a:lnTo>
                <a:lnTo>
                  <a:pt x="1474895" y="107372"/>
                </a:lnTo>
                <a:lnTo>
                  <a:pt x="1474895" y="73890"/>
                </a:lnTo>
                <a:close/>
              </a:path>
              <a:path w="1771015" h="300990">
                <a:moveTo>
                  <a:pt x="1537433" y="70427"/>
                </a:moveTo>
                <a:lnTo>
                  <a:pt x="1534932" y="70427"/>
                </a:lnTo>
                <a:lnTo>
                  <a:pt x="1525226" y="71067"/>
                </a:lnTo>
                <a:lnTo>
                  <a:pt x="1485719" y="92471"/>
                </a:lnTo>
                <a:lnTo>
                  <a:pt x="1477204" y="107372"/>
                </a:lnTo>
                <a:lnTo>
                  <a:pt x="1509249" y="107372"/>
                </a:lnTo>
                <a:lnTo>
                  <a:pt x="1509748" y="107147"/>
                </a:lnTo>
                <a:lnTo>
                  <a:pt x="1516747" y="105027"/>
                </a:lnTo>
                <a:lnTo>
                  <a:pt x="1524180" y="103755"/>
                </a:lnTo>
                <a:lnTo>
                  <a:pt x="1532045" y="103331"/>
                </a:lnTo>
                <a:lnTo>
                  <a:pt x="1552827" y="103331"/>
                </a:lnTo>
                <a:lnTo>
                  <a:pt x="1552827" y="71004"/>
                </a:lnTo>
                <a:lnTo>
                  <a:pt x="1550903" y="70812"/>
                </a:lnTo>
                <a:lnTo>
                  <a:pt x="1548065" y="70667"/>
                </a:lnTo>
                <a:lnTo>
                  <a:pt x="1540560" y="70475"/>
                </a:lnTo>
                <a:lnTo>
                  <a:pt x="1537433" y="70427"/>
                </a:lnTo>
                <a:close/>
              </a:path>
              <a:path w="1771015" h="300990">
                <a:moveTo>
                  <a:pt x="1552827" y="103331"/>
                </a:moveTo>
                <a:lnTo>
                  <a:pt x="1536567" y="103331"/>
                </a:lnTo>
                <a:lnTo>
                  <a:pt x="1540849" y="103668"/>
                </a:lnTo>
                <a:lnTo>
                  <a:pt x="1544890" y="104342"/>
                </a:lnTo>
                <a:lnTo>
                  <a:pt x="1549027" y="104919"/>
                </a:lnTo>
                <a:lnTo>
                  <a:pt x="1551673" y="105352"/>
                </a:lnTo>
                <a:lnTo>
                  <a:pt x="1552827" y="105640"/>
                </a:lnTo>
                <a:lnTo>
                  <a:pt x="1552827" y="103331"/>
                </a:lnTo>
                <a:close/>
              </a:path>
              <a:path w="1771015" h="300990">
                <a:moveTo>
                  <a:pt x="1625347" y="73890"/>
                </a:moveTo>
                <a:lnTo>
                  <a:pt x="1586092" y="73890"/>
                </a:lnTo>
                <a:lnTo>
                  <a:pt x="1656520" y="184727"/>
                </a:lnTo>
                <a:lnTo>
                  <a:pt x="1586092" y="295563"/>
                </a:lnTo>
                <a:lnTo>
                  <a:pt x="1625347" y="295563"/>
                </a:lnTo>
                <a:lnTo>
                  <a:pt x="1678456" y="209549"/>
                </a:lnTo>
                <a:lnTo>
                  <a:pt x="1715269" y="209549"/>
                </a:lnTo>
                <a:lnTo>
                  <a:pt x="1699238" y="184727"/>
                </a:lnTo>
                <a:lnTo>
                  <a:pt x="1712287" y="164522"/>
                </a:lnTo>
                <a:lnTo>
                  <a:pt x="1678456" y="164522"/>
                </a:lnTo>
                <a:lnTo>
                  <a:pt x="1625347" y="73890"/>
                </a:lnTo>
                <a:close/>
              </a:path>
              <a:path w="1771015" h="300990">
                <a:moveTo>
                  <a:pt x="1715269" y="209549"/>
                </a:moveTo>
                <a:lnTo>
                  <a:pt x="1678456" y="209549"/>
                </a:lnTo>
                <a:lnTo>
                  <a:pt x="1731565" y="295563"/>
                </a:lnTo>
                <a:lnTo>
                  <a:pt x="1770820" y="295563"/>
                </a:lnTo>
                <a:lnTo>
                  <a:pt x="1715269" y="209549"/>
                </a:lnTo>
                <a:close/>
              </a:path>
              <a:path w="1771015" h="300990">
                <a:moveTo>
                  <a:pt x="1770820" y="73890"/>
                </a:moveTo>
                <a:lnTo>
                  <a:pt x="1731565" y="73890"/>
                </a:lnTo>
                <a:lnTo>
                  <a:pt x="1678456" y="164522"/>
                </a:lnTo>
                <a:lnTo>
                  <a:pt x="1712287" y="164522"/>
                </a:lnTo>
                <a:lnTo>
                  <a:pt x="1770820" y="7389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9" name="object 9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6336" y="2114324"/>
            <a:ext cx="2340213" cy="3035953"/>
            <a:chOff x="2057400" y="2971800"/>
            <a:chExt cx="3289300" cy="4267200"/>
          </a:xfrm>
        </p:grpSpPr>
        <p:sp>
          <p:nvSpPr>
            <p:cNvPr id="3" name="object 3"/>
            <p:cNvSpPr/>
            <p:nvPr/>
          </p:nvSpPr>
          <p:spPr>
            <a:xfrm>
              <a:off x="20574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20574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025095" y="2114324"/>
            <a:ext cx="2340213" cy="3035953"/>
            <a:chOff x="10896600" y="2971800"/>
            <a:chExt cx="3289300" cy="4267200"/>
          </a:xfrm>
        </p:grpSpPr>
        <p:sp>
          <p:nvSpPr>
            <p:cNvPr id="6" name="object 6"/>
            <p:cNvSpPr/>
            <p:nvPr/>
          </p:nvSpPr>
          <p:spPr>
            <a:xfrm>
              <a:off x="108966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7" name="object 7"/>
            <p:cNvSpPr/>
            <p:nvPr/>
          </p:nvSpPr>
          <p:spPr>
            <a:xfrm>
              <a:off x="108966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8" name="object 8"/>
            <p:cNvSpPr/>
            <p:nvPr/>
          </p:nvSpPr>
          <p:spPr>
            <a:xfrm>
              <a:off x="112268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9" name="object 9"/>
            <p:cNvSpPr/>
            <p:nvPr/>
          </p:nvSpPr>
          <p:spPr>
            <a:xfrm>
              <a:off x="112776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0" name="object 10"/>
            <p:cNvSpPr/>
            <p:nvPr/>
          </p:nvSpPr>
          <p:spPr>
            <a:xfrm>
              <a:off x="121037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770987" y="3453245"/>
              <a:ext cx="1570990" cy="401955"/>
            </a:xfrm>
            <a:custGeom>
              <a:avLst/>
              <a:gdLst/>
              <a:ahLst/>
              <a:cxnLst/>
              <a:rect l="l" t="t" r="r" b="b"/>
              <a:pathLst>
                <a:path w="1570990" h="401954">
                  <a:moveTo>
                    <a:pt x="42718" y="23090"/>
                  </a:moveTo>
                  <a:lnTo>
                    <a:pt x="0" y="23090"/>
                  </a:lnTo>
                  <a:lnTo>
                    <a:pt x="0" y="318654"/>
                  </a:lnTo>
                  <a:lnTo>
                    <a:pt x="33481" y="318654"/>
                  </a:lnTo>
                  <a:lnTo>
                    <a:pt x="33481" y="94095"/>
                  </a:lnTo>
                  <a:lnTo>
                    <a:pt x="71788" y="94095"/>
                  </a:lnTo>
                  <a:lnTo>
                    <a:pt x="42718" y="23090"/>
                  </a:lnTo>
                  <a:close/>
                </a:path>
                <a:path w="1570990" h="401954">
                  <a:moveTo>
                    <a:pt x="71788" y="94095"/>
                  </a:moveTo>
                  <a:lnTo>
                    <a:pt x="36368" y="94095"/>
                  </a:lnTo>
                  <a:lnTo>
                    <a:pt x="128731" y="318654"/>
                  </a:lnTo>
                  <a:lnTo>
                    <a:pt x="161059" y="318654"/>
                  </a:lnTo>
                  <a:lnTo>
                    <a:pt x="181716" y="268431"/>
                  </a:lnTo>
                  <a:lnTo>
                    <a:pt x="143163" y="268431"/>
                  </a:lnTo>
                  <a:lnTo>
                    <a:pt x="71788" y="94095"/>
                  </a:lnTo>
                  <a:close/>
                </a:path>
                <a:path w="1570990" h="401954">
                  <a:moveTo>
                    <a:pt x="289790" y="94095"/>
                  </a:moveTo>
                  <a:lnTo>
                    <a:pt x="256309" y="94095"/>
                  </a:lnTo>
                  <a:lnTo>
                    <a:pt x="256309" y="318654"/>
                  </a:lnTo>
                  <a:lnTo>
                    <a:pt x="289790" y="318654"/>
                  </a:lnTo>
                  <a:lnTo>
                    <a:pt x="289790" y="94095"/>
                  </a:lnTo>
                  <a:close/>
                </a:path>
                <a:path w="1570990" h="401954">
                  <a:moveTo>
                    <a:pt x="289790" y="23090"/>
                  </a:moveTo>
                  <a:lnTo>
                    <a:pt x="247072" y="23090"/>
                  </a:lnTo>
                  <a:lnTo>
                    <a:pt x="146627" y="268431"/>
                  </a:lnTo>
                  <a:lnTo>
                    <a:pt x="181716" y="268431"/>
                  </a:lnTo>
                  <a:lnTo>
                    <a:pt x="253422" y="94095"/>
                  </a:lnTo>
                  <a:lnTo>
                    <a:pt x="289790" y="94095"/>
                  </a:lnTo>
                  <a:lnTo>
                    <a:pt x="289790" y="23090"/>
                  </a:lnTo>
                  <a:close/>
                </a:path>
                <a:path w="1570990" h="401954">
                  <a:moveTo>
                    <a:pt x="511136" y="124113"/>
                  </a:moveTo>
                  <a:lnTo>
                    <a:pt x="442948" y="124113"/>
                  </a:lnTo>
                  <a:lnTo>
                    <a:pt x="453961" y="124853"/>
                  </a:lnTo>
                  <a:lnTo>
                    <a:pt x="463477" y="127072"/>
                  </a:lnTo>
                  <a:lnTo>
                    <a:pt x="488977" y="159056"/>
                  </a:lnTo>
                  <a:lnTo>
                    <a:pt x="489707" y="169140"/>
                  </a:lnTo>
                  <a:lnTo>
                    <a:pt x="489707" y="175779"/>
                  </a:lnTo>
                  <a:lnTo>
                    <a:pt x="487735" y="179628"/>
                  </a:lnTo>
                  <a:lnTo>
                    <a:pt x="483790" y="181840"/>
                  </a:lnTo>
                  <a:lnTo>
                    <a:pt x="479942" y="184053"/>
                  </a:lnTo>
                  <a:lnTo>
                    <a:pt x="473784" y="185641"/>
                  </a:lnTo>
                  <a:lnTo>
                    <a:pt x="458561" y="187334"/>
                  </a:lnTo>
                  <a:lnTo>
                    <a:pt x="432557" y="190500"/>
                  </a:lnTo>
                  <a:lnTo>
                    <a:pt x="394403" y="197860"/>
                  </a:lnTo>
                  <a:lnTo>
                    <a:pt x="358116" y="219183"/>
                  </a:lnTo>
                  <a:lnTo>
                    <a:pt x="346648" y="257463"/>
                  </a:lnTo>
                  <a:lnTo>
                    <a:pt x="347175" y="266158"/>
                  </a:lnTo>
                  <a:lnTo>
                    <a:pt x="368516" y="306062"/>
                  </a:lnTo>
                  <a:lnTo>
                    <a:pt x="411875" y="323353"/>
                  </a:lnTo>
                  <a:lnTo>
                    <a:pt x="422166" y="323849"/>
                  </a:lnTo>
                  <a:lnTo>
                    <a:pt x="431466" y="323489"/>
                  </a:lnTo>
                  <a:lnTo>
                    <a:pt x="472055" y="308038"/>
                  </a:lnTo>
                  <a:lnTo>
                    <a:pt x="485759" y="293254"/>
                  </a:lnTo>
                  <a:lnTo>
                    <a:pt x="427362" y="293254"/>
                  </a:lnTo>
                  <a:lnTo>
                    <a:pt x="417534" y="292677"/>
                  </a:lnTo>
                  <a:lnTo>
                    <a:pt x="383886" y="273049"/>
                  </a:lnTo>
                  <a:lnTo>
                    <a:pt x="380603" y="248804"/>
                  </a:lnTo>
                  <a:lnTo>
                    <a:pt x="382912" y="241973"/>
                  </a:lnTo>
                  <a:lnTo>
                    <a:pt x="417981" y="222213"/>
                  </a:lnTo>
                  <a:lnTo>
                    <a:pt x="445113" y="218209"/>
                  </a:lnTo>
                  <a:lnTo>
                    <a:pt x="451078" y="217439"/>
                  </a:lnTo>
                  <a:lnTo>
                    <a:pt x="488264" y="208972"/>
                  </a:lnTo>
                  <a:lnTo>
                    <a:pt x="489707" y="207240"/>
                  </a:lnTo>
                  <a:lnTo>
                    <a:pt x="523766" y="207240"/>
                  </a:lnTo>
                  <a:lnTo>
                    <a:pt x="523766" y="172604"/>
                  </a:lnTo>
                  <a:lnTo>
                    <a:pt x="523225" y="160066"/>
                  </a:lnTo>
                  <a:lnTo>
                    <a:pt x="521602" y="148864"/>
                  </a:lnTo>
                  <a:lnTo>
                    <a:pt x="518896" y="138996"/>
                  </a:lnTo>
                  <a:lnTo>
                    <a:pt x="515107" y="130463"/>
                  </a:lnTo>
                  <a:lnTo>
                    <a:pt x="511136" y="124113"/>
                  </a:lnTo>
                  <a:close/>
                </a:path>
                <a:path w="1570990" h="401954">
                  <a:moveTo>
                    <a:pt x="523766" y="288636"/>
                  </a:moveTo>
                  <a:lnTo>
                    <a:pt x="489707" y="288636"/>
                  </a:lnTo>
                  <a:lnTo>
                    <a:pt x="489707" y="318654"/>
                  </a:lnTo>
                  <a:lnTo>
                    <a:pt x="523766" y="318654"/>
                  </a:lnTo>
                  <a:lnTo>
                    <a:pt x="523766" y="288636"/>
                  </a:lnTo>
                  <a:close/>
                </a:path>
                <a:path w="1570990" h="401954">
                  <a:moveTo>
                    <a:pt x="523766" y="207240"/>
                  </a:moveTo>
                  <a:lnTo>
                    <a:pt x="489707" y="207240"/>
                  </a:lnTo>
                  <a:lnTo>
                    <a:pt x="489702" y="238485"/>
                  </a:lnTo>
                  <a:lnTo>
                    <a:pt x="489256" y="245259"/>
                  </a:lnTo>
                  <a:lnTo>
                    <a:pt x="467987" y="281059"/>
                  </a:lnTo>
                  <a:lnTo>
                    <a:pt x="427362" y="293254"/>
                  </a:lnTo>
                  <a:lnTo>
                    <a:pt x="485759" y="293254"/>
                  </a:lnTo>
                  <a:lnTo>
                    <a:pt x="487975" y="288636"/>
                  </a:lnTo>
                  <a:lnTo>
                    <a:pt x="523766" y="288636"/>
                  </a:lnTo>
                  <a:lnTo>
                    <a:pt x="523766" y="207240"/>
                  </a:lnTo>
                  <a:close/>
                </a:path>
                <a:path w="1570990" h="401954">
                  <a:moveTo>
                    <a:pt x="448913" y="94095"/>
                  </a:moveTo>
                  <a:lnTo>
                    <a:pt x="441794" y="94095"/>
                  </a:lnTo>
                  <a:lnTo>
                    <a:pt x="433387" y="94384"/>
                  </a:lnTo>
                  <a:lnTo>
                    <a:pt x="391210" y="104919"/>
                  </a:lnTo>
                  <a:lnTo>
                    <a:pt x="357584" y="136506"/>
                  </a:lnTo>
                  <a:lnTo>
                    <a:pt x="352894" y="146049"/>
                  </a:lnTo>
                  <a:lnTo>
                    <a:pt x="385221" y="157595"/>
                  </a:lnTo>
                  <a:lnTo>
                    <a:pt x="388549" y="151624"/>
                  </a:lnTo>
                  <a:lnTo>
                    <a:pt x="392906" y="145833"/>
                  </a:lnTo>
                  <a:lnTo>
                    <a:pt x="431412" y="124781"/>
                  </a:lnTo>
                  <a:lnTo>
                    <a:pt x="442948" y="124113"/>
                  </a:lnTo>
                  <a:lnTo>
                    <a:pt x="511136" y="124113"/>
                  </a:lnTo>
                  <a:lnTo>
                    <a:pt x="510498" y="123094"/>
                  </a:lnTo>
                  <a:lnTo>
                    <a:pt x="473264" y="98253"/>
                  </a:lnTo>
                  <a:lnTo>
                    <a:pt x="457091" y="94961"/>
                  </a:lnTo>
                  <a:lnTo>
                    <a:pt x="448913" y="94095"/>
                  </a:lnTo>
                  <a:close/>
                </a:path>
                <a:path w="1570990" h="401954">
                  <a:moveTo>
                    <a:pt x="503562" y="0"/>
                  </a:moveTo>
                  <a:lnTo>
                    <a:pt x="463730" y="0"/>
                  </a:lnTo>
                  <a:lnTo>
                    <a:pt x="428516" y="66963"/>
                  </a:lnTo>
                  <a:lnTo>
                    <a:pt x="458534" y="66963"/>
                  </a:lnTo>
                  <a:lnTo>
                    <a:pt x="503562" y="0"/>
                  </a:lnTo>
                  <a:close/>
                </a:path>
                <a:path w="1570990" h="401954">
                  <a:moveTo>
                    <a:pt x="771236" y="284595"/>
                  </a:moveTo>
                  <a:lnTo>
                    <a:pt x="737177" y="284595"/>
                  </a:lnTo>
                  <a:lnTo>
                    <a:pt x="737177" y="401781"/>
                  </a:lnTo>
                  <a:lnTo>
                    <a:pt x="771236" y="401781"/>
                  </a:lnTo>
                  <a:lnTo>
                    <a:pt x="771236" y="284595"/>
                  </a:lnTo>
                  <a:close/>
                </a:path>
                <a:path w="1570990" h="401954">
                  <a:moveTo>
                    <a:pt x="670213" y="94095"/>
                  </a:moveTo>
                  <a:lnTo>
                    <a:pt x="631951" y="101969"/>
                  </a:lnTo>
                  <a:lnTo>
                    <a:pt x="594094" y="135668"/>
                  </a:lnTo>
                  <a:lnTo>
                    <a:pt x="578535" y="175779"/>
                  </a:lnTo>
                  <a:lnTo>
                    <a:pt x="575540" y="208395"/>
                  </a:lnTo>
                  <a:lnTo>
                    <a:pt x="576289" y="225415"/>
                  </a:lnTo>
                  <a:lnTo>
                    <a:pt x="587519" y="269442"/>
                  </a:lnTo>
                  <a:lnTo>
                    <a:pt x="610682" y="301480"/>
                  </a:lnTo>
                  <a:lnTo>
                    <a:pt x="656187" y="322397"/>
                  </a:lnTo>
                  <a:lnTo>
                    <a:pt x="669636" y="323272"/>
                  </a:lnTo>
                  <a:lnTo>
                    <a:pt x="679783" y="322830"/>
                  </a:lnTo>
                  <a:lnTo>
                    <a:pt x="715204" y="308516"/>
                  </a:lnTo>
                  <a:lnTo>
                    <a:pt x="728968" y="292677"/>
                  </a:lnTo>
                  <a:lnTo>
                    <a:pt x="674254" y="292677"/>
                  </a:lnTo>
                  <a:lnTo>
                    <a:pt x="664007" y="291973"/>
                  </a:lnTo>
                  <a:lnTo>
                    <a:pt x="625907" y="268071"/>
                  </a:lnTo>
                  <a:lnTo>
                    <a:pt x="611403" y="230403"/>
                  </a:lnTo>
                  <a:lnTo>
                    <a:pt x="609600" y="207818"/>
                  </a:lnTo>
                  <a:lnTo>
                    <a:pt x="610041" y="196417"/>
                  </a:lnTo>
                  <a:lnTo>
                    <a:pt x="620721" y="156720"/>
                  </a:lnTo>
                  <a:lnTo>
                    <a:pt x="654410" y="127469"/>
                  </a:lnTo>
                  <a:lnTo>
                    <a:pt x="674254" y="124690"/>
                  </a:lnTo>
                  <a:lnTo>
                    <a:pt x="729172" y="124690"/>
                  </a:lnTo>
                  <a:lnTo>
                    <a:pt x="728277" y="123440"/>
                  </a:lnTo>
                  <a:lnTo>
                    <a:pt x="723755" y="117474"/>
                  </a:lnTo>
                  <a:lnTo>
                    <a:pt x="719329" y="111413"/>
                  </a:lnTo>
                  <a:lnTo>
                    <a:pt x="712883" y="106025"/>
                  </a:lnTo>
                  <a:lnTo>
                    <a:pt x="704417" y="101311"/>
                  </a:lnTo>
                  <a:lnTo>
                    <a:pt x="697570" y="98154"/>
                  </a:lnTo>
                  <a:lnTo>
                    <a:pt x="689588" y="95899"/>
                  </a:lnTo>
                  <a:lnTo>
                    <a:pt x="680469" y="94546"/>
                  </a:lnTo>
                  <a:lnTo>
                    <a:pt x="670213" y="94095"/>
                  </a:lnTo>
                  <a:close/>
                </a:path>
                <a:path w="1570990" h="401954">
                  <a:moveTo>
                    <a:pt x="729172" y="124690"/>
                  </a:moveTo>
                  <a:lnTo>
                    <a:pt x="674254" y="124690"/>
                  </a:lnTo>
                  <a:lnTo>
                    <a:pt x="684230" y="125349"/>
                  </a:lnTo>
                  <a:lnTo>
                    <a:pt x="693376" y="127324"/>
                  </a:lnTo>
                  <a:lnTo>
                    <a:pt x="726497" y="155520"/>
                  </a:lnTo>
                  <a:lnTo>
                    <a:pt x="737303" y="195794"/>
                  </a:lnTo>
                  <a:lnTo>
                    <a:pt x="737754" y="207818"/>
                  </a:lnTo>
                  <a:lnTo>
                    <a:pt x="737294" y="220004"/>
                  </a:lnTo>
                  <a:lnTo>
                    <a:pt x="726290" y="261134"/>
                  </a:lnTo>
                  <a:lnTo>
                    <a:pt x="693160" y="290007"/>
                  </a:lnTo>
                  <a:lnTo>
                    <a:pt x="674254" y="292677"/>
                  </a:lnTo>
                  <a:lnTo>
                    <a:pt x="728968" y="292677"/>
                  </a:lnTo>
                  <a:lnTo>
                    <a:pt x="731789" y="288636"/>
                  </a:lnTo>
                  <a:lnTo>
                    <a:pt x="734290" y="284595"/>
                  </a:lnTo>
                  <a:lnTo>
                    <a:pt x="771236" y="284595"/>
                  </a:lnTo>
                  <a:lnTo>
                    <a:pt x="771236" y="132195"/>
                  </a:lnTo>
                  <a:lnTo>
                    <a:pt x="734290" y="132195"/>
                  </a:lnTo>
                  <a:lnTo>
                    <a:pt x="731789" y="128346"/>
                  </a:lnTo>
                  <a:lnTo>
                    <a:pt x="729172" y="124690"/>
                  </a:lnTo>
                  <a:close/>
                </a:path>
                <a:path w="1570990" h="401954">
                  <a:moveTo>
                    <a:pt x="771236" y="96981"/>
                  </a:moveTo>
                  <a:lnTo>
                    <a:pt x="738331" y="96981"/>
                  </a:lnTo>
                  <a:lnTo>
                    <a:pt x="738331" y="132195"/>
                  </a:lnTo>
                  <a:lnTo>
                    <a:pt x="771236" y="132195"/>
                  </a:lnTo>
                  <a:lnTo>
                    <a:pt x="771236" y="96981"/>
                  </a:lnTo>
                  <a:close/>
                </a:path>
                <a:path w="1570990" h="401954">
                  <a:moveTo>
                    <a:pt x="867640" y="96981"/>
                  </a:moveTo>
                  <a:lnTo>
                    <a:pt x="833581" y="96981"/>
                  </a:lnTo>
                  <a:lnTo>
                    <a:pt x="833586" y="237953"/>
                  </a:lnTo>
                  <a:lnTo>
                    <a:pt x="842818" y="284739"/>
                  </a:lnTo>
                  <a:lnTo>
                    <a:pt x="876588" y="316426"/>
                  </a:lnTo>
                  <a:lnTo>
                    <a:pt x="905163" y="321540"/>
                  </a:lnTo>
                  <a:lnTo>
                    <a:pt x="917178" y="320810"/>
                  </a:lnTo>
                  <a:lnTo>
                    <a:pt x="954412" y="303618"/>
                  </a:lnTo>
                  <a:lnTo>
                    <a:pt x="966874" y="288636"/>
                  </a:lnTo>
                  <a:lnTo>
                    <a:pt x="916131" y="288636"/>
                  </a:lnTo>
                  <a:lnTo>
                    <a:pt x="905993" y="287734"/>
                  </a:lnTo>
                  <a:lnTo>
                    <a:pt x="871032" y="257319"/>
                  </a:lnTo>
                  <a:lnTo>
                    <a:pt x="867640" y="235527"/>
                  </a:lnTo>
                  <a:lnTo>
                    <a:pt x="867640" y="96981"/>
                  </a:lnTo>
                  <a:close/>
                </a:path>
                <a:path w="1570990" h="401954">
                  <a:moveTo>
                    <a:pt x="1007340" y="281131"/>
                  </a:moveTo>
                  <a:lnTo>
                    <a:pt x="973281" y="281131"/>
                  </a:lnTo>
                  <a:lnTo>
                    <a:pt x="973281" y="318654"/>
                  </a:lnTo>
                  <a:lnTo>
                    <a:pt x="1007340" y="318654"/>
                  </a:lnTo>
                  <a:lnTo>
                    <a:pt x="1007340" y="281131"/>
                  </a:lnTo>
                  <a:close/>
                </a:path>
                <a:path w="1570990" h="401954">
                  <a:moveTo>
                    <a:pt x="1007340" y="96981"/>
                  </a:moveTo>
                  <a:lnTo>
                    <a:pt x="973281" y="96981"/>
                  </a:lnTo>
                  <a:lnTo>
                    <a:pt x="973281" y="228022"/>
                  </a:lnTo>
                  <a:lnTo>
                    <a:pt x="972713" y="237953"/>
                  </a:lnTo>
                  <a:lnTo>
                    <a:pt x="954159" y="273915"/>
                  </a:lnTo>
                  <a:lnTo>
                    <a:pt x="916131" y="288636"/>
                  </a:lnTo>
                  <a:lnTo>
                    <a:pt x="966874" y="288636"/>
                  </a:lnTo>
                  <a:lnTo>
                    <a:pt x="970972" y="281131"/>
                  </a:lnTo>
                  <a:lnTo>
                    <a:pt x="1007340" y="281131"/>
                  </a:lnTo>
                  <a:lnTo>
                    <a:pt x="1007340" y="96981"/>
                  </a:lnTo>
                  <a:close/>
                </a:path>
                <a:path w="1570990" h="401954">
                  <a:moveTo>
                    <a:pt x="1103781" y="96981"/>
                  </a:moveTo>
                  <a:lnTo>
                    <a:pt x="1069722" y="96981"/>
                  </a:lnTo>
                  <a:lnTo>
                    <a:pt x="1069722" y="318654"/>
                  </a:lnTo>
                  <a:lnTo>
                    <a:pt x="1103781" y="318654"/>
                  </a:lnTo>
                  <a:lnTo>
                    <a:pt x="1103781" y="96981"/>
                  </a:lnTo>
                  <a:close/>
                </a:path>
                <a:path w="1570990" h="401954">
                  <a:moveTo>
                    <a:pt x="1093679" y="13854"/>
                  </a:moveTo>
                  <a:lnTo>
                    <a:pt x="1080402" y="13854"/>
                  </a:lnTo>
                  <a:lnTo>
                    <a:pt x="1074677" y="16115"/>
                  </a:lnTo>
                  <a:lnTo>
                    <a:pt x="1069866" y="20637"/>
                  </a:lnTo>
                  <a:lnTo>
                    <a:pt x="1065152" y="25159"/>
                  </a:lnTo>
                  <a:lnTo>
                    <a:pt x="1062795" y="30595"/>
                  </a:lnTo>
                  <a:lnTo>
                    <a:pt x="1062795" y="43295"/>
                  </a:lnTo>
                  <a:lnTo>
                    <a:pt x="1065152" y="48731"/>
                  </a:lnTo>
                  <a:lnTo>
                    <a:pt x="1069866" y="53253"/>
                  </a:lnTo>
                  <a:lnTo>
                    <a:pt x="1074677" y="57775"/>
                  </a:lnTo>
                  <a:lnTo>
                    <a:pt x="1080402" y="60036"/>
                  </a:lnTo>
                  <a:lnTo>
                    <a:pt x="1093679" y="60036"/>
                  </a:lnTo>
                  <a:lnTo>
                    <a:pt x="1099355" y="57775"/>
                  </a:lnTo>
                  <a:lnTo>
                    <a:pt x="1104070" y="53253"/>
                  </a:lnTo>
                  <a:lnTo>
                    <a:pt x="1108880" y="48731"/>
                  </a:lnTo>
                  <a:lnTo>
                    <a:pt x="1111286" y="43295"/>
                  </a:lnTo>
                  <a:lnTo>
                    <a:pt x="1111286" y="30595"/>
                  </a:lnTo>
                  <a:lnTo>
                    <a:pt x="1108880" y="25159"/>
                  </a:lnTo>
                  <a:lnTo>
                    <a:pt x="1104070" y="20637"/>
                  </a:lnTo>
                  <a:lnTo>
                    <a:pt x="1099355" y="16115"/>
                  </a:lnTo>
                  <a:lnTo>
                    <a:pt x="1093679" y="13854"/>
                  </a:lnTo>
                  <a:close/>
                </a:path>
                <a:path w="1570990" h="401954">
                  <a:moveTo>
                    <a:pt x="1199067" y="96981"/>
                  </a:moveTo>
                  <a:lnTo>
                    <a:pt x="1166163" y="96981"/>
                  </a:lnTo>
                  <a:lnTo>
                    <a:pt x="1166163" y="318654"/>
                  </a:lnTo>
                  <a:lnTo>
                    <a:pt x="1200222" y="318654"/>
                  </a:lnTo>
                  <a:lnTo>
                    <a:pt x="1200222" y="185304"/>
                  </a:lnTo>
                  <a:lnTo>
                    <a:pt x="1200682" y="175996"/>
                  </a:lnTo>
                  <a:lnTo>
                    <a:pt x="1216277" y="140457"/>
                  </a:lnTo>
                  <a:lnTo>
                    <a:pt x="1227952" y="131618"/>
                  </a:lnTo>
                  <a:lnTo>
                    <a:pt x="1199067" y="131618"/>
                  </a:lnTo>
                  <a:lnTo>
                    <a:pt x="1199067" y="96981"/>
                  </a:lnTo>
                  <a:close/>
                </a:path>
                <a:path w="1570990" h="401954">
                  <a:moveTo>
                    <a:pt x="1328513" y="124690"/>
                  </a:moveTo>
                  <a:lnTo>
                    <a:pt x="1256794" y="124690"/>
                  </a:lnTo>
                  <a:lnTo>
                    <a:pt x="1267997" y="125610"/>
                  </a:lnTo>
                  <a:lnTo>
                    <a:pt x="1277937" y="128371"/>
                  </a:lnTo>
                  <a:lnTo>
                    <a:pt x="1304203" y="156873"/>
                  </a:lnTo>
                  <a:lnTo>
                    <a:pt x="1307594" y="180109"/>
                  </a:lnTo>
                  <a:lnTo>
                    <a:pt x="1307594" y="318654"/>
                  </a:lnTo>
                  <a:lnTo>
                    <a:pt x="1341653" y="318654"/>
                  </a:lnTo>
                  <a:lnTo>
                    <a:pt x="1341575" y="175996"/>
                  </a:lnTo>
                  <a:lnTo>
                    <a:pt x="1332273" y="131040"/>
                  </a:lnTo>
                  <a:lnTo>
                    <a:pt x="1328513" y="124690"/>
                  </a:lnTo>
                  <a:close/>
                </a:path>
                <a:path w="1570990" h="401954">
                  <a:moveTo>
                    <a:pt x="1266608" y="94095"/>
                  </a:moveTo>
                  <a:lnTo>
                    <a:pt x="1225622" y="104486"/>
                  </a:lnTo>
                  <a:lnTo>
                    <a:pt x="1201953" y="131618"/>
                  </a:lnTo>
                  <a:lnTo>
                    <a:pt x="1227952" y="131618"/>
                  </a:lnTo>
                  <a:lnTo>
                    <a:pt x="1234281" y="128668"/>
                  </a:lnTo>
                  <a:lnTo>
                    <a:pt x="1241352" y="126458"/>
                  </a:lnTo>
                  <a:lnTo>
                    <a:pt x="1248857" y="125132"/>
                  </a:lnTo>
                  <a:lnTo>
                    <a:pt x="1256794" y="124690"/>
                  </a:lnTo>
                  <a:lnTo>
                    <a:pt x="1328513" y="124690"/>
                  </a:lnTo>
                  <a:lnTo>
                    <a:pt x="1327113" y="122327"/>
                  </a:lnTo>
                  <a:lnTo>
                    <a:pt x="1287715" y="96404"/>
                  </a:lnTo>
                  <a:lnTo>
                    <a:pt x="1277513" y="94672"/>
                  </a:lnTo>
                  <a:lnTo>
                    <a:pt x="1266608" y="94095"/>
                  </a:lnTo>
                  <a:close/>
                </a:path>
                <a:path w="1570990" h="401954">
                  <a:moveTo>
                    <a:pt x="1558092" y="124113"/>
                  </a:moveTo>
                  <a:lnTo>
                    <a:pt x="1489904" y="124113"/>
                  </a:lnTo>
                  <a:lnTo>
                    <a:pt x="1500918" y="124853"/>
                  </a:lnTo>
                  <a:lnTo>
                    <a:pt x="1510434" y="127072"/>
                  </a:lnTo>
                  <a:lnTo>
                    <a:pt x="1535933" y="159056"/>
                  </a:lnTo>
                  <a:lnTo>
                    <a:pt x="1536663" y="169140"/>
                  </a:lnTo>
                  <a:lnTo>
                    <a:pt x="1536663" y="175779"/>
                  </a:lnTo>
                  <a:lnTo>
                    <a:pt x="1534691" y="179628"/>
                  </a:lnTo>
                  <a:lnTo>
                    <a:pt x="1530746" y="181840"/>
                  </a:lnTo>
                  <a:lnTo>
                    <a:pt x="1526898" y="184053"/>
                  </a:lnTo>
                  <a:lnTo>
                    <a:pt x="1520740" y="185641"/>
                  </a:lnTo>
                  <a:lnTo>
                    <a:pt x="1505518" y="187334"/>
                  </a:lnTo>
                  <a:lnTo>
                    <a:pt x="1479513" y="190500"/>
                  </a:lnTo>
                  <a:lnTo>
                    <a:pt x="1441359" y="197860"/>
                  </a:lnTo>
                  <a:lnTo>
                    <a:pt x="1405072" y="219183"/>
                  </a:lnTo>
                  <a:lnTo>
                    <a:pt x="1393605" y="257463"/>
                  </a:lnTo>
                  <a:lnTo>
                    <a:pt x="1394131" y="266158"/>
                  </a:lnTo>
                  <a:lnTo>
                    <a:pt x="1415472" y="306062"/>
                  </a:lnTo>
                  <a:lnTo>
                    <a:pt x="1458831" y="323353"/>
                  </a:lnTo>
                  <a:lnTo>
                    <a:pt x="1469123" y="323849"/>
                  </a:lnTo>
                  <a:lnTo>
                    <a:pt x="1478422" y="323489"/>
                  </a:lnTo>
                  <a:lnTo>
                    <a:pt x="1519012" y="308038"/>
                  </a:lnTo>
                  <a:lnTo>
                    <a:pt x="1532715" y="293254"/>
                  </a:lnTo>
                  <a:lnTo>
                    <a:pt x="1474318" y="293254"/>
                  </a:lnTo>
                  <a:lnTo>
                    <a:pt x="1464490" y="292677"/>
                  </a:lnTo>
                  <a:lnTo>
                    <a:pt x="1430842" y="273049"/>
                  </a:lnTo>
                  <a:lnTo>
                    <a:pt x="1427559" y="248804"/>
                  </a:lnTo>
                  <a:lnTo>
                    <a:pt x="1429868" y="241973"/>
                  </a:lnTo>
                  <a:lnTo>
                    <a:pt x="1464937" y="222213"/>
                  </a:lnTo>
                  <a:lnTo>
                    <a:pt x="1492069" y="218209"/>
                  </a:lnTo>
                  <a:lnTo>
                    <a:pt x="1498034" y="217439"/>
                  </a:lnTo>
                  <a:lnTo>
                    <a:pt x="1535220" y="208972"/>
                  </a:lnTo>
                  <a:lnTo>
                    <a:pt x="1536663" y="207240"/>
                  </a:lnTo>
                  <a:lnTo>
                    <a:pt x="1570723" y="207240"/>
                  </a:lnTo>
                  <a:lnTo>
                    <a:pt x="1570723" y="172604"/>
                  </a:lnTo>
                  <a:lnTo>
                    <a:pt x="1570181" y="160066"/>
                  </a:lnTo>
                  <a:lnTo>
                    <a:pt x="1568558" y="148864"/>
                  </a:lnTo>
                  <a:lnTo>
                    <a:pt x="1565852" y="138996"/>
                  </a:lnTo>
                  <a:lnTo>
                    <a:pt x="1562063" y="130463"/>
                  </a:lnTo>
                  <a:lnTo>
                    <a:pt x="1558092" y="124113"/>
                  </a:lnTo>
                  <a:close/>
                </a:path>
                <a:path w="1570990" h="401954">
                  <a:moveTo>
                    <a:pt x="1570723" y="288636"/>
                  </a:moveTo>
                  <a:lnTo>
                    <a:pt x="1536663" y="288636"/>
                  </a:lnTo>
                  <a:lnTo>
                    <a:pt x="1536663" y="318654"/>
                  </a:lnTo>
                  <a:lnTo>
                    <a:pt x="1570723" y="318654"/>
                  </a:lnTo>
                  <a:lnTo>
                    <a:pt x="1570723" y="288636"/>
                  </a:lnTo>
                  <a:close/>
                </a:path>
                <a:path w="1570990" h="401954">
                  <a:moveTo>
                    <a:pt x="1570723" y="207240"/>
                  </a:moveTo>
                  <a:lnTo>
                    <a:pt x="1536663" y="207240"/>
                  </a:lnTo>
                  <a:lnTo>
                    <a:pt x="1536659" y="238485"/>
                  </a:lnTo>
                  <a:lnTo>
                    <a:pt x="1536212" y="245259"/>
                  </a:lnTo>
                  <a:lnTo>
                    <a:pt x="1514944" y="281059"/>
                  </a:lnTo>
                  <a:lnTo>
                    <a:pt x="1474318" y="293254"/>
                  </a:lnTo>
                  <a:lnTo>
                    <a:pt x="1532715" y="293254"/>
                  </a:lnTo>
                  <a:lnTo>
                    <a:pt x="1534932" y="288636"/>
                  </a:lnTo>
                  <a:lnTo>
                    <a:pt x="1570723" y="288636"/>
                  </a:lnTo>
                  <a:lnTo>
                    <a:pt x="1570723" y="207240"/>
                  </a:lnTo>
                  <a:close/>
                </a:path>
                <a:path w="1570990" h="401954">
                  <a:moveTo>
                    <a:pt x="1495869" y="94095"/>
                  </a:moveTo>
                  <a:lnTo>
                    <a:pt x="1488750" y="94095"/>
                  </a:lnTo>
                  <a:lnTo>
                    <a:pt x="1480343" y="94384"/>
                  </a:lnTo>
                  <a:lnTo>
                    <a:pt x="1438166" y="104919"/>
                  </a:lnTo>
                  <a:lnTo>
                    <a:pt x="1404540" y="136506"/>
                  </a:lnTo>
                  <a:lnTo>
                    <a:pt x="1399850" y="146049"/>
                  </a:lnTo>
                  <a:lnTo>
                    <a:pt x="1432177" y="157595"/>
                  </a:lnTo>
                  <a:lnTo>
                    <a:pt x="1435505" y="151624"/>
                  </a:lnTo>
                  <a:lnTo>
                    <a:pt x="1439862" y="145833"/>
                  </a:lnTo>
                  <a:lnTo>
                    <a:pt x="1478368" y="124781"/>
                  </a:lnTo>
                  <a:lnTo>
                    <a:pt x="1489904" y="124113"/>
                  </a:lnTo>
                  <a:lnTo>
                    <a:pt x="1558092" y="124113"/>
                  </a:lnTo>
                  <a:lnTo>
                    <a:pt x="1557454" y="123094"/>
                  </a:lnTo>
                  <a:lnTo>
                    <a:pt x="1520220" y="98253"/>
                  </a:lnTo>
                  <a:lnTo>
                    <a:pt x="1504048" y="94961"/>
                  </a:lnTo>
                  <a:lnTo>
                    <a:pt x="1495869" y="9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268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776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172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5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5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5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5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5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5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5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5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5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5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5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5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5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5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5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5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5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5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268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776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9531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971261" y="2954633"/>
            <a:ext cx="1879399" cy="524063"/>
            <a:chOff x="2387600" y="4152900"/>
            <a:chExt cx="2641600" cy="736600"/>
          </a:xfrm>
        </p:grpSpPr>
        <p:sp>
          <p:nvSpPr>
            <p:cNvPr id="19" name="object 19"/>
            <p:cNvSpPr/>
            <p:nvPr/>
          </p:nvSpPr>
          <p:spPr>
            <a:xfrm>
              <a:off x="23876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0" name="object 20"/>
            <p:cNvSpPr/>
            <p:nvPr/>
          </p:nvSpPr>
          <p:spPr>
            <a:xfrm>
              <a:off x="24384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45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22" name="object 22"/>
          <p:cNvSpPr/>
          <p:nvPr/>
        </p:nvSpPr>
        <p:spPr>
          <a:xfrm>
            <a:off x="2244073" y="2456854"/>
            <a:ext cx="1326355" cy="229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23" name="object 23"/>
          <p:cNvGrpSpPr/>
          <p:nvPr/>
        </p:nvGrpSpPr>
        <p:grpSpPr>
          <a:xfrm>
            <a:off x="1971261" y="3659407"/>
            <a:ext cx="1879399" cy="524063"/>
            <a:chOff x="2387600" y="5143500"/>
            <a:chExt cx="2641600" cy="736600"/>
          </a:xfrm>
        </p:grpSpPr>
        <p:sp>
          <p:nvSpPr>
            <p:cNvPr id="24" name="object 24"/>
            <p:cNvSpPr/>
            <p:nvPr/>
          </p:nvSpPr>
          <p:spPr>
            <a:xfrm>
              <a:off x="23876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5" name="object 25"/>
            <p:cNvSpPr/>
            <p:nvPr/>
          </p:nvSpPr>
          <p:spPr>
            <a:xfrm>
              <a:off x="24384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6" name="object 26"/>
            <p:cNvSpPr/>
            <p:nvPr/>
          </p:nvSpPr>
          <p:spPr>
            <a:xfrm>
              <a:off x="31780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4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4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4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4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4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4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4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4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4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4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4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4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4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4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4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4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4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4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971261" y="4364182"/>
            <a:ext cx="1879399" cy="524063"/>
            <a:chOff x="2387600" y="6134100"/>
            <a:chExt cx="2641600" cy="736600"/>
          </a:xfrm>
        </p:grpSpPr>
        <p:sp>
          <p:nvSpPr>
            <p:cNvPr id="28" name="object 28"/>
            <p:cNvSpPr/>
            <p:nvPr/>
          </p:nvSpPr>
          <p:spPr>
            <a:xfrm>
              <a:off x="23876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9" name="object 29"/>
            <p:cNvSpPr/>
            <p:nvPr/>
          </p:nvSpPr>
          <p:spPr>
            <a:xfrm>
              <a:off x="24384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0" name="object 30"/>
            <p:cNvSpPr/>
            <p:nvPr/>
          </p:nvSpPr>
          <p:spPr>
            <a:xfrm>
              <a:off x="31139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880716" y="2114324"/>
            <a:ext cx="2340213" cy="3035953"/>
            <a:chOff x="6477000" y="2971800"/>
            <a:chExt cx="3289300" cy="4267200"/>
          </a:xfrm>
        </p:grpSpPr>
        <p:sp>
          <p:nvSpPr>
            <p:cNvPr id="32" name="object 32"/>
            <p:cNvSpPr/>
            <p:nvPr/>
          </p:nvSpPr>
          <p:spPr>
            <a:xfrm>
              <a:off x="64770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3" name="object 33"/>
            <p:cNvSpPr/>
            <p:nvPr/>
          </p:nvSpPr>
          <p:spPr>
            <a:xfrm>
              <a:off x="64770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115640" y="5421344"/>
            <a:ext cx="1879399" cy="524063"/>
            <a:chOff x="6807200" y="7620000"/>
            <a:chExt cx="2641600" cy="736600"/>
          </a:xfrm>
        </p:grpSpPr>
        <p:sp>
          <p:nvSpPr>
            <p:cNvPr id="35" name="object 35"/>
            <p:cNvSpPr/>
            <p:nvPr/>
          </p:nvSpPr>
          <p:spPr>
            <a:xfrm>
              <a:off x="6807200" y="76200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6" name="object 36"/>
            <p:cNvSpPr/>
            <p:nvPr/>
          </p:nvSpPr>
          <p:spPr>
            <a:xfrm>
              <a:off x="6858000" y="76200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7" name="object 37"/>
            <p:cNvSpPr/>
            <p:nvPr/>
          </p:nvSpPr>
          <p:spPr>
            <a:xfrm>
              <a:off x="7770487" y="77724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115640" y="2954633"/>
            <a:ext cx="1879399" cy="524063"/>
            <a:chOff x="6807200" y="4152900"/>
            <a:chExt cx="2641600" cy="736600"/>
          </a:xfrm>
        </p:grpSpPr>
        <p:sp>
          <p:nvSpPr>
            <p:cNvPr id="39" name="object 39"/>
            <p:cNvSpPr/>
            <p:nvPr/>
          </p:nvSpPr>
          <p:spPr>
            <a:xfrm>
              <a:off x="68072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0" name="object 40"/>
            <p:cNvSpPr/>
            <p:nvPr/>
          </p:nvSpPr>
          <p:spPr>
            <a:xfrm>
              <a:off x="68580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1" name="object 41"/>
            <p:cNvSpPr/>
            <p:nvPr/>
          </p:nvSpPr>
          <p:spPr>
            <a:xfrm>
              <a:off x="76841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42" name="object 42"/>
          <p:cNvSpPr/>
          <p:nvPr/>
        </p:nvSpPr>
        <p:spPr>
          <a:xfrm>
            <a:off x="5604741" y="2473283"/>
            <a:ext cx="911977" cy="213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43" name="object 43"/>
          <p:cNvGrpSpPr/>
          <p:nvPr/>
        </p:nvGrpSpPr>
        <p:grpSpPr>
          <a:xfrm>
            <a:off x="5115640" y="3659407"/>
            <a:ext cx="1879399" cy="524063"/>
            <a:chOff x="6807200" y="5143500"/>
            <a:chExt cx="2641600" cy="736600"/>
          </a:xfrm>
        </p:grpSpPr>
        <p:sp>
          <p:nvSpPr>
            <p:cNvPr id="44" name="object 44"/>
            <p:cNvSpPr/>
            <p:nvPr/>
          </p:nvSpPr>
          <p:spPr>
            <a:xfrm>
              <a:off x="68072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5" name="object 45"/>
            <p:cNvSpPr/>
            <p:nvPr/>
          </p:nvSpPr>
          <p:spPr>
            <a:xfrm>
              <a:off x="68580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6" name="object 46"/>
            <p:cNvSpPr/>
            <p:nvPr/>
          </p:nvSpPr>
          <p:spPr>
            <a:xfrm>
              <a:off x="75976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4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4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4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4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4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4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4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4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4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4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4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4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4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4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4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4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4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4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5115640" y="4364182"/>
            <a:ext cx="1879399" cy="524063"/>
            <a:chOff x="6807200" y="6134100"/>
            <a:chExt cx="2641600" cy="736600"/>
          </a:xfrm>
        </p:grpSpPr>
        <p:sp>
          <p:nvSpPr>
            <p:cNvPr id="48" name="object 48"/>
            <p:cNvSpPr/>
            <p:nvPr/>
          </p:nvSpPr>
          <p:spPr>
            <a:xfrm>
              <a:off x="68072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9" name="object 49"/>
            <p:cNvSpPr/>
            <p:nvPr/>
          </p:nvSpPr>
          <p:spPr>
            <a:xfrm>
              <a:off x="68580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35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51" name="object 51"/>
          <p:cNvSpPr/>
          <p:nvPr/>
        </p:nvSpPr>
        <p:spPr>
          <a:xfrm>
            <a:off x="4731991" y="1061782"/>
            <a:ext cx="2632965" cy="270164"/>
          </a:xfrm>
          <a:custGeom>
            <a:avLst/>
            <a:gdLst/>
            <a:ahLst/>
            <a:cxnLst/>
            <a:rect l="l" t="t" r="r" b="b"/>
            <a:pathLst>
              <a:path w="3700779" h="379730">
                <a:moveTo>
                  <a:pt x="78112" y="5051"/>
                </a:moveTo>
                <a:lnTo>
                  <a:pt x="0" y="5051"/>
                </a:lnTo>
                <a:lnTo>
                  <a:pt x="0" y="374505"/>
                </a:lnTo>
                <a:lnTo>
                  <a:pt x="78112" y="374505"/>
                </a:lnTo>
                <a:lnTo>
                  <a:pt x="78112" y="221889"/>
                </a:lnTo>
                <a:lnTo>
                  <a:pt x="314613" y="221889"/>
                </a:lnTo>
                <a:lnTo>
                  <a:pt x="314613" y="157487"/>
                </a:lnTo>
                <a:lnTo>
                  <a:pt x="78112" y="157487"/>
                </a:lnTo>
                <a:lnTo>
                  <a:pt x="78112" y="5051"/>
                </a:lnTo>
                <a:close/>
              </a:path>
              <a:path w="3700779" h="379730">
                <a:moveTo>
                  <a:pt x="314613" y="221889"/>
                </a:moveTo>
                <a:lnTo>
                  <a:pt x="236681" y="221889"/>
                </a:lnTo>
                <a:lnTo>
                  <a:pt x="236681" y="374505"/>
                </a:lnTo>
                <a:lnTo>
                  <a:pt x="314613" y="374505"/>
                </a:lnTo>
                <a:lnTo>
                  <a:pt x="314613" y="221889"/>
                </a:lnTo>
                <a:close/>
              </a:path>
              <a:path w="3700779" h="379730">
                <a:moveTo>
                  <a:pt x="314613" y="5051"/>
                </a:moveTo>
                <a:lnTo>
                  <a:pt x="236681" y="5051"/>
                </a:lnTo>
                <a:lnTo>
                  <a:pt x="236681" y="157487"/>
                </a:lnTo>
                <a:lnTo>
                  <a:pt x="314613" y="157487"/>
                </a:lnTo>
                <a:lnTo>
                  <a:pt x="314613" y="5051"/>
                </a:lnTo>
                <a:close/>
              </a:path>
              <a:path w="3700779" h="379730">
                <a:moveTo>
                  <a:pt x="545522" y="0"/>
                </a:moveTo>
                <a:lnTo>
                  <a:pt x="498799" y="5592"/>
                </a:lnTo>
                <a:lnTo>
                  <a:pt x="457127" y="22369"/>
                </a:lnTo>
                <a:lnTo>
                  <a:pt x="422085" y="49609"/>
                </a:lnTo>
                <a:lnTo>
                  <a:pt x="395251" y="86951"/>
                </a:lnTo>
                <a:lnTo>
                  <a:pt x="378203" y="133855"/>
                </a:lnTo>
                <a:lnTo>
                  <a:pt x="372521" y="189778"/>
                </a:lnTo>
                <a:lnTo>
                  <a:pt x="373954" y="218867"/>
                </a:lnTo>
                <a:lnTo>
                  <a:pt x="385307" y="270111"/>
                </a:lnTo>
                <a:lnTo>
                  <a:pt x="407642" y="312369"/>
                </a:lnTo>
                <a:lnTo>
                  <a:pt x="438580" y="344751"/>
                </a:lnTo>
                <a:lnTo>
                  <a:pt x="477332" y="366974"/>
                </a:lnTo>
                <a:lnTo>
                  <a:pt x="521529" y="378158"/>
                </a:lnTo>
                <a:lnTo>
                  <a:pt x="545522" y="379556"/>
                </a:lnTo>
                <a:lnTo>
                  <a:pt x="569419" y="378158"/>
                </a:lnTo>
                <a:lnTo>
                  <a:pt x="613374" y="367075"/>
                </a:lnTo>
                <a:lnTo>
                  <a:pt x="652182" y="344931"/>
                </a:lnTo>
                <a:lnTo>
                  <a:pt x="683211" y="312550"/>
                </a:lnTo>
                <a:lnTo>
                  <a:pt x="684508" y="310464"/>
                </a:lnTo>
                <a:lnTo>
                  <a:pt x="545522" y="310464"/>
                </a:lnTo>
                <a:lnTo>
                  <a:pt x="531812" y="309596"/>
                </a:lnTo>
                <a:lnTo>
                  <a:pt x="486126" y="288816"/>
                </a:lnTo>
                <a:lnTo>
                  <a:pt x="463261" y="255803"/>
                </a:lnTo>
                <a:lnTo>
                  <a:pt x="452437" y="208584"/>
                </a:lnTo>
                <a:lnTo>
                  <a:pt x="451715" y="189778"/>
                </a:lnTo>
                <a:lnTo>
                  <a:pt x="452437" y="170971"/>
                </a:lnTo>
                <a:lnTo>
                  <a:pt x="463261" y="123752"/>
                </a:lnTo>
                <a:lnTo>
                  <a:pt x="486126" y="90740"/>
                </a:lnTo>
                <a:lnTo>
                  <a:pt x="531812" y="69960"/>
                </a:lnTo>
                <a:lnTo>
                  <a:pt x="545522" y="69092"/>
                </a:lnTo>
                <a:lnTo>
                  <a:pt x="684502" y="69092"/>
                </a:lnTo>
                <a:lnTo>
                  <a:pt x="683211" y="67017"/>
                </a:lnTo>
                <a:lnTo>
                  <a:pt x="652182" y="34726"/>
                </a:lnTo>
                <a:lnTo>
                  <a:pt x="613374" y="12582"/>
                </a:lnTo>
                <a:lnTo>
                  <a:pt x="569357" y="1398"/>
                </a:lnTo>
                <a:lnTo>
                  <a:pt x="545522" y="0"/>
                </a:lnTo>
                <a:close/>
              </a:path>
              <a:path w="3700779" h="379730">
                <a:moveTo>
                  <a:pt x="684502" y="69092"/>
                </a:moveTo>
                <a:lnTo>
                  <a:pt x="545522" y="69092"/>
                </a:lnTo>
                <a:lnTo>
                  <a:pt x="559232" y="69960"/>
                </a:lnTo>
                <a:lnTo>
                  <a:pt x="572041" y="72565"/>
                </a:lnTo>
                <a:lnTo>
                  <a:pt x="613667" y="100120"/>
                </a:lnTo>
                <a:lnTo>
                  <a:pt x="632733" y="137959"/>
                </a:lnTo>
                <a:lnTo>
                  <a:pt x="639329" y="189778"/>
                </a:lnTo>
                <a:lnTo>
                  <a:pt x="638596" y="208584"/>
                </a:lnTo>
                <a:lnTo>
                  <a:pt x="627603" y="255803"/>
                </a:lnTo>
                <a:lnTo>
                  <a:pt x="604907" y="288816"/>
                </a:lnTo>
                <a:lnTo>
                  <a:pt x="559232" y="309596"/>
                </a:lnTo>
                <a:lnTo>
                  <a:pt x="545522" y="310464"/>
                </a:lnTo>
                <a:lnTo>
                  <a:pt x="684508" y="310464"/>
                </a:lnTo>
                <a:lnTo>
                  <a:pt x="705636" y="270280"/>
                </a:lnTo>
                <a:lnTo>
                  <a:pt x="717096" y="218788"/>
                </a:lnTo>
                <a:lnTo>
                  <a:pt x="718524" y="189778"/>
                </a:lnTo>
                <a:lnTo>
                  <a:pt x="717092" y="160689"/>
                </a:lnTo>
                <a:lnTo>
                  <a:pt x="712796" y="133855"/>
                </a:lnTo>
                <a:lnTo>
                  <a:pt x="705636" y="109275"/>
                </a:lnTo>
                <a:lnTo>
                  <a:pt x="695613" y="86951"/>
                </a:lnTo>
                <a:lnTo>
                  <a:pt x="684502" y="69092"/>
                </a:lnTo>
                <a:close/>
              </a:path>
              <a:path w="3700779" h="379730">
                <a:moveTo>
                  <a:pt x="872719" y="5051"/>
                </a:moveTo>
                <a:lnTo>
                  <a:pt x="776386" y="5051"/>
                </a:lnTo>
                <a:lnTo>
                  <a:pt x="776386" y="374505"/>
                </a:lnTo>
                <a:lnTo>
                  <a:pt x="852153" y="374505"/>
                </a:lnTo>
                <a:lnTo>
                  <a:pt x="852153" y="133133"/>
                </a:lnTo>
                <a:lnTo>
                  <a:pt x="925218" y="133133"/>
                </a:lnTo>
                <a:lnTo>
                  <a:pt x="872719" y="5051"/>
                </a:lnTo>
                <a:close/>
              </a:path>
              <a:path w="3700779" h="379730">
                <a:moveTo>
                  <a:pt x="1176869" y="134035"/>
                </a:moveTo>
                <a:lnTo>
                  <a:pt x="1101102" y="134035"/>
                </a:lnTo>
                <a:lnTo>
                  <a:pt x="1101102" y="374505"/>
                </a:lnTo>
                <a:lnTo>
                  <a:pt x="1176869" y="374505"/>
                </a:lnTo>
                <a:lnTo>
                  <a:pt x="1176869" y="134035"/>
                </a:lnTo>
                <a:close/>
              </a:path>
              <a:path w="3700779" h="379730">
                <a:moveTo>
                  <a:pt x="925218" y="133133"/>
                </a:moveTo>
                <a:lnTo>
                  <a:pt x="855220" y="133133"/>
                </a:lnTo>
                <a:lnTo>
                  <a:pt x="950831" y="372701"/>
                </a:lnTo>
                <a:lnTo>
                  <a:pt x="1002425" y="372701"/>
                </a:lnTo>
                <a:lnTo>
                  <a:pt x="1050266" y="253278"/>
                </a:lnTo>
                <a:lnTo>
                  <a:pt x="974463" y="253278"/>
                </a:lnTo>
                <a:lnTo>
                  <a:pt x="925218" y="133133"/>
                </a:lnTo>
                <a:close/>
              </a:path>
              <a:path w="3700779" h="379730">
                <a:moveTo>
                  <a:pt x="1176869" y="5051"/>
                </a:moveTo>
                <a:lnTo>
                  <a:pt x="1080537" y="5051"/>
                </a:lnTo>
                <a:lnTo>
                  <a:pt x="978793" y="253278"/>
                </a:lnTo>
                <a:lnTo>
                  <a:pt x="1050266" y="253278"/>
                </a:lnTo>
                <a:lnTo>
                  <a:pt x="1098035" y="134035"/>
                </a:lnTo>
                <a:lnTo>
                  <a:pt x="1176869" y="134035"/>
                </a:lnTo>
                <a:lnTo>
                  <a:pt x="1176869" y="5051"/>
                </a:lnTo>
                <a:close/>
              </a:path>
              <a:path w="3700779" h="379730">
                <a:moveTo>
                  <a:pt x="1490175" y="5051"/>
                </a:moveTo>
                <a:lnTo>
                  <a:pt x="1241226" y="5051"/>
                </a:lnTo>
                <a:lnTo>
                  <a:pt x="1241226" y="374505"/>
                </a:lnTo>
                <a:lnTo>
                  <a:pt x="1490897" y="374505"/>
                </a:lnTo>
                <a:lnTo>
                  <a:pt x="1490897" y="310103"/>
                </a:lnTo>
                <a:lnTo>
                  <a:pt x="1319338" y="310103"/>
                </a:lnTo>
                <a:lnTo>
                  <a:pt x="1319338" y="221889"/>
                </a:lnTo>
                <a:lnTo>
                  <a:pt x="1477367" y="221889"/>
                </a:lnTo>
                <a:lnTo>
                  <a:pt x="1477367" y="157487"/>
                </a:lnTo>
                <a:lnTo>
                  <a:pt x="1319338" y="157487"/>
                </a:lnTo>
                <a:lnTo>
                  <a:pt x="1319338" y="69453"/>
                </a:lnTo>
                <a:lnTo>
                  <a:pt x="1490175" y="69453"/>
                </a:lnTo>
                <a:lnTo>
                  <a:pt x="1490175" y="5051"/>
                </a:lnTo>
                <a:close/>
              </a:path>
              <a:path w="3700779" h="379730">
                <a:moveTo>
                  <a:pt x="1815612" y="5051"/>
                </a:moveTo>
                <a:lnTo>
                  <a:pt x="1669851" y="5051"/>
                </a:lnTo>
                <a:lnTo>
                  <a:pt x="1669851" y="374505"/>
                </a:lnTo>
                <a:lnTo>
                  <a:pt x="1747963" y="374505"/>
                </a:lnTo>
                <a:lnTo>
                  <a:pt x="1747963" y="254721"/>
                </a:lnTo>
                <a:lnTo>
                  <a:pt x="1720723" y="254721"/>
                </a:lnTo>
                <a:lnTo>
                  <a:pt x="1720723" y="192123"/>
                </a:lnTo>
                <a:lnTo>
                  <a:pt x="1747963" y="192123"/>
                </a:lnTo>
                <a:lnTo>
                  <a:pt x="1747963" y="68911"/>
                </a:lnTo>
                <a:lnTo>
                  <a:pt x="1934025" y="68911"/>
                </a:lnTo>
                <a:lnTo>
                  <a:pt x="1901143" y="29821"/>
                </a:lnTo>
                <a:lnTo>
                  <a:pt x="1854533" y="9064"/>
                </a:lnTo>
                <a:lnTo>
                  <a:pt x="1835851" y="6054"/>
                </a:lnTo>
                <a:lnTo>
                  <a:pt x="1815612" y="5051"/>
                </a:lnTo>
                <a:close/>
              </a:path>
              <a:path w="3700779" h="379730">
                <a:moveTo>
                  <a:pt x="1747963" y="192123"/>
                </a:moveTo>
                <a:lnTo>
                  <a:pt x="1720723" y="192123"/>
                </a:lnTo>
                <a:lnTo>
                  <a:pt x="1720723" y="254721"/>
                </a:lnTo>
                <a:lnTo>
                  <a:pt x="1747963" y="254721"/>
                </a:lnTo>
                <a:lnTo>
                  <a:pt x="1747963" y="192123"/>
                </a:lnTo>
                <a:close/>
              </a:path>
              <a:path w="3700779" h="379730">
                <a:moveTo>
                  <a:pt x="1934025" y="68911"/>
                </a:moveTo>
                <a:lnTo>
                  <a:pt x="1800639" y="68911"/>
                </a:lnTo>
                <a:lnTo>
                  <a:pt x="1811508" y="69396"/>
                </a:lnTo>
                <a:lnTo>
                  <a:pt x="1821385" y="70851"/>
                </a:lnTo>
                <a:lnTo>
                  <a:pt x="1856089" y="91585"/>
                </a:lnTo>
                <a:lnTo>
                  <a:pt x="1867567" y="130247"/>
                </a:lnTo>
                <a:lnTo>
                  <a:pt x="1867105" y="139097"/>
                </a:lnTo>
                <a:lnTo>
                  <a:pt x="1851061" y="174940"/>
                </a:lnTo>
                <a:lnTo>
                  <a:pt x="1811779" y="191638"/>
                </a:lnTo>
                <a:lnTo>
                  <a:pt x="1801000" y="192123"/>
                </a:lnTo>
                <a:lnTo>
                  <a:pt x="1747963" y="192123"/>
                </a:lnTo>
                <a:lnTo>
                  <a:pt x="1747963" y="254721"/>
                </a:lnTo>
                <a:lnTo>
                  <a:pt x="1813628" y="254721"/>
                </a:lnTo>
                <a:lnTo>
                  <a:pt x="1834126" y="253740"/>
                </a:lnTo>
                <a:lnTo>
                  <a:pt x="1886148" y="239026"/>
                </a:lnTo>
                <a:lnTo>
                  <a:pt x="1923321" y="208483"/>
                </a:lnTo>
                <a:lnTo>
                  <a:pt x="1944056" y="164883"/>
                </a:lnTo>
                <a:lnTo>
                  <a:pt x="1948024" y="130247"/>
                </a:lnTo>
                <a:lnTo>
                  <a:pt x="1947044" y="112387"/>
                </a:lnTo>
                <a:lnTo>
                  <a:pt x="1944101" y="95610"/>
                </a:lnTo>
                <a:lnTo>
                  <a:pt x="1939196" y="79916"/>
                </a:lnTo>
                <a:lnTo>
                  <a:pt x="1934025" y="68911"/>
                </a:lnTo>
                <a:close/>
              </a:path>
              <a:path w="3700779" h="379730">
                <a:moveTo>
                  <a:pt x="2144523" y="5051"/>
                </a:moveTo>
                <a:lnTo>
                  <a:pt x="1998761" y="5051"/>
                </a:lnTo>
                <a:lnTo>
                  <a:pt x="1998761" y="374505"/>
                </a:lnTo>
                <a:lnTo>
                  <a:pt x="2076873" y="374505"/>
                </a:lnTo>
                <a:lnTo>
                  <a:pt x="2076873" y="243536"/>
                </a:lnTo>
                <a:lnTo>
                  <a:pt x="2044943" y="243536"/>
                </a:lnTo>
                <a:lnTo>
                  <a:pt x="2044943" y="180758"/>
                </a:lnTo>
                <a:lnTo>
                  <a:pt x="2076873" y="180758"/>
                </a:lnTo>
                <a:lnTo>
                  <a:pt x="2076873" y="68911"/>
                </a:lnTo>
                <a:lnTo>
                  <a:pt x="2264572" y="68911"/>
                </a:lnTo>
                <a:lnTo>
                  <a:pt x="2242163" y="37928"/>
                </a:lnTo>
                <a:lnTo>
                  <a:pt x="2200401" y="13473"/>
                </a:lnTo>
                <a:lnTo>
                  <a:pt x="2164682" y="5986"/>
                </a:lnTo>
                <a:lnTo>
                  <a:pt x="2144523" y="5051"/>
                </a:lnTo>
                <a:close/>
              </a:path>
              <a:path w="3700779" h="379730">
                <a:moveTo>
                  <a:pt x="2198281" y="206375"/>
                </a:moveTo>
                <a:lnTo>
                  <a:pt x="2114035" y="206375"/>
                </a:lnTo>
                <a:lnTo>
                  <a:pt x="2203873" y="374505"/>
                </a:lnTo>
                <a:lnTo>
                  <a:pt x="2290104" y="374505"/>
                </a:lnTo>
                <a:lnTo>
                  <a:pt x="2218577" y="243536"/>
                </a:lnTo>
                <a:lnTo>
                  <a:pt x="2142538" y="243536"/>
                </a:lnTo>
                <a:lnTo>
                  <a:pt x="2163036" y="242657"/>
                </a:lnTo>
                <a:lnTo>
                  <a:pt x="2181955" y="240019"/>
                </a:lnTo>
                <a:lnTo>
                  <a:pt x="2199296" y="235621"/>
                </a:lnTo>
                <a:lnTo>
                  <a:pt x="2211624" y="230807"/>
                </a:lnTo>
                <a:lnTo>
                  <a:pt x="2198281" y="206375"/>
                </a:lnTo>
                <a:close/>
              </a:path>
              <a:path w="3700779" h="379730">
                <a:moveTo>
                  <a:pt x="2076873" y="180758"/>
                </a:moveTo>
                <a:lnTo>
                  <a:pt x="2044943" y="180758"/>
                </a:lnTo>
                <a:lnTo>
                  <a:pt x="2044943" y="243536"/>
                </a:lnTo>
                <a:lnTo>
                  <a:pt x="2076873" y="243536"/>
                </a:lnTo>
                <a:lnTo>
                  <a:pt x="2076873" y="180758"/>
                </a:lnTo>
                <a:close/>
              </a:path>
              <a:path w="3700779" h="379730">
                <a:moveTo>
                  <a:pt x="2264572" y="68911"/>
                </a:moveTo>
                <a:lnTo>
                  <a:pt x="2129550" y="68911"/>
                </a:lnTo>
                <a:lnTo>
                  <a:pt x="2140340" y="69329"/>
                </a:lnTo>
                <a:lnTo>
                  <a:pt x="2150160" y="70580"/>
                </a:lnTo>
                <a:lnTo>
                  <a:pt x="2184988" y="88778"/>
                </a:lnTo>
                <a:lnTo>
                  <a:pt x="2196477" y="125737"/>
                </a:lnTo>
                <a:lnTo>
                  <a:pt x="2196015" y="134475"/>
                </a:lnTo>
                <a:lnTo>
                  <a:pt x="2173995" y="171174"/>
                </a:lnTo>
                <a:lnTo>
                  <a:pt x="2129910" y="180758"/>
                </a:lnTo>
                <a:lnTo>
                  <a:pt x="2076873" y="180758"/>
                </a:lnTo>
                <a:lnTo>
                  <a:pt x="2076873" y="243536"/>
                </a:lnTo>
                <a:lnTo>
                  <a:pt x="2133892" y="243536"/>
                </a:lnTo>
                <a:lnTo>
                  <a:pt x="2114035" y="206375"/>
                </a:lnTo>
                <a:lnTo>
                  <a:pt x="2247433" y="206375"/>
                </a:lnTo>
                <a:lnTo>
                  <a:pt x="2272966" y="159967"/>
                </a:lnTo>
                <a:lnTo>
                  <a:pt x="2276935" y="125737"/>
                </a:lnTo>
                <a:lnTo>
                  <a:pt x="2275954" y="108024"/>
                </a:lnTo>
                <a:lnTo>
                  <a:pt x="2273011" y="91506"/>
                </a:lnTo>
                <a:lnTo>
                  <a:pt x="2268106" y="76184"/>
                </a:lnTo>
                <a:lnTo>
                  <a:pt x="2264572" y="68911"/>
                </a:lnTo>
                <a:close/>
              </a:path>
              <a:path w="3700779" h="379730">
                <a:moveTo>
                  <a:pt x="2211624" y="230807"/>
                </a:moveTo>
                <a:lnTo>
                  <a:pt x="2199296" y="235621"/>
                </a:lnTo>
                <a:lnTo>
                  <a:pt x="2181955" y="240019"/>
                </a:lnTo>
                <a:lnTo>
                  <a:pt x="2163036" y="242657"/>
                </a:lnTo>
                <a:lnTo>
                  <a:pt x="2142538" y="243536"/>
                </a:lnTo>
                <a:lnTo>
                  <a:pt x="2218577" y="243536"/>
                </a:lnTo>
                <a:lnTo>
                  <a:pt x="2211624" y="230807"/>
                </a:lnTo>
                <a:close/>
              </a:path>
              <a:path w="3700779" h="379730">
                <a:moveTo>
                  <a:pt x="2247433" y="206375"/>
                </a:moveTo>
                <a:lnTo>
                  <a:pt x="2198281" y="206375"/>
                </a:lnTo>
                <a:lnTo>
                  <a:pt x="2211624" y="230807"/>
                </a:lnTo>
                <a:lnTo>
                  <a:pt x="2215058" y="229465"/>
                </a:lnTo>
                <a:lnTo>
                  <a:pt x="2229231" y="221663"/>
                </a:lnTo>
                <a:lnTo>
                  <a:pt x="2241622" y="212328"/>
                </a:lnTo>
                <a:lnTo>
                  <a:pt x="2247433" y="206375"/>
                </a:lnTo>
                <a:close/>
              </a:path>
              <a:path w="3700779" h="379730">
                <a:moveTo>
                  <a:pt x="2410248" y="5051"/>
                </a:moveTo>
                <a:lnTo>
                  <a:pt x="2332136" y="5051"/>
                </a:lnTo>
                <a:lnTo>
                  <a:pt x="2332136" y="374505"/>
                </a:lnTo>
                <a:lnTo>
                  <a:pt x="2410248" y="374505"/>
                </a:lnTo>
                <a:lnTo>
                  <a:pt x="2410248" y="5051"/>
                </a:lnTo>
                <a:close/>
              </a:path>
              <a:path w="3700779" h="379730">
                <a:moveTo>
                  <a:pt x="2640120" y="0"/>
                </a:moveTo>
                <a:lnTo>
                  <a:pt x="2593848" y="5592"/>
                </a:lnTo>
                <a:lnTo>
                  <a:pt x="2552447" y="22369"/>
                </a:lnTo>
                <a:lnTo>
                  <a:pt x="2517540" y="49609"/>
                </a:lnTo>
                <a:lnTo>
                  <a:pt x="2490751" y="86951"/>
                </a:lnTo>
                <a:lnTo>
                  <a:pt x="2473703" y="133855"/>
                </a:lnTo>
                <a:lnTo>
                  <a:pt x="2468021" y="189778"/>
                </a:lnTo>
                <a:lnTo>
                  <a:pt x="2469419" y="218788"/>
                </a:lnTo>
                <a:lnTo>
                  <a:pt x="2480604" y="270111"/>
                </a:lnTo>
                <a:lnTo>
                  <a:pt x="2502680" y="312369"/>
                </a:lnTo>
                <a:lnTo>
                  <a:pt x="2533347" y="344751"/>
                </a:lnTo>
                <a:lnTo>
                  <a:pt x="2571862" y="366974"/>
                </a:lnTo>
                <a:lnTo>
                  <a:pt x="2616060" y="378158"/>
                </a:lnTo>
                <a:lnTo>
                  <a:pt x="2640120" y="379556"/>
                </a:lnTo>
                <a:lnTo>
                  <a:pt x="2657427" y="378891"/>
                </a:lnTo>
                <a:lnTo>
                  <a:pt x="2703801" y="368913"/>
                </a:lnTo>
                <a:lnTo>
                  <a:pt x="2741819" y="348415"/>
                </a:lnTo>
                <a:lnTo>
                  <a:pt x="2770954" y="319890"/>
                </a:lnTo>
                <a:lnTo>
                  <a:pt x="2777608" y="310464"/>
                </a:lnTo>
                <a:lnTo>
                  <a:pt x="2641383" y="310464"/>
                </a:lnTo>
                <a:lnTo>
                  <a:pt x="2627819" y="309607"/>
                </a:lnTo>
                <a:lnTo>
                  <a:pt x="2582077" y="289076"/>
                </a:lnTo>
                <a:lnTo>
                  <a:pt x="2558941" y="256164"/>
                </a:lnTo>
                <a:lnTo>
                  <a:pt x="2547948" y="208742"/>
                </a:lnTo>
                <a:lnTo>
                  <a:pt x="2547215" y="189778"/>
                </a:lnTo>
                <a:lnTo>
                  <a:pt x="2547948" y="171287"/>
                </a:lnTo>
                <a:lnTo>
                  <a:pt x="2558941" y="124474"/>
                </a:lnTo>
                <a:lnTo>
                  <a:pt x="2581908" y="91191"/>
                </a:lnTo>
                <a:lnTo>
                  <a:pt x="2628045" y="69983"/>
                </a:lnTo>
                <a:lnTo>
                  <a:pt x="2641924" y="69092"/>
                </a:lnTo>
                <a:lnTo>
                  <a:pt x="2778201" y="69092"/>
                </a:lnTo>
                <a:lnTo>
                  <a:pt x="2776005" y="65428"/>
                </a:lnTo>
                <a:lnTo>
                  <a:pt x="2748539" y="35357"/>
                </a:lnTo>
                <a:lnTo>
                  <a:pt x="2713057" y="14048"/>
                </a:lnTo>
                <a:lnTo>
                  <a:pt x="2671058" y="2254"/>
                </a:lnTo>
                <a:lnTo>
                  <a:pt x="2655882" y="563"/>
                </a:lnTo>
                <a:lnTo>
                  <a:pt x="2640120" y="0"/>
                </a:lnTo>
                <a:close/>
              </a:path>
              <a:path w="3700779" h="379730">
                <a:moveTo>
                  <a:pt x="2721480" y="248227"/>
                </a:moveTo>
                <a:lnTo>
                  <a:pt x="2703981" y="285253"/>
                </a:lnTo>
                <a:lnTo>
                  <a:pt x="2670427" y="306315"/>
                </a:lnTo>
                <a:lnTo>
                  <a:pt x="2641383" y="310464"/>
                </a:lnTo>
                <a:lnTo>
                  <a:pt x="2777608" y="310464"/>
                </a:lnTo>
                <a:lnTo>
                  <a:pt x="2795127" y="273573"/>
                </a:lnTo>
                <a:lnTo>
                  <a:pt x="2800494" y="248588"/>
                </a:lnTo>
                <a:lnTo>
                  <a:pt x="2721480" y="248227"/>
                </a:lnTo>
                <a:close/>
              </a:path>
              <a:path w="3700779" h="379730">
                <a:moveTo>
                  <a:pt x="2778201" y="69092"/>
                </a:moveTo>
                <a:lnTo>
                  <a:pt x="2641924" y="69092"/>
                </a:lnTo>
                <a:lnTo>
                  <a:pt x="2649715" y="69374"/>
                </a:lnTo>
                <a:lnTo>
                  <a:pt x="2657213" y="70219"/>
                </a:lnTo>
                <a:lnTo>
                  <a:pt x="2695502" y="86590"/>
                </a:lnTo>
                <a:lnTo>
                  <a:pt x="2718187" y="119919"/>
                </a:lnTo>
                <a:lnTo>
                  <a:pt x="2721480" y="134396"/>
                </a:lnTo>
                <a:lnTo>
                  <a:pt x="2800494" y="134396"/>
                </a:lnTo>
                <a:lnTo>
                  <a:pt x="2797991" y="118791"/>
                </a:lnTo>
                <a:lnTo>
                  <a:pt x="2794270" y="104089"/>
                </a:lnTo>
                <a:lnTo>
                  <a:pt x="2789332" y="90289"/>
                </a:lnTo>
                <a:lnTo>
                  <a:pt x="2783176" y="77390"/>
                </a:lnTo>
                <a:lnTo>
                  <a:pt x="2778201" y="69092"/>
                </a:lnTo>
                <a:close/>
              </a:path>
              <a:path w="3700779" h="379730">
                <a:moveTo>
                  <a:pt x="2934619" y="5051"/>
                </a:moveTo>
                <a:lnTo>
                  <a:pt x="2856507" y="5051"/>
                </a:lnTo>
                <a:lnTo>
                  <a:pt x="2856507" y="374505"/>
                </a:lnTo>
                <a:lnTo>
                  <a:pt x="2934619" y="374505"/>
                </a:lnTo>
                <a:lnTo>
                  <a:pt x="2934619" y="5051"/>
                </a:lnTo>
                <a:close/>
              </a:path>
              <a:path w="3700779" h="379730">
                <a:moveTo>
                  <a:pt x="3067437" y="5051"/>
                </a:moveTo>
                <a:lnTo>
                  <a:pt x="2998886" y="5051"/>
                </a:lnTo>
                <a:lnTo>
                  <a:pt x="2998886" y="374505"/>
                </a:lnTo>
                <a:lnTo>
                  <a:pt x="3076998" y="374505"/>
                </a:lnTo>
                <a:lnTo>
                  <a:pt x="3076998" y="141973"/>
                </a:lnTo>
                <a:lnTo>
                  <a:pt x="3161412" y="141973"/>
                </a:lnTo>
                <a:lnTo>
                  <a:pt x="3067437" y="5051"/>
                </a:lnTo>
                <a:close/>
              </a:path>
              <a:path w="3700779" h="379730">
                <a:moveTo>
                  <a:pt x="3161412" y="141973"/>
                </a:moveTo>
                <a:lnTo>
                  <a:pt x="3079704" y="141973"/>
                </a:lnTo>
                <a:lnTo>
                  <a:pt x="3240439" y="374505"/>
                </a:lnTo>
                <a:lnTo>
                  <a:pt x="3307908" y="374505"/>
                </a:lnTo>
                <a:lnTo>
                  <a:pt x="3307908" y="237403"/>
                </a:lnTo>
                <a:lnTo>
                  <a:pt x="3226909" y="237403"/>
                </a:lnTo>
                <a:lnTo>
                  <a:pt x="3161412" y="141973"/>
                </a:lnTo>
                <a:close/>
              </a:path>
              <a:path w="3700779" h="379730">
                <a:moveTo>
                  <a:pt x="3307908" y="5051"/>
                </a:moveTo>
                <a:lnTo>
                  <a:pt x="3230156" y="5051"/>
                </a:lnTo>
                <a:lnTo>
                  <a:pt x="3230156" y="237403"/>
                </a:lnTo>
                <a:lnTo>
                  <a:pt x="3307908" y="237403"/>
                </a:lnTo>
                <a:lnTo>
                  <a:pt x="3307908" y="5051"/>
                </a:lnTo>
                <a:close/>
              </a:path>
              <a:path w="3700779" h="379730">
                <a:moveTo>
                  <a:pt x="3538772" y="0"/>
                </a:moveTo>
                <a:lnTo>
                  <a:pt x="3486783" y="7204"/>
                </a:lnTo>
                <a:lnTo>
                  <a:pt x="3441312" y="28547"/>
                </a:lnTo>
                <a:lnTo>
                  <a:pt x="3404578" y="63094"/>
                </a:lnTo>
                <a:lnTo>
                  <a:pt x="3378939" y="110042"/>
                </a:lnTo>
                <a:lnTo>
                  <a:pt x="3369198" y="147655"/>
                </a:lnTo>
                <a:lnTo>
                  <a:pt x="3365951" y="190139"/>
                </a:lnTo>
                <a:lnTo>
                  <a:pt x="3367315" y="218371"/>
                </a:lnTo>
                <a:lnTo>
                  <a:pt x="3378229" y="268882"/>
                </a:lnTo>
                <a:lnTo>
                  <a:pt x="3399865" y="311152"/>
                </a:lnTo>
                <a:lnTo>
                  <a:pt x="3430533" y="343894"/>
                </a:lnTo>
                <a:lnTo>
                  <a:pt x="3469566" y="366669"/>
                </a:lnTo>
                <a:lnTo>
                  <a:pt x="3515207" y="378124"/>
                </a:lnTo>
                <a:lnTo>
                  <a:pt x="3540395" y="379556"/>
                </a:lnTo>
                <a:lnTo>
                  <a:pt x="3563012" y="378384"/>
                </a:lnTo>
                <a:lnTo>
                  <a:pt x="3604323" y="369003"/>
                </a:lnTo>
                <a:lnTo>
                  <a:pt x="3640087" y="350332"/>
                </a:lnTo>
                <a:lnTo>
                  <a:pt x="3668410" y="323453"/>
                </a:lnTo>
                <a:lnTo>
                  <a:pt x="3677313" y="310464"/>
                </a:lnTo>
                <a:lnTo>
                  <a:pt x="3540756" y="310464"/>
                </a:lnTo>
                <a:lnTo>
                  <a:pt x="3526628" y="309585"/>
                </a:lnTo>
                <a:lnTo>
                  <a:pt x="3490064" y="296393"/>
                </a:lnTo>
                <a:lnTo>
                  <a:pt x="3463343" y="267811"/>
                </a:lnTo>
                <a:lnTo>
                  <a:pt x="3448077" y="225136"/>
                </a:lnTo>
                <a:lnTo>
                  <a:pt x="3445145" y="189417"/>
                </a:lnTo>
                <a:lnTo>
                  <a:pt x="3445889" y="170859"/>
                </a:lnTo>
                <a:lnTo>
                  <a:pt x="3457051" y="124113"/>
                </a:lnTo>
                <a:lnTo>
                  <a:pt x="3480187" y="90999"/>
                </a:lnTo>
                <a:lnTo>
                  <a:pt x="3526302" y="69971"/>
                </a:lnTo>
                <a:lnTo>
                  <a:pt x="3540034" y="69092"/>
                </a:lnTo>
                <a:lnTo>
                  <a:pt x="3676276" y="69092"/>
                </a:lnTo>
                <a:lnTo>
                  <a:pt x="3672502" y="63263"/>
                </a:lnTo>
                <a:lnTo>
                  <a:pt x="3645206" y="34816"/>
                </a:lnTo>
                <a:lnTo>
                  <a:pt x="3610367" y="14183"/>
                </a:lnTo>
                <a:lnTo>
                  <a:pt x="3569078" y="2300"/>
                </a:lnTo>
                <a:lnTo>
                  <a:pt x="3554196" y="575"/>
                </a:lnTo>
                <a:lnTo>
                  <a:pt x="3538772" y="0"/>
                </a:lnTo>
                <a:close/>
              </a:path>
              <a:path w="3700779" h="379730">
                <a:moveTo>
                  <a:pt x="3625002" y="233254"/>
                </a:moveTo>
                <a:lnTo>
                  <a:pt x="3614899" y="274204"/>
                </a:lnTo>
                <a:lnTo>
                  <a:pt x="3586036" y="301083"/>
                </a:lnTo>
                <a:lnTo>
                  <a:pt x="3540756" y="310464"/>
                </a:lnTo>
                <a:lnTo>
                  <a:pt x="3677313" y="310464"/>
                </a:lnTo>
                <a:lnTo>
                  <a:pt x="3695086" y="268612"/>
                </a:lnTo>
                <a:lnTo>
                  <a:pt x="3699557" y="235599"/>
                </a:lnTo>
                <a:lnTo>
                  <a:pt x="3640877" y="235599"/>
                </a:lnTo>
                <a:lnTo>
                  <a:pt x="3625002" y="233254"/>
                </a:lnTo>
                <a:close/>
              </a:path>
              <a:path w="3700779" h="379730">
                <a:moveTo>
                  <a:pt x="3700228" y="176789"/>
                </a:moveTo>
                <a:lnTo>
                  <a:pt x="3545627" y="176789"/>
                </a:lnTo>
                <a:lnTo>
                  <a:pt x="3545627" y="235599"/>
                </a:lnTo>
                <a:lnTo>
                  <a:pt x="3624872" y="235599"/>
                </a:lnTo>
                <a:lnTo>
                  <a:pt x="3625002" y="233254"/>
                </a:lnTo>
                <a:lnTo>
                  <a:pt x="3699685" y="233254"/>
                </a:lnTo>
                <a:lnTo>
                  <a:pt x="3700129" y="225136"/>
                </a:lnTo>
                <a:lnTo>
                  <a:pt x="3700228" y="176789"/>
                </a:lnTo>
                <a:close/>
              </a:path>
              <a:path w="3700779" h="379730">
                <a:moveTo>
                  <a:pt x="3699685" y="233254"/>
                </a:moveTo>
                <a:lnTo>
                  <a:pt x="3625002" y="233254"/>
                </a:lnTo>
                <a:lnTo>
                  <a:pt x="3640877" y="235599"/>
                </a:lnTo>
                <a:lnTo>
                  <a:pt x="3699557" y="235599"/>
                </a:lnTo>
                <a:lnTo>
                  <a:pt x="3699685" y="233254"/>
                </a:lnTo>
                <a:close/>
              </a:path>
              <a:path w="3700779" h="379730">
                <a:moveTo>
                  <a:pt x="3676276" y="69092"/>
                </a:moveTo>
                <a:lnTo>
                  <a:pt x="3540034" y="69092"/>
                </a:lnTo>
                <a:lnTo>
                  <a:pt x="3547442" y="69329"/>
                </a:lnTo>
                <a:lnTo>
                  <a:pt x="3554511" y="70039"/>
                </a:lnTo>
                <a:lnTo>
                  <a:pt x="3590004" y="83884"/>
                </a:lnTo>
                <a:lnTo>
                  <a:pt x="3596619" y="88575"/>
                </a:lnTo>
                <a:lnTo>
                  <a:pt x="3617425" y="124474"/>
                </a:lnTo>
                <a:lnTo>
                  <a:pt x="3696800" y="124474"/>
                </a:lnTo>
                <a:lnTo>
                  <a:pt x="3694308" y="111057"/>
                </a:lnTo>
                <a:lnTo>
                  <a:pt x="3690621" y="98226"/>
                </a:lnTo>
                <a:lnTo>
                  <a:pt x="3685739" y="85982"/>
                </a:lnTo>
                <a:lnTo>
                  <a:pt x="3679662" y="74323"/>
                </a:lnTo>
                <a:lnTo>
                  <a:pt x="3676276" y="69092"/>
                </a:lnTo>
                <a:close/>
              </a:path>
            </a:pathLst>
          </a:custGeom>
          <a:solidFill>
            <a:srgbClr val="DDA15E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2" name="object 52"/>
          <p:cNvSpPr/>
          <p:nvPr/>
        </p:nvSpPr>
        <p:spPr>
          <a:xfrm>
            <a:off x="272573" y="0"/>
            <a:ext cx="2412498" cy="22588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3" name="object 53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4" name="object 54"/>
          <p:cNvSpPr/>
          <p:nvPr/>
        </p:nvSpPr>
        <p:spPr>
          <a:xfrm>
            <a:off x="9508674" y="575812"/>
            <a:ext cx="1260010" cy="214143"/>
          </a:xfrm>
          <a:custGeom>
            <a:avLst/>
            <a:gdLst/>
            <a:ahLst/>
            <a:cxnLst/>
            <a:rect l="l" t="t" r="r" b="b"/>
            <a:pathLst>
              <a:path w="1771015" h="300990">
                <a:moveTo>
                  <a:pt x="35790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99736"/>
                </a:lnTo>
                <a:lnTo>
                  <a:pt x="72736" y="158172"/>
                </a:lnTo>
                <a:lnTo>
                  <a:pt x="113665" y="158172"/>
                </a:lnTo>
                <a:lnTo>
                  <a:pt x="104831" y="146627"/>
                </a:lnTo>
                <a:lnTo>
                  <a:pt x="35790" y="146627"/>
                </a:lnTo>
                <a:lnTo>
                  <a:pt x="35790" y="0"/>
                </a:lnTo>
                <a:close/>
              </a:path>
              <a:path w="1771015" h="300990">
                <a:moveTo>
                  <a:pt x="113665" y="158172"/>
                </a:moveTo>
                <a:lnTo>
                  <a:pt x="72736" y="158172"/>
                </a:lnTo>
                <a:lnTo>
                  <a:pt x="175490" y="295563"/>
                </a:lnTo>
                <a:lnTo>
                  <a:pt x="218786" y="295563"/>
                </a:lnTo>
                <a:lnTo>
                  <a:pt x="113665" y="158172"/>
                </a:lnTo>
                <a:close/>
              </a:path>
              <a:path w="1771015" h="300990">
                <a:moveTo>
                  <a:pt x="218786" y="0"/>
                </a:moveTo>
                <a:lnTo>
                  <a:pt x="172027" y="0"/>
                </a:lnTo>
                <a:lnTo>
                  <a:pt x="39254" y="146627"/>
                </a:lnTo>
                <a:lnTo>
                  <a:pt x="104831" y="146627"/>
                </a:lnTo>
                <a:lnTo>
                  <a:pt x="94672" y="133349"/>
                </a:lnTo>
                <a:lnTo>
                  <a:pt x="218786" y="0"/>
                </a:lnTo>
                <a:close/>
              </a:path>
              <a:path w="1771015" h="300990">
                <a:moveTo>
                  <a:pt x="414695" y="101022"/>
                </a:moveTo>
                <a:lnTo>
                  <a:pt x="346507" y="101022"/>
                </a:lnTo>
                <a:lnTo>
                  <a:pt x="357521" y="101762"/>
                </a:lnTo>
                <a:lnTo>
                  <a:pt x="367037" y="103981"/>
                </a:lnTo>
                <a:lnTo>
                  <a:pt x="392536" y="135965"/>
                </a:lnTo>
                <a:lnTo>
                  <a:pt x="393266" y="146049"/>
                </a:lnTo>
                <a:lnTo>
                  <a:pt x="393266" y="152688"/>
                </a:lnTo>
                <a:lnTo>
                  <a:pt x="391294" y="156537"/>
                </a:lnTo>
                <a:lnTo>
                  <a:pt x="387350" y="158749"/>
                </a:lnTo>
                <a:lnTo>
                  <a:pt x="383501" y="160962"/>
                </a:lnTo>
                <a:lnTo>
                  <a:pt x="377343" y="162550"/>
                </a:lnTo>
                <a:lnTo>
                  <a:pt x="362121" y="164243"/>
                </a:lnTo>
                <a:lnTo>
                  <a:pt x="336116" y="167409"/>
                </a:lnTo>
                <a:lnTo>
                  <a:pt x="297962" y="174769"/>
                </a:lnTo>
                <a:lnTo>
                  <a:pt x="261675" y="196092"/>
                </a:lnTo>
                <a:lnTo>
                  <a:pt x="250208" y="234372"/>
                </a:lnTo>
                <a:lnTo>
                  <a:pt x="250734" y="243067"/>
                </a:lnTo>
                <a:lnTo>
                  <a:pt x="272075" y="282971"/>
                </a:lnTo>
                <a:lnTo>
                  <a:pt x="315434" y="300262"/>
                </a:lnTo>
                <a:lnTo>
                  <a:pt x="325726" y="300759"/>
                </a:lnTo>
                <a:lnTo>
                  <a:pt x="335025" y="300398"/>
                </a:lnTo>
                <a:lnTo>
                  <a:pt x="375615" y="284947"/>
                </a:lnTo>
                <a:lnTo>
                  <a:pt x="389318" y="270163"/>
                </a:lnTo>
                <a:lnTo>
                  <a:pt x="330921" y="270163"/>
                </a:lnTo>
                <a:lnTo>
                  <a:pt x="321093" y="269586"/>
                </a:lnTo>
                <a:lnTo>
                  <a:pt x="287445" y="249959"/>
                </a:lnTo>
                <a:lnTo>
                  <a:pt x="284162" y="225713"/>
                </a:lnTo>
                <a:lnTo>
                  <a:pt x="286471" y="218882"/>
                </a:lnTo>
                <a:lnTo>
                  <a:pt x="321540" y="199123"/>
                </a:lnTo>
                <a:lnTo>
                  <a:pt x="348672" y="195118"/>
                </a:lnTo>
                <a:lnTo>
                  <a:pt x="354637" y="194348"/>
                </a:lnTo>
                <a:lnTo>
                  <a:pt x="391823" y="185881"/>
                </a:lnTo>
                <a:lnTo>
                  <a:pt x="393266" y="184149"/>
                </a:lnTo>
                <a:lnTo>
                  <a:pt x="427326" y="184149"/>
                </a:lnTo>
                <a:lnTo>
                  <a:pt x="427326" y="149513"/>
                </a:lnTo>
                <a:lnTo>
                  <a:pt x="426784" y="136976"/>
                </a:lnTo>
                <a:lnTo>
                  <a:pt x="425161" y="125773"/>
                </a:lnTo>
                <a:lnTo>
                  <a:pt x="422455" y="115905"/>
                </a:lnTo>
                <a:lnTo>
                  <a:pt x="418666" y="107372"/>
                </a:lnTo>
                <a:lnTo>
                  <a:pt x="414695" y="101022"/>
                </a:lnTo>
                <a:close/>
              </a:path>
              <a:path w="1771015" h="300990">
                <a:moveTo>
                  <a:pt x="427326" y="265545"/>
                </a:moveTo>
                <a:lnTo>
                  <a:pt x="393266" y="265545"/>
                </a:lnTo>
                <a:lnTo>
                  <a:pt x="393266" y="295563"/>
                </a:lnTo>
                <a:lnTo>
                  <a:pt x="427326" y="295563"/>
                </a:lnTo>
                <a:lnTo>
                  <a:pt x="427326" y="265545"/>
                </a:lnTo>
                <a:close/>
              </a:path>
              <a:path w="1771015" h="300990">
                <a:moveTo>
                  <a:pt x="427326" y="184149"/>
                </a:moveTo>
                <a:lnTo>
                  <a:pt x="393266" y="184149"/>
                </a:lnTo>
                <a:lnTo>
                  <a:pt x="393262" y="215394"/>
                </a:lnTo>
                <a:lnTo>
                  <a:pt x="392815" y="222168"/>
                </a:lnTo>
                <a:lnTo>
                  <a:pt x="371547" y="257968"/>
                </a:lnTo>
                <a:lnTo>
                  <a:pt x="330921" y="270163"/>
                </a:lnTo>
                <a:lnTo>
                  <a:pt x="389318" y="270163"/>
                </a:lnTo>
                <a:lnTo>
                  <a:pt x="391535" y="265545"/>
                </a:lnTo>
                <a:lnTo>
                  <a:pt x="427326" y="265545"/>
                </a:lnTo>
                <a:lnTo>
                  <a:pt x="427326" y="184149"/>
                </a:lnTo>
                <a:close/>
              </a:path>
              <a:path w="1771015" h="300990">
                <a:moveTo>
                  <a:pt x="352473" y="71004"/>
                </a:moveTo>
                <a:lnTo>
                  <a:pt x="345353" y="71004"/>
                </a:lnTo>
                <a:lnTo>
                  <a:pt x="336946" y="71293"/>
                </a:lnTo>
                <a:lnTo>
                  <a:pt x="294769" y="81828"/>
                </a:lnTo>
                <a:lnTo>
                  <a:pt x="261143" y="113416"/>
                </a:lnTo>
                <a:lnTo>
                  <a:pt x="256453" y="122959"/>
                </a:lnTo>
                <a:lnTo>
                  <a:pt x="288780" y="134504"/>
                </a:lnTo>
                <a:lnTo>
                  <a:pt x="292108" y="128533"/>
                </a:lnTo>
                <a:lnTo>
                  <a:pt x="296465" y="122742"/>
                </a:lnTo>
                <a:lnTo>
                  <a:pt x="334971" y="101690"/>
                </a:lnTo>
                <a:lnTo>
                  <a:pt x="346507" y="101022"/>
                </a:lnTo>
                <a:lnTo>
                  <a:pt x="414695" y="101022"/>
                </a:lnTo>
                <a:lnTo>
                  <a:pt x="414057" y="100003"/>
                </a:lnTo>
                <a:lnTo>
                  <a:pt x="376823" y="75162"/>
                </a:lnTo>
                <a:lnTo>
                  <a:pt x="360651" y="71870"/>
                </a:lnTo>
                <a:lnTo>
                  <a:pt x="352473" y="71004"/>
                </a:lnTo>
                <a:close/>
              </a:path>
              <a:path w="1771015" h="300990">
                <a:moveTo>
                  <a:pt x="522395" y="73890"/>
                </a:moveTo>
                <a:lnTo>
                  <a:pt x="489491" y="73890"/>
                </a:lnTo>
                <a:lnTo>
                  <a:pt x="489491" y="295563"/>
                </a:lnTo>
                <a:lnTo>
                  <a:pt x="523550" y="295563"/>
                </a:lnTo>
                <a:lnTo>
                  <a:pt x="523550" y="155286"/>
                </a:lnTo>
                <a:lnTo>
                  <a:pt x="524001" y="147989"/>
                </a:lnTo>
                <a:lnTo>
                  <a:pt x="544728" y="113758"/>
                </a:lnTo>
                <a:lnTo>
                  <a:pt x="556749" y="107372"/>
                </a:lnTo>
                <a:lnTo>
                  <a:pt x="522395" y="107372"/>
                </a:lnTo>
                <a:lnTo>
                  <a:pt x="522395" y="73890"/>
                </a:lnTo>
                <a:close/>
              </a:path>
              <a:path w="1771015" h="300990">
                <a:moveTo>
                  <a:pt x="584933" y="70427"/>
                </a:moveTo>
                <a:lnTo>
                  <a:pt x="582432" y="70427"/>
                </a:lnTo>
                <a:lnTo>
                  <a:pt x="572726" y="71067"/>
                </a:lnTo>
                <a:lnTo>
                  <a:pt x="533219" y="92471"/>
                </a:lnTo>
                <a:lnTo>
                  <a:pt x="524704" y="107372"/>
                </a:lnTo>
                <a:lnTo>
                  <a:pt x="556749" y="107372"/>
                </a:lnTo>
                <a:lnTo>
                  <a:pt x="557248" y="107147"/>
                </a:lnTo>
                <a:lnTo>
                  <a:pt x="564247" y="105027"/>
                </a:lnTo>
                <a:lnTo>
                  <a:pt x="571680" y="103755"/>
                </a:lnTo>
                <a:lnTo>
                  <a:pt x="579545" y="103331"/>
                </a:lnTo>
                <a:lnTo>
                  <a:pt x="600327" y="103331"/>
                </a:lnTo>
                <a:lnTo>
                  <a:pt x="600327" y="71004"/>
                </a:lnTo>
                <a:lnTo>
                  <a:pt x="598403" y="70812"/>
                </a:lnTo>
                <a:lnTo>
                  <a:pt x="595565" y="70667"/>
                </a:lnTo>
                <a:lnTo>
                  <a:pt x="588060" y="70475"/>
                </a:lnTo>
                <a:lnTo>
                  <a:pt x="584933" y="70427"/>
                </a:lnTo>
                <a:close/>
              </a:path>
              <a:path w="1771015" h="300990">
                <a:moveTo>
                  <a:pt x="600327" y="103331"/>
                </a:moveTo>
                <a:lnTo>
                  <a:pt x="584067" y="103331"/>
                </a:lnTo>
                <a:lnTo>
                  <a:pt x="588349" y="103668"/>
                </a:lnTo>
                <a:lnTo>
                  <a:pt x="592390" y="104342"/>
                </a:lnTo>
                <a:lnTo>
                  <a:pt x="596527" y="104919"/>
                </a:lnTo>
                <a:lnTo>
                  <a:pt x="599173" y="105352"/>
                </a:lnTo>
                <a:lnTo>
                  <a:pt x="600327" y="105640"/>
                </a:lnTo>
                <a:lnTo>
                  <a:pt x="600327" y="103331"/>
                </a:lnTo>
                <a:close/>
              </a:path>
              <a:path w="1771015" h="300990">
                <a:moveTo>
                  <a:pt x="674759" y="0"/>
                </a:moveTo>
                <a:lnTo>
                  <a:pt x="640700" y="0"/>
                </a:lnTo>
                <a:lnTo>
                  <a:pt x="640700" y="295563"/>
                </a:lnTo>
                <a:lnTo>
                  <a:pt x="674759" y="295563"/>
                </a:lnTo>
                <a:lnTo>
                  <a:pt x="674759" y="0"/>
                </a:lnTo>
                <a:close/>
              </a:path>
              <a:path w="1771015" h="300990">
                <a:moveTo>
                  <a:pt x="898777" y="0"/>
                </a:moveTo>
                <a:lnTo>
                  <a:pt x="856059" y="0"/>
                </a:lnTo>
                <a:lnTo>
                  <a:pt x="856059" y="295563"/>
                </a:lnTo>
                <a:lnTo>
                  <a:pt x="889541" y="295563"/>
                </a:lnTo>
                <a:lnTo>
                  <a:pt x="889541" y="71004"/>
                </a:lnTo>
                <a:lnTo>
                  <a:pt x="927847" y="71004"/>
                </a:lnTo>
                <a:lnTo>
                  <a:pt x="898777" y="0"/>
                </a:lnTo>
                <a:close/>
              </a:path>
              <a:path w="1771015" h="300990">
                <a:moveTo>
                  <a:pt x="927847" y="71004"/>
                </a:moveTo>
                <a:lnTo>
                  <a:pt x="892427" y="71004"/>
                </a:lnTo>
                <a:lnTo>
                  <a:pt x="984791" y="295563"/>
                </a:lnTo>
                <a:lnTo>
                  <a:pt x="1017118" y="295563"/>
                </a:lnTo>
                <a:lnTo>
                  <a:pt x="1037775" y="245340"/>
                </a:lnTo>
                <a:lnTo>
                  <a:pt x="999223" y="245340"/>
                </a:lnTo>
                <a:lnTo>
                  <a:pt x="927847" y="71004"/>
                </a:lnTo>
                <a:close/>
              </a:path>
              <a:path w="1771015" h="300990">
                <a:moveTo>
                  <a:pt x="1145850" y="71004"/>
                </a:moveTo>
                <a:lnTo>
                  <a:pt x="1112368" y="71004"/>
                </a:lnTo>
                <a:lnTo>
                  <a:pt x="1112368" y="295563"/>
                </a:lnTo>
                <a:lnTo>
                  <a:pt x="1145850" y="295563"/>
                </a:lnTo>
                <a:lnTo>
                  <a:pt x="1145850" y="71004"/>
                </a:lnTo>
                <a:close/>
              </a:path>
              <a:path w="1771015" h="300990">
                <a:moveTo>
                  <a:pt x="1145850" y="0"/>
                </a:moveTo>
                <a:lnTo>
                  <a:pt x="1103132" y="0"/>
                </a:lnTo>
                <a:lnTo>
                  <a:pt x="1002686" y="245340"/>
                </a:lnTo>
                <a:lnTo>
                  <a:pt x="1037775" y="245340"/>
                </a:lnTo>
                <a:lnTo>
                  <a:pt x="1109482" y="71004"/>
                </a:lnTo>
                <a:lnTo>
                  <a:pt x="1145850" y="71004"/>
                </a:lnTo>
                <a:lnTo>
                  <a:pt x="1145850" y="0"/>
                </a:lnTo>
                <a:close/>
              </a:path>
              <a:path w="1771015" h="300990">
                <a:moveTo>
                  <a:pt x="1367195" y="101022"/>
                </a:moveTo>
                <a:lnTo>
                  <a:pt x="1299008" y="101022"/>
                </a:lnTo>
                <a:lnTo>
                  <a:pt x="1310021" y="101762"/>
                </a:lnTo>
                <a:lnTo>
                  <a:pt x="1319537" y="103981"/>
                </a:lnTo>
                <a:lnTo>
                  <a:pt x="1345036" y="135965"/>
                </a:lnTo>
                <a:lnTo>
                  <a:pt x="1345766" y="146049"/>
                </a:lnTo>
                <a:lnTo>
                  <a:pt x="1345766" y="152688"/>
                </a:lnTo>
                <a:lnTo>
                  <a:pt x="1343794" y="156537"/>
                </a:lnTo>
                <a:lnTo>
                  <a:pt x="1339849" y="158749"/>
                </a:lnTo>
                <a:lnTo>
                  <a:pt x="1336001" y="160962"/>
                </a:lnTo>
                <a:lnTo>
                  <a:pt x="1329843" y="162550"/>
                </a:lnTo>
                <a:lnTo>
                  <a:pt x="1314621" y="164243"/>
                </a:lnTo>
                <a:lnTo>
                  <a:pt x="1288616" y="167409"/>
                </a:lnTo>
                <a:lnTo>
                  <a:pt x="1250462" y="174769"/>
                </a:lnTo>
                <a:lnTo>
                  <a:pt x="1214175" y="196092"/>
                </a:lnTo>
                <a:lnTo>
                  <a:pt x="1202708" y="234372"/>
                </a:lnTo>
                <a:lnTo>
                  <a:pt x="1203234" y="243067"/>
                </a:lnTo>
                <a:lnTo>
                  <a:pt x="1224575" y="282971"/>
                </a:lnTo>
                <a:lnTo>
                  <a:pt x="1267934" y="300262"/>
                </a:lnTo>
                <a:lnTo>
                  <a:pt x="1278226" y="300759"/>
                </a:lnTo>
                <a:lnTo>
                  <a:pt x="1287525" y="300398"/>
                </a:lnTo>
                <a:lnTo>
                  <a:pt x="1328115" y="284947"/>
                </a:lnTo>
                <a:lnTo>
                  <a:pt x="1341818" y="270163"/>
                </a:lnTo>
                <a:lnTo>
                  <a:pt x="1283421" y="270163"/>
                </a:lnTo>
                <a:lnTo>
                  <a:pt x="1273593" y="269586"/>
                </a:lnTo>
                <a:lnTo>
                  <a:pt x="1239945" y="249959"/>
                </a:lnTo>
                <a:lnTo>
                  <a:pt x="1236662" y="225713"/>
                </a:lnTo>
                <a:lnTo>
                  <a:pt x="1238971" y="218882"/>
                </a:lnTo>
                <a:lnTo>
                  <a:pt x="1274040" y="199123"/>
                </a:lnTo>
                <a:lnTo>
                  <a:pt x="1301172" y="195118"/>
                </a:lnTo>
                <a:lnTo>
                  <a:pt x="1307137" y="194348"/>
                </a:lnTo>
                <a:lnTo>
                  <a:pt x="1344323" y="185881"/>
                </a:lnTo>
                <a:lnTo>
                  <a:pt x="1345766" y="184149"/>
                </a:lnTo>
                <a:lnTo>
                  <a:pt x="1379826" y="184149"/>
                </a:lnTo>
                <a:lnTo>
                  <a:pt x="1379826" y="149513"/>
                </a:lnTo>
                <a:lnTo>
                  <a:pt x="1379284" y="136976"/>
                </a:lnTo>
                <a:lnTo>
                  <a:pt x="1377661" y="125773"/>
                </a:lnTo>
                <a:lnTo>
                  <a:pt x="1374955" y="115905"/>
                </a:lnTo>
                <a:lnTo>
                  <a:pt x="1371166" y="107372"/>
                </a:lnTo>
                <a:lnTo>
                  <a:pt x="1367195" y="101022"/>
                </a:lnTo>
                <a:close/>
              </a:path>
              <a:path w="1771015" h="300990">
                <a:moveTo>
                  <a:pt x="1379826" y="265545"/>
                </a:moveTo>
                <a:lnTo>
                  <a:pt x="1345766" y="265545"/>
                </a:lnTo>
                <a:lnTo>
                  <a:pt x="1345766" y="295563"/>
                </a:lnTo>
                <a:lnTo>
                  <a:pt x="1379826" y="295563"/>
                </a:lnTo>
                <a:lnTo>
                  <a:pt x="1379826" y="265545"/>
                </a:lnTo>
                <a:close/>
              </a:path>
              <a:path w="1771015" h="300990">
                <a:moveTo>
                  <a:pt x="1379826" y="184149"/>
                </a:moveTo>
                <a:lnTo>
                  <a:pt x="1345766" y="184149"/>
                </a:lnTo>
                <a:lnTo>
                  <a:pt x="1345762" y="215394"/>
                </a:lnTo>
                <a:lnTo>
                  <a:pt x="1345315" y="222168"/>
                </a:lnTo>
                <a:lnTo>
                  <a:pt x="1324047" y="257968"/>
                </a:lnTo>
                <a:lnTo>
                  <a:pt x="1283421" y="270163"/>
                </a:lnTo>
                <a:lnTo>
                  <a:pt x="1341818" y="270163"/>
                </a:lnTo>
                <a:lnTo>
                  <a:pt x="1344035" y="265545"/>
                </a:lnTo>
                <a:lnTo>
                  <a:pt x="1379826" y="265545"/>
                </a:lnTo>
                <a:lnTo>
                  <a:pt x="1379826" y="184149"/>
                </a:lnTo>
                <a:close/>
              </a:path>
              <a:path w="1771015" h="300990">
                <a:moveTo>
                  <a:pt x="1304973" y="71004"/>
                </a:moveTo>
                <a:lnTo>
                  <a:pt x="1297853" y="71004"/>
                </a:lnTo>
                <a:lnTo>
                  <a:pt x="1289446" y="71293"/>
                </a:lnTo>
                <a:lnTo>
                  <a:pt x="1247269" y="81828"/>
                </a:lnTo>
                <a:lnTo>
                  <a:pt x="1213643" y="113416"/>
                </a:lnTo>
                <a:lnTo>
                  <a:pt x="1208953" y="122959"/>
                </a:lnTo>
                <a:lnTo>
                  <a:pt x="1241280" y="134504"/>
                </a:lnTo>
                <a:lnTo>
                  <a:pt x="1244609" y="128533"/>
                </a:lnTo>
                <a:lnTo>
                  <a:pt x="1248965" y="122742"/>
                </a:lnTo>
                <a:lnTo>
                  <a:pt x="1287471" y="101690"/>
                </a:lnTo>
                <a:lnTo>
                  <a:pt x="1299008" y="101022"/>
                </a:lnTo>
                <a:lnTo>
                  <a:pt x="1367195" y="101022"/>
                </a:lnTo>
                <a:lnTo>
                  <a:pt x="1366557" y="100003"/>
                </a:lnTo>
                <a:lnTo>
                  <a:pt x="1329323" y="75162"/>
                </a:lnTo>
                <a:lnTo>
                  <a:pt x="1313151" y="71870"/>
                </a:lnTo>
                <a:lnTo>
                  <a:pt x="1304973" y="71004"/>
                </a:lnTo>
                <a:close/>
              </a:path>
              <a:path w="1771015" h="300990">
                <a:moveTo>
                  <a:pt x="1474895" y="73890"/>
                </a:moveTo>
                <a:lnTo>
                  <a:pt x="1441991" y="73890"/>
                </a:lnTo>
                <a:lnTo>
                  <a:pt x="1441991" y="295563"/>
                </a:lnTo>
                <a:lnTo>
                  <a:pt x="1476050" y="295563"/>
                </a:lnTo>
                <a:lnTo>
                  <a:pt x="1476050" y="155286"/>
                </a:lnTo>
                <a:lnTo>
                  <a:pt x="1476501" y="147989"/>
                </a:lnTo>
                <a:lnTo>
                  <a:pt x="1497228" y="113758"/>
                </a:lnTo>
                <a:lnTo>
                  <a:pt x="1509249" y="107372"/>
                </a:lnTo>
                <a:lnTo>
                  <a:pt x="1474895" y="107372"/>
                </a:lnTo>
                <a:lnTo>
                  <a:pt x="1474895" y="73890"/>
                </a:lnTo>
                <a:close/>
              </a:path>
              <a:path w="1771015" h="300990">
                <a:moveTo>
                  <a:pt x="1537433" y="70427"/>
                </a:moveTo>
                <a:lnTo>
                  <a:pt x="1534932" y="70427"/>
                </a:lnTo>
                <a:lnTo>
                  <a:pt x="1525226" y="71067"/>
                </a:lnTo>
                <a:lnTo>
                  <a:pt x="1485719" y="92471"/>
                </a:lnTo>
                <a:lnTo>
                  <a:pt x="1477204" y="107372"/>
                </a:lnTo>
                <a:lnTo>
                  <a:pt x="1509249" y="107372"/>
                </a:lnTo>
                <a:lnTo>
                  <a:pt x="1509748" y="107147"/>
                </a:lnTo>
                <a:lnTo>
                  <a:pt x="1516747" y="105027"/>
                </a:lnTo>
                <a:lnTo>
                  <a:pt x="1524180" y="103755"/>
                </a:lnTo>
                <a:lnTo>
                  <a:pt x="1532045" y="103331"/>
                </a:lnTo>
                <a:lnTo>
                  <a:pt x="1552827" y="103331"/>
                </a:lnTo>
                <a:lnTo>
                  <a:pt x="1552827" y="71004"/>
                </a:lnTo>
                <a:lnTo>
                  <a:pt x="1550903" y="70812"/>
                </a:lnTo>
                <a:lnTo>
                  <a:pt x="1548065" y="70667"/>
                </a:lnTo>
                <a:lnTo>
                  <a:pt x="1540560" y="70475"/>
                </a:lnTo>
                <a:lnTo>
                  <a:pt x="1537433" y="70427"/>
                </a:lnTo>
                <a:close/>
              </a:path>
              <a:path w="1771015" h="300990">
                <a:moveTo>
                  <a:pt x="1552827" y="103331"/>
                </a:moveTo>
                <a:lnTo>
                  <a:pt x="1536567" y="103331"/>
                </a:lnTo>
                <a:lnTo>
                  <a:pt x="1540849" y="103668"/>
                </a:lnTo>
                <a:lnTo>
                  <a:pt x="1544890" y="104342"/>
                </a:lnTo>
                <a:lnTo>
                  <a:pt x="1549027" y="104919"/>
                </a:lnTo>
                <a:lnTo>
                  <a:pt x="1551673" y="105352"/>
                </a:lnTo>
                <a:lnTo>
                  <a:pt x="1552827" y="105640"/>
                </a:lnTo>
                <a:lnTo>
                  <a:pt x="1552827" y="103331"/>
                </a:lnTo>
                <a:close/>
              </a:path>
              <a:path w="1771015" h="300990">
                <a:moveTo>
                  <a:pt x="1625347" y="73890"/>
                </a:moveTo>
                <a:lnTo>
                  <a:pt x="1586092" y="73890"/>
                </a:lnTo>
                <a:lnTo>
                  <a:pt x="1656520" y="184727"/>
                </a:lnTo>
                <a:lnTo>
                  <a:pt x="1586092" y="295563"/>
                </a:lnTo>
                <a:lnTo>
                  <a:pt x="1625347" y="295563"/>
                </a:lnTo>
                <a:lnTo>
                  <a:pt x="1678456" y="209549"/>
                </a:lnTo>
                <a:lnTo>
                  <a:pt x="1715269" y="209549"/>
                </a:lnTo>
                <a:lnTo>
                  <a:pt x="1699238" y="184727"/>
                </a:lnTo>
                <a:lnTo>
                  <a:pt x="1712287" y="164522"/>
                </a:lnTo>
                <a:lnTo>
                  <a:pt x="1678456" y="164522"/>
                </a:lnTo>
                <a:lnTo>
                  <a:pt x="1625347" y="73890"/>
                </a:lnTo>
                <a:close/>
              </a:path>
              <a:path w="1771015" h="300990">
                <a:moveTo>
                  <a:pt x="1715269" y="209549"/>
                </a:moveTo>
                <a:lnTo>
                  <a:pt x="1678456" y="209549"/>
                </a:lnTo>
                <a:lnTo>
                  <a:pt x="1731565" y="295563"/>
                </a:lnTo>
                <a:lnTo>
                  <a:pt x="1770820" y="295563"/>
                </a:lnTo>
                <a:lnTo>
                  <a:pt x="1715269" y="209549"/>
                </a:lnTo>
                <a:close/>
              </a:path>
              <a:path w="1771015" h="300990">
                <a:moveTo>
                  <a:pt x="1770820" y="73890"/>
                </a:moveTo>
                <a:lnTo>
                  <a:pt x="1731565" y="73890"/>
                </a:lnTo>
                <a:lnTo>
                  <a:pt x="1678456" y="164522"/>
                </a:lnTo>
                <a:lnTo>
                  <a:pt x="1712287" y="164522"/>
                </a:lnTo>
                <a:lnTo>
                  <a:pt x="1770820" y="7389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5" name="object 55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6" name="object 56"/>
          <p:cNvSpPr/>
          <p:nvPr/>
        </p:nvSpPr>
        <p:spPr>
          <a:xfrm>
            <a:off x="9750890" y="1382443"/>
            <a:ext cx="686703" cy="5873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7" name="object 57"/>
          <p:cNvSpPr/>
          <p:nvPr/>
        </p:nvSpPr>
        <p:spPr>
          <a:xfrm>
            <a:off x="8937688" y="1364372"/>
            <a:ext cx="587312" cy="5873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8265" y="2114324"/>
            <a:ext cx="8665115" cy="3035953"/>
          </a:xfrm>
          <a:custGeom>
            <a:avLst/>
            <a:gdLst/>
            <a:ahLst/>
            <a:cxnLst/>
            <a:rect l="l" t="t" r="r" b="b"/>
            <a:pathLst>
              <a:path w="12179300" h="4267200">
                <a:moveTo>
                  <a:pt x="11988800" y="0"/>
                </a:moveTo>
                <a:lnTo>
                  <a:pt x="190500" y="0"/>
                </a:lnTo>
                <a:lnTo>
                  <a:pt x="146820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20"/>
                </a:lnTo>
                <a:lnTo>
                  <a:pt x="0" y="190500"/>
                </a:lnTo>
                <a:lnTo>
                  <a:pt x="0" y="4076700"/>
                </a:lnTo>
                <a:lnTo>
                  <a:pt x="5031" y="4120379"/>
                </a:lnTo>
                <a:lnTo>
                  <a:pt x="19362" y="4160477"/>
                </a:lnTo>
                <a:lnTo>
                  <a:pt x="41850" y="4195848"/>
                </a:lnTo>
                <a:lnTo>
                  <a:pt x="71351" y="4225349"/>
                </a:lnTo>
                <a:lnTo>
                  <a:pt x="106722" y="4247837"/>
                </a:lnTo>
                <a:lnTo>
                  <a:pt x="146819" y="4262168"/>
                </a:lnTo>
                <a:lnTo>
                  <a:pt x="190499" y="4267200"/>
                </a:lnTo>
                <a:lnTo>
                  <a:pt x="11988800" y="4267200"/>
                </a:lnTo>
                <a:lnTo>
                  <a:pt x="12032480" y="4262168"/>
                </a:lnTo>
                <a:lnTo>
                  <a:pt x="12072577" y="4247837"/>
                </a:lnTo>
                <a:lnTo>
                  <a:pt x="12107948" y="4225349"/>
                </a:lnTo>
                <a:lnTo>
                  <a:pt x="12137449" y="4195848"/>
                </a:lnTo>
                <a:lnTo>
                  <a:pt x="12159937" y="4160477"/>
                </a:lnTo>
                <a:lnTo>
                  <a:pt x="12174268" y="4120379"/>
                </a:lnTo>
                <a:lnTo>
                  <a:pt x="12179300" y="4076700"/>
                </a:lnTo>
                <a:lnTo>
                  <a:pt x="12179300" y="190500"/>
                </a:lnTo>
                <a:lnTo>
                  <a:pt x="12174268" y="146820"/>
                </a:lnTo>
                <a:lnTo>
                  <a:pt x="12159937" y="106722"/>
                </a:lnTo>
                <a:lnTo>
                  <a:pt x="12137449" y="71351"/>
                </a:lnTo>
                <a:lnTo>
                  <a:pt x="12107948" y="41850"/>
                </a:lnTo>
                <a:lnTo>
                  <a:pt x="12072577" y="19362"/>
                </a:lnTo>
                <a:lnTo>
                  <a:pt x="12032480" y="5031"/>
                </a:lnTo>
                <a:lnTo>
                  <a:pt x="11988800" y="0"/>
                </a:lnTo>
                <a:close/>
              </a:path>
            </a:pathLst>
          </a:custGeom>
          <a:solidFill>
            <a:srgbClr val="63A55E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3" name="object 3"/>
          <p:cNvGrpSpPr/>
          <p:nvPr/>
        </p:nvGrpSpPr>
        <p:grpSpPr>
          <a:xfrm>
            <a:off x="1718265" y="2114324"/>
            <a:ext cx="8665115" cy="3035953"/>
            <a:chOff x="2032000" y="2971800"/>
            <a:chExt cx="12179300" cy="4267200"/>
          </a:xfrm>
        </p:grpSpPr>
        <p:sp>
          <p:nvSpPr>
            <p:cNvPr id="4" name="object 4"/>
            <p:cNvSpPr/>
            <p:nvPr/>
          </p:nvSpPr>
          <p:spPr>
            <a:xfrm>
              <a:off x="2032000" y="2971800"/>
              <a:ext cx="12179300" cy="4267200"/>
            </a:xfrm>
            <a:custGeom>
              <a:avLst/>
              <a:gdLst/>
              <a:ahLst/>
              <a:cxnLst/>
              <a:rect l="l" t="t" r="r" b="b"/>
              <a:pathLst>
                <a:path w="12179300" h="4267200">
                  <a:moveTo>
                    <a:pt x="1217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2179300" y="4267200"/>
                  </a:lnTo>
                  <a:lnTo>
                    <a:pt x="1217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" name="object 5"/>
            <p:cNvSpPr/>
            <p:nvPr/>
          </p:nvSpPr>
          <p:spPr>
            <a:xfrm>
              <a:off x="9004300" y="3516745"/>
              <a:ext cx="4838700" cy="105525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6" name="object 6"/>
            <p:cNvSpPr/>
            <p:nvPr/>
          </p:nvSpPr>
          <p:spPr>
            <a:xfrm>
              <a:off x="9004300" y="5521036"/>
              <a:ext cx="4838700" cy="10321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7" name="object 7"/>
            <p:cNvSpPr/>
            <p:nvPr/>
          </p:nvSpPr>
          <p:spPr>
            <a:xfrm>
              <a:off x="13220700" y="4000500"/>
              <a:ext cx="508000" cy="508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8" name="object 8"/>
            <p:cNvSpPr/>
            <p:nvPr/>
          </p:nvSpPr>
          <p:spPr>
            <a:xfrm>
              <a:off x="13220700" y="40005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101600" y="0"/>
                  </a:move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406400"/>
                  </a:lnTo>
                  <a:lnTo>
                    <a:pt x="7984" y="445947"/>
                  </a:lnTo>
                  <a:lnTo>
                    <a:pt x="29757" y="478242"/>
                  </a:lnTo>
                  <a:lnTo>
                    <a:pt x="62052" y="500015"/>
                  </a:lnTo>
                  <a:lnTo>
                    <a:pt x="101600" y="508000"/>
                  </a:lnTo>
                  <a:lnTo>
                    <a:pt x="101600" y="495300"/>
                  </a:lnTo>
                  <a:lnTo>
                    <a:pt x="66996" y="488313"/>
                  </a:lnTo>
                  <a:lnTo>
                    <a:pt x="38738" y="469261"/>
                  </a:lnTo>
                  <a:lnTo>
                    <a:pt x="19686" y="441003"/>
                  </a:lnTo>
                  <a:lnTo>
                    <a:pt x="12700" y="406400"/>
                  </a:lnTo>
                  <a:lnTo>
                    <a:pt x="12700" y="101600"/>
                  </a:lnTo>
                  <a:lnTo>
                    <a:pt x="19686" y="66996"/>
                  </a:lnTo>
                  <a:lnTo>
                    <a:pt x="38738" y="38738"/>
                  </a:lnTo>
                  <a:lnTo>
                    <a:pt x="66996" y="19686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08000" h="508000">
                  <a:moveTo>
                    <a:pt x="406400" y="495300"/>
                  </a:moveTo>
                  <a:lnTo>
                    <a:pt x="101600" y="495300"/>
                  </a:lnTo>
                  <a:lnTo>
                    <a:pt x="101600" y="508000"/>
                  </a:lnTo>
                  <a:lnTo>
                    <a:pt x="406400" y="508000"/>
                  </a:lnTo>
                  <a:lnTo>
                    <a:pt x="406400" y="49530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406400" y="12700"/>
                  </a:lnTo>
                  <a:lnTo>
                    <a:pt x="441003" y="19686"/>
                  </a:lnTo>
                  <a:lnTo>
                    <a:pt x="469261" y="38738"/>
                  </a:lnTo>
                  <a:lnTo>
                    <a:pt x="488313" y="66996"/>
                  </a:lnTo>
                  <a:lnTo>
                    <a:pt x="495300" y="101600"/>
                  </a:lnTo>
                  <a:lnTo>
                    <a:pt x="495300" y="406400"/>
                  </a:lnTo>
                  <a:lnTo>
                    <a:pt x="488313" y="441003"/>
                  </a:lnTo>
                  <a:lnTo>
                    <a:pt x="469261" y="469261"/>
                  </a:lnTo>
                  <a:lnTo>
                    <a:pt x="441003" y="488313"/>
                  </a:lnTo>
                  <a:lnTo>
                    <a:pt x="406400" y="495300"/>
                  </a:lnTo>
                  <a:lnTo>
                    <a:pt x="406400" y="508000"/>
                  </a:lnTo>
                  <a:lnTo>
                    <a:pt x="445947" y="500015"/>
                  </a:lnTo>
                  <a:lnTo>
                    <a:pt x="478242" y="478242"/>
                  </a:lnTo>
                  <a:lnTo>
                    <a:pt x="500015" y="445947"/>
                  </a:lnTo>
                  <a:lnTo>
                    <a:pt x="508000" y="406400"/>
                  </a:lnTo>
                  <a:lnTo>
                    <a:pt x="508000" y="101600"/>
                  </a:lnTo>
                  <a:lnTo>
                    <a:pt x="500015" y="62052"/>
                  </a:lnTo>
                  <a:lnTo>
                    <a:pt x="478242" y="29757"/>
                  </a:lnTo>
                  <a:lnTo>
                    <a:pt x="445947" y="7984"/>
                  </a:lnTo>
                  <a:lnTo>
                    <a:pt x="406400" y="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406400" y="127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42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9" name="object 9"/>
          <p:cNvSpPr/>
          <p:nvPr/>
        </p:nvSpPr>
        <p:spPr>
          <a:xfrm>
            <a:off x="3655031" y="981566"/>
            <a:ext cx="4791485" cy="35038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0" name="object 10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1989332" y="4201541"/>
            <a:ext cx="3442553" cy="4517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2" name="object 12"/>
          <p:cNvSpPr/>
          <p:nvPr/>
        </p:nvSpPr>
        <p:spPr>
          <a:xfrm>
            <a:off x="1989332" y="2511889"/>
            <a:ext cx="3442553" cy="7409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3" name="object 13"/>
          <p:cNvSpPr/>
          <p:nvPr/>
        </p:nvSpPr>
        <p:spPr>
          <a:xfrm>
            <a:off x="2096115" y="3918975"/>
            <a:ext cx="978553" cy="213691"/>
          </a:xfrm>
          <a:custGeom>
            <a:avLst/>
            <a:gdLst/>
            <a:ahLst/>
            <a:cxnLst/>
            <a:rect l="l" t="t" r="r" b="b"/>
            <a:pathLst>
              <a:path w="1375410" h="300354">
                <a:moveTo>
                  <a:pt x="42718" y="0"/>
                </a:moveTo>
                <a:lnTo>
                  <a:pt x="0" y="0"/>
                </a:lnTo>
                <a:lnTo>
                  <a:pt x="0" y="295563"/>
                </a:lnTo>
                <a:lnTo>
                  <a:pt x="33481" y="295563"/>
                </a:lnTo>
                <a:lnTo>
                  <a:pt x="33481" y="71004"/>
                </a:lnTo>
                <a:lnTo>
                  <a:pt x="71788" y="71004"/>
                </a:lnTo>
                <a:lnTo>
                  <a:pt x="42718" y="0"/>
                </a:lnTo>
                <a:close/>
              </a:path>
              <a:path w="1375410" h="300354">
                <a:moveTo>
                  <a:pt x="71788" y="71004"/>
                </a:moveTo>
                <a:lnTo>
                  <a:pt x="36368" y="71004"/>
                </a:lnTo>
                <a:lnTo>
                  <a:pt x="128731" y="295563"/>
                </a:lnTo>
                <a:lnTo>
                  <a:pt x="161059" y="295563"/>
                </a:lnTo>
                <a:lnTo>
                  <a:pt x="181716" y="245340"/>
                </a:lnTo>
                <a:lnTo>
                  <a:pt x="143163" y="245340"/>
                </a:lnTo>
                <a:lnTo>
                  <a:pt x="71788" y="71004"/>
                </a:lnTo>
                <a:close/>
              </a:path>
              <a:path w="1375410" h="300354">
                <a:moveTo>
                  <a:pt x="289790" y="71004"/>
                </a:moveTo>
                <a:lnTo>
                  <a:pt x="256309" y="71004"/>
                </a:lnTo>
                <a:lnTo>
                  <a:pt x="256309" y="295563"/>
                </a:lnTo>
                <a:lnTo>
                  <a:pt x="289790" y="295563"/>
                </a:lnTo>
                <a:lnTo>
                  <a:pt x="289790" y="71004"/>
                </a:lnTo>
                <a:close/>
              </a:path>
              <a:path w="1375410" h="300354">
                <a:moveTo>
                  <a:pt x="289790" y="0"/>
                </a:moveTo>
                <a:lnTo>
                  <a:pt x="247072" y="0"/>
                </a:lnTo>
                <a:lnTo>
                  <a:pt x="146627" y="245340"/>
                </a:lnTo>
                <a:lnTo>
                  <a:pt x="181716" y="245340"/>
                </a:lnTo>
                <a:lnTo>
                  <a:pt x="253422" y="71004"/>
                </a:lnTo>
                <a:lnTo>
                  <a:pt x="289790" y="71004"/>
                </a:lnTo>
                <a:lnTo>
                  <a:pt x="289790" y="0"/>
                </a:lnTo>
                <a:close/>
              </a:path>
              <a:path w="1375410" h="300354">
                <a:moveTo>
                  <a:pt x="446989" y="71004"/>
                </a:moveTo>
                <a:lnTo>
                  <a:pt x="406102" y="79041"/>
                </a:lnTo>
                <a:lnTo>
                  <a:pt x="374253" y="102465"/>
                </a:lnTo>
                <a:lnTo>
                  <a:pt x="353606" y="138879"/>
                </a:lnTo>
                <a:lnTo>
                  <a:pt x="346544" y="185881"/>
                </a:lnTo>
                <a:lnTo>
                  <a:pt x="347328" y="202514"/>
                </a:lnTo>
                <a:lnTo>
                  <a:pt x="359099" y="245918"/>
                </a:lnTo>
                <a:lnTo>
                  <a:pt x="383669" y="278038"/>
                </a:lnTo>
                <a:lnTo>
                  <a:pt x="418811" y="296609"/>
                </a:lnTo>
                <a:lnTo>
                  <a:pt x="446989" y="300181"/>
                </a:lnTo>
                <a:lnTo>
                  <a:pt x="461529" y="299288"/>
                </a:lnTo>
                <a:lnTo>
                  <a:pt x="499521" y="285894"/>
                </a:lnTo>
                <a:lnTo>
                  <a:pt x="518810" y="269586"/>
                </a:lnTo>
                <a:lnTo>
                  <a:pt x="446989" y="269586"/>
                </a:lnTo>
                <a:lnTo>
                  <a:pt x="436093" y="268855"/>
                </a:lnTo>
                <a:lnTo>
                  <a:pt x="396658" y="244366"/>
                </a:lnTo>
                <a:lnTo>
                  <a:pt x="382371" y="207313"/>
                </a:lnTo>
                <a:lnTo>
                  <a:pt x="380603" y="185881"/>
                </a:lnTo>
                <a:lnTo>
                  <a:pt x="381045" y="174958"/>
                </a:lnTo>
                <a:lnTo>
                  <a:pt x="391688" y="135325"/>
                </a:lnTo>
                <a:lnTo>
                  <a:pt x="426207" y="104558"/>
                </a:lnTo>
                <a:lnTo>
                  <a:pt x="446989" y="101599"/>
                </a:lnTo>
                <a:lnTo>
                  <a:pt x="518776" y="101599"/>
                </a:lnTo>
                <a:lnTo>
                  <a:pt x="510218" y="93157"/>
                </a:lnTo>
                <a:lnTo>
                  <a:pt x="499521" y="85292"/>
                </a:lnTo>
                <a:lnTo>
                  <a:pt x="487795" y="79041"/>
                </a:lnTo>
                <a:lnTo>
                  <a:pt x="475131" y="74576"/>
                </a:lnTo>
                <a:lnTo>
                  <a:pt x="461529" y="71897"/>
                </a:lnTo>
                <a:lnTo>
                  <a:pt x="446989" y="71004"/>
                </a:lnTo>
                <a:close/>
              </a:path>
              <a:path w="1375410" h="300354">
                <a:moveTo>
                  <a:pt x="518776" y="101599"/>
                </a:moveTo>
                <a:lnTo>
                  <a:pt x="446989" y="101599"/>
                </a:lnTo>
                <a:lnTo>
                  <a:pt x="457885" y="102339"/>
                </a:lnTo>
                <a:lnTo>
                  <a:pt x="467771" y="104558"/>
                </a:lnTo>
                <a:lnTo>
                  <a:pt x="502290" y="135325"/>
                </a:lnTo>
                <a:lnTo>
                  <a:pt x="512933" y="174958"/>
                </a:lnTo>
                <a:lnTo>
                  <a:pt x="513375" y="185881"/>
                </a:lnTo>
                <a:lnTo>
                  <a:pt x="512933" y="196795"/>
                </a:lnTo>
                <a:lnTo>
                  <a:pt x="502290" y="236221"/>
                </a:lnTo>
                <a:lnTo>
                  <a:pt x="467771" y="266663"/>
                </a:lnTo>
                <a:lnTo>
                  <a:pt x="446989" y="269586"/>
                </a:lnTo>
                <a:lnTo>
                  <a:pt x="518810" y="269586"/>
                </a:lnTo>
                <a:lnTo>
                  <a:pt x="540291" y="232532"/>
                </a:lnTo>
                <a:lnTo>
                  <a:pt x="547434" y="185881"/>
                </a:lnTo>
                <a:lnTo>
                  <a:pt x="546641" y="169113"/>
                </a:lnTo>
                <a:lnTo>
                  <a:pt x="534734" y="125412"/>
                </a:lnTo>
                <a:lnTo>
                  <a:pt x="519653" y="102465"/>
                </a:lnTo>
                <a:lnTo>
                  <a:pt x="518776" y="101599"/>
                </a:lnTo>
                <a:close/>
              </a:path>
              <a:path w="1375410" h="300354">
                <a:moveTo>
                  <a:pt x="683707" y="71004"/>
                </a:moveTo>
                <a:lnTo>
                  <a:pt x="645445" y="78878"/>
                </a:lnTo>
                <a:lnTo>
                  <a:pt x="607588" y="112577"/>
                </a:lnTo>
                <a:lnTo>
                  <a:pt x="592029" y="152688"/>
                </a:lnTo>
                <a:lnTo>
                  <a:pt x="589034" y="185304"/>
                </a:lnTo>
                <a:lnTo>
                  <a:pt x="589783" y="202325"/>
                </a:lnTo>
                <a:lnTo>
                  <a:pt x="601013" y="246351"/>
                </a:lnTo>
                <a:lnTo>
                  <a:pt x="624176" y="278389"/>
                </a:lnTo>
                <a:lnTo>
                  <a:pt x="669681" y="299306"/>
                </a:lnTo>
                <a:lnTo>
                  <a:pt x="683130" y="300181"/>
                </a:lnTo>
                <a:lnTo>
                  <a:pt x="693277" y="299739"/>
                </a:lnTo>
                <a:lnTo>
                  <a:pt x="728698" y="285425"/>
                </a:lnTo>
                <a:lnTo>
                  <a:pt x="742462" y="269586"/>
                </a:lnTo>
                <a:lnTo>
                  <a:pt x="687748" y="269586"/>
                </a:lnTo>
                <a:lnTo>
                  <a:pt x="677501" y="268882"/>
                </a:lnTo>
                <a:lnTo>
                  <a:pt x="639401" y="244980"/>
                </a:lnTo>
                <a:lnTo>
                  <a:pt x="624897" y="207313"/>
                </a:lnTo>
                <a:lnTo>
                  <a:pt x="623093" y="184727"/>
                </a:lnTo>
                <a:lnTo>
                  <a:pt x="623535" y="173326"/>
                </a:lnTo>
                <a:lnTo>
                  <a:pt x="634215" y="133629"/>
                </a:lnTo>
                <a:lnTo>
                  <a:pt x="667904" y="104378"/>
                </a:lnTo>
                <a:lnTo>
                  <a:pt x="687748" y="101599"/>
                </a:lnTo>
                <a:lnTo>
                  <a:pt x="742666" y="101599"/>
                </a:lnTo>
                <a:lnTo>
                  <a:pt x="741771" y="100349"/>
                </a:lnTo>
                <a:lnTo>
                  <a:pt x="737249" y="94384"/>
                </a:lnTo>
                <a:lnTo>
                  <a:pt x="732823" y="88322"/>
                </a:lnTo>
                <a:lnTo>
                  <a:pt x="726377" y="82934"/>
                </a:lnTo>
                <a:lnTo>
                  <a:pt x="717910" y="78220"/>
                </a:lnTo>
                <a:lnTo>
                  <a:pt x="711064" y="75063"/>
                </a:lnTo>
                <a:lnTo>
                  <a:pt x="703082" y="72808"/>
                </a:lnTo>
                <a:lnTo>
                  <a:pt x="693962" y="71455"/>
                </a:lnTo>
                <a:lnTo>
                  <a:pt x="683707" y="71004"/>
                </a:lnTo>
                <a:close/>
              </a:path>
              <a:path w="1375410" h="300354">
                <a:moveTo>
                  <a:pt x="784730" y="261504"/>
                </a:moveTo>
                <a:lnTo>
                  <a:pt x="751825" y="261504"/>
                </a:lnTo>
                <a:lnTo>
                  <a:pt x="751825" y="295563"/>
                </a:lnTo>
                <a:lnTo>
                  <a:pt x="784730" y="295563"/>
                </a:lnTo>
                <a:lnTo>
                  <a:pt x="784730" y="261504"/>
                </a:lnTo>
                <a:close/>
              </a:path>
              <a:path w="1375410" h="300354">
                <a:moveTo>
                  <a:pt x="742666" y="101599"/>
                </a:moveTo>
                <a:lnTo>
                  <a:pt x="687748" y="101599"/>
                </a:lnTo>
                <a:lnTo>
                  <a:pt x="697724" y="102258"/>
                </a:lnTo>
                <a:lnTo>
                  <a:pt x="706870" y="104233"/>
                </a:lnTo>
                <a:lnTo>
                  <a:pt x="739991" y="132429"/>
                </a:lnTo>
                <a:lnTo>
                  <a:pt x="750797" y="172703"/>
                </a:lnTo>
                <a:lnTo>
                  <a:pt x="751248" y="184727"/>
                </a:lnTo>
                <a:lnTo>
                  <a:pt x="750788" y="196913"/>
                </a:lnTo>
                <a:lnTo>
                  <a:pt x="739784" y="238043"/>
                </a:lnTo>
                <a:lnTo>
                  <a:pt x="706653" y="266916"/>
                </a:lnTo>
                <a:lnTo>
                  <a:pt x="687748" y="269586"/>
                </a:lnTo>
                <a:lnTo>
                  <a:pt x="742462" y="269586"/>
                </a:lnTo>
                <a:lnTo>
                  <a:pt x="745283" y="265545"/>
                </a:lnTo>
                <a:lnTo>
                  <a:pt x="747784" y="261504"/>
                </a:lnTo>
                <a:lnTo>
                  <a:pt x="784730" y="261504"/>
                </a:lnTo>
                <a:lnTo>
                  <a:pt x="784730" y="109104"/>
                </a:lnTo>
                <a:lnTo>
                  <a:pt x="747784" y="109104"/>
                </a:lnTo>
                <a:lnTo>
                  <a:pt x="745283" y="105256"/>
                </a:lnTo>
                <a:lnTo>
                  <a:pt x="742666" y="101599"/>
                </a:lnTo>
                <a:close/>
              </a:path>
              <a:path w="1375410" h="300354">
                <a:moveTo>
                  <a:pt x="784730" y="0"/>
                </a:moveTo>
                <a:lnTo>
                  <a:pt x="750671" y="0"/>
                </a:lnTo>
                <a:lnTo>
                  <a:pt x="750671" y="109104"/>
                </a:lnTo>
                <a:lnTo>
                  <a:pt x="784730" y="109104"/>
                </a:lnTo>
                <a:lnTo>
                  <a:pt x="784730" y="0"/>
                </a:lnTo>
                <a:close/>
              </a:path>
              <a:path w="1375410" h="300354">
                <a:moveTo>
                  <a:pt x="941315" y="71004"/>
                </a:moveTo>
                <a:lnTo>
                  <a:pt x="900509" y="79284"/>
                </a:lnTo>
                <a:lnTo>
                  <a:pt x="868867" y="103187"/>
                </a:lnTo>
                <a:lnTo>
                  <a:pt x="848428" y="139916"/>
                </a:lnTo>
                <a:lnTo>
                  <a:pt x="841447" y="186459"/>
                </a:lnTo>
                <a:lnTo>
                  <a:pt x="842222" y="202965"/>
                </a:lnTo>
                <a:lnTo>
                  <a:pt x="853858" y="246206"/>
                </a:lnTo>
                <a:lnTo>
                  <a:pt x="878618" y="278191"/>
                </a:lnTo>
                <a:lnTo>
                  <a:pt x="914941" y="296646"/>
                </a:lnTo>
                <a:lnTo>
                  <a:pt x="944778" y="300181"/>
                </a:lnTo>
                <a:lnTo>
                  <a:pt x="955756" y="299748"/>
                </a:lnTo>
                <a:lnTo>
                  <a:pt x="993991" y="289376"/>
                </a:lnTo>
                <a:lnTo>
                  <a:pt x="1019122" y="269586"/>
                </a:lnTo>
                <a:lnTo>
                  <a:pt x="944778" y="269586"/>
                </a:lnTo>
                <a:lnTo>
                  <a:pt x="934775" y="269027"/>
                </a:lnTo>
                <a:lnTo>
                  <a:pt x="894664" y="249490"/>
                </a:lnTo>
                <a:lnTo>
                  <a:pt x="877671" y="214853"/>
                </a:lnTo>
                <a:lnTo>
                  <a:pt x="875713" y="196272"/>
                </a:lnTo>
                <a:lnTo>
                  <a:pt x="865692" y="196272"/>
                </a:lnTo>
                <a:lnTo>
                  <a:pt x="865692" y="166831"/>
                </a:lnTo>
                <a:lnTo>
                  <a:pt x="875792" y="166831"/>
                </a:lnTo>
                <a:lnTo>
                  <a:pt x="876002" y="163007"/>
                </a:lnTo>
                <a:lnTo>
                  <a:pt x="893076" y="123175"/>
                </a:lnTo>
                <a:lnTo>
                  <a:pt x="931483" y="102231"/>
                </a:lnTo>
                <a:lnTo>
                  <a:pt x="941315" y="101599"/>
                </a:lnTo>
                <a:lnTo>
                  <a:pt x="1011997" y="101599"/>
                </a:lnTo>
                <a:lnTo>
                  <a:pt x="1006258" y="95538"/>
                </a:lnTo>
                <a:lnTo>
                  <a:pt x="967049" y="74251"/>
                </a:lnTo>
                <a:lnTo>
                  <a:pt x="949947" y="71365"/>
                </a:lnTo>
                <a:lnTo>
                  <a:pt x="941315" y="71004"/>
                </a:lnTo>
                <a:close/>
              </a:path>
              <a:path w="1375410" h="300354">
                <a:moveTo>
                  <a:pt x="1000197" y="234949"/>
                </a:moveTo>
                <a:lnTo>
                  <a:pt x="961808" y="268335"/>
                </a:lnTo>
                <a:lnTo>
                  <a:pt x="953726" y="269586"/>
                </a:lnTo>
                <a:lnTo>
                  <a:pt x="1019122" y="269586"/>
                </a:lnTo>
                <a:lnTo>
                  <a:pt x="1021330" y="267024"/>
                </a:lnTo>
                <a:lnTo>
                  <a:pt x="1026138" y="259917"/>
                </a:lnTo>
                <a:lnTo>
                  <a:pt x="1030061" y="252304"/>
                </a:lnTo>
                <a:lnTo>
                  <a:pt x="1033101" y="244186"/>
                </a:lnTo>
                <a:lnTo>
                  <a:pt x="1000197" y="234949"/>
                </a:lnTo>
                <a:close/>
              </a:path>
              <a:path w="1375410" h="300354">
                <a:moveTo>
                  <a:pt x="875792" y="166831"/>
                </a:moveTo>
                <a:lnTo>
                  <a:pt x="865692" y="166831"/>
                </a:lnTo>
                <a:lnTo>
                  <a:pt x="865692" y="196272"/>
                </a:lnTo>
                <a:lnTo>
                  <a:pt x="875713" y="196272"/>
                </a:lnTo>
                <a:lnTo>
                  <a:pt x="875506" y="191654"/>
                </a:lnTo>
                <a:lnTo>
                  <a:pt x="875621" y="169934"/>
                </a:lnTo>
                <a:lnTo>
                  <a:pt x="875792" y="166831"/>
                </a:lnTo>
                <a:close/>
              </a:path>
              <a:path w="1375410" h="300354">
                <a:moveTo>
                  <a:pt x="1011997" y="101599"/>
                </a:moveTo>
                <a:lnTo>
                  <a:pt x="941315" y="101599"/>
                </a:lnTo>
                <a:lnTo>
                  <a:pt x="950245" y="102132"/>
                </a:lnTo>
                <a:lnTo>
                  <a:pt x="958561" y="103728"/>
                </a:lnTo>
                <a:lnTo>
                  <a:pt x="990373" y="126422"/>
                </a:lnTo>
                <a:lnTo>
                  <a:pt x="1001928" y="166831"/>
                </a:lnTo>
                <a:lnTo>
                  <a:pt x="875792" y="166831"/>
                </a:lnTo>
                <a:lnTo>
                  <a:pt x="875621" y="169934"/>
                </a:lnTo>
                <a:lnTo>
                  <a:pt x="875506" y="191654"/>
                </a:lnTo>
                <a:lnTo>
                  <a:pt x="875713" y="196272"/>
                </a:lnTo>
                <a:lnTo>
                  <a:pt x="1036565" y="196272"/>
                </a:lnTo>
                <a:lnTo>
                  <a:pt x="1036565" y="181840"/>
                </a:lnTo>
                <a:lnTo>
                  <a:pt x="1036038" y="166831"/>
                </a:lnTo>
                <a:lnTo>
                  <a:pt x="1023874" y="119513"/>
                </a:lnTo>
                <a:lnTo>
                  <a:pt x="1012834" y="102483"/>
                </a:lnTo>
                <a:lnTo>
                  <a:pt x="1011997" y="101599"/>
                </a:lnTo>
                <a:close/>
              </a:path>
              <a:path w="1375410" h="300354">
                <a:moveTo>
                  <a:pt x="1122434" y="0"/>
                </a:moveTo>
                <a:lnTo>
                  <a:pt x="1088375" y="0"/>
                </a:lnTo>
                <a:lnTo>
                  <a:pt x="1088375" y="295563"/>
                </a:lnTo>
                <a:lnTo>
                  <a:pt x="1122434" y="295563"/>
                </a:lnTo>
                <a:lnTo>
                  <a:pt x="1122434" y="0"/>
                </a:lnTo>
                <a:close/>
              </a:path>
              <a:path w="1375410" h="300354">
                <a:moveTo>
                  <a:pt x="1274870" y="71004"/>
                </a:moveTo>
                <a:lnTo>
                  <a:pt x="1233983" y="79041"/>
                </a:lnTo>
                <a:lnTo>
                  <a:pt x="1202134" y="102465"/>
                </a:lnTo>
                <a:lnTo>
                  <a:pt x="1181487" y="138879"/>
                </a:lnTo>
                <a:lnTo>
                  <a:pt x="1174425" y="185881"/>
                </a:lnTo>
                <a:lnTo>
                  <a:pt x="1175209" y="202514"/>
                </a:lnTo>
                <a:lnTo>
                  <a:pt x="1186980" y="245918"/>
                </a:lnTo>
                <a:lnTo>
                  <a:pt x="1211551" y="278038"/>
                </a:lnTo>
                <a:lnTo>
                  <a:pt x="1246692" y="296609"/>
                </a:lnTo>
                <a:lnTo>
                  <a:pt x="1274870" y="300181"/>
                </a:lnTo>
                <a:lnTo>
                  <a:pt x="1289410" y="299288"/>
                </a:lnTo>
                <a:lnTo>
                  <a:pt x="1327402" y="285894"/>
                </a:lnTo>
                <a:lnTo>
                  <a:pt x="1346691" y="269586"/>
                </a:lnTo>
                <a:lnTo>
                  <a:pt x="1274870" y="269586"/>
                </a:lnTo>
                <a:lnTo>
                  <a:pt x="1263974" y="268855"/>
                </a:lnTo>
                <a:lnTo>
                  <a:pt x="1224539" y="244366"/>
                </a:lnTo>
                <a:lnTo>
                  <a:pt x="1210252" y="207313"/>
                </a:lnTo>
                <a:lnTo>
                  <a:pt x="1208484" y="185881"/>
                </a:lnTo>
                <a:lnTo>
                  <a:pt x="1208926" y="174958"/>
                </a:lnTo>
                <a:lnTo>
                  <a:pt x="1219569" y="135325"/>
                </a:lnTo>
                <a:lnTo>
                  <a:pt x="1254088" y="104558"/>
                </a:lnTo>
                <a:lnTo>
                  <a:pt x="1274870" y="101599"/>
                </a:lnTo>
                <a:lnTo>
                  <a:pt x="1346657" y="101599"/>
                </a:lnTo>
                <a:lnTo>
                  <a:pt x="1338100" y="93157"/>
                </a:lnTo>
                <a:lnTo>
                  <a:pt x="1327402" y="85292"/>
                </a:lnTo>
                <a:lnTo>
                  <a:pt x="1315676" y="79041"/>
                </a:lnTo>
                <a:lnTo>
                  <a:pt x="1303012" y="74576"/>
                </a:lnTo>
                <a:lnTo>
                  <a:pt x="1289410" y="71897"/>
                </a:lnTo>
                <a:lnTo>
                  <a:pt x="1274870" y="71004"/>
                </a:lnTo>
                <a:close/>
              </a:path>
              <a:path w="1375410" h="300354">
                <a:moveTo>
                  <a:pt x="1346657" y="101599"/>
                </a:moveTo>
                <a:lnTo>
                  <a:pt x="1274870" y="101599"/>
                </a:lnTo>
                <a:lnTo>
                  <a:pt x="1285766" y="102339"/>
                </a:lnTo>
                <a:lnTo>
                  <a:pt x="1295652" y="104558"/>
                </a:lnTo>
                <a:lnTo>
                  <a:pt x="1330171" y="135325"/>
                </a:lnTo>
                <a:lnTo>
                  <a:pt x="1340815" y="174958"/>
                </a:lnTo>
                <a:lnTo>
                  <a:pt x="1341257" y="185881"/>
                </a:lnTo>
                <a:lnTo>
                  <a:pt x="1340815" y="196795"/>
                </a:lnTo>
                <a:lnTo>
                  <a:pt x="1330171" y="236221"/>
                </a:lnTo>
                <a:lnTo>
                  <a:pt x="1295652" y="266663"/>
                </a:lnTo>
                <a:lnTo>
                  <a:pt x="1274870" y="269586"/>
                </a:lnTo>
                <a:lnTo>
                  <a:pt x="1346691" y="269586"/>
                </a:lnTo>
                <a:lnTo>
                  <a:pt x="1368172" y="232532"/>
                </a:lnTo>
                <a:lnTo>
                  <a:pt x="1375316" y="185881"/>
                </a:lnTo>
                <a:lnTo>
                  <a:pt x="1374522" y="169113"/>
                </a:lnTo>
                <a:lnTo>
                  <a:pt x="1362616" y="125412"/>
                </a:lnTo>
                <a:lnTo>
                  <a:pt x="1347534" y="102465"/>
                </a:lnTo>
                <a:lnTo>
                  <a:pt x="1346657" y="101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4" name="object 14"/>
          <p:cNvSpPr/>
          <p:nvPr/>
        </p:nvSpPr>
        <p:spPr>
          <a:xfrm>
            <a:off x="9781066" y="2981739"/>
            <a:ext cx="156767" cy="135534"/>
          </a:xfrm>
          <a:custGeom>
            <a:avLst/>
            <a:gdLst/>
            <a:ahLst/>
            <a:cxnLst/>
            <a:rect l="l" t="t" r="r" b="b"/>
            <a:pathLst>
              <a:path w="220344" h="190500">
                <a:moveTo>
                  <a:pt x="109985" y="190500"/>
                </a:moveTo>
                <a:lnTo>
                  <a:pt x="219970" y="0"/>
                </a:lnTo>
                <a:lnTo>
                  <a:pt x="0" y="0"/>
                </a:lnTo>
                <a:lnTo>
                  <a:pt x="10998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5" name="object 15"/>
          <p:cNvSpPr/>
          <p:nvPr/>
        </p:nvSpPr>
        <p:spPr>
          <a:xfrm>
            <a:off x="3091672" y="5493629"/>
            <a:ext cx="1879399" cy="5240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6" name="object 16"/>
          <p:cNvSpPr/>
          <p:nvPr/>
        </p:nvSpPr>
        <p:spPr>
          <a:xfrm>
            <a:off x="3127814" y="5493628"/>
            <a:ext cx="1807115" cy="4517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7" name="object 17"/>
          <p:cNvSpPr/>
          <p:nvPr/>
        </p:nvSpPr>
        <p:spPr>
          <a:xfrm>
            <a:off x="7139609" y="5493629"/>
            <a:ext cx="1879399" cy="5240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8" name="object 18"/>
          <p:cNvSpPr/>
          <p:nvPr/>
        </p:nvSpPr>
        <p:spPr>
          <a:xfrm>
            <a:off x="7175751" y="5493628"/>
            <a:ext cx="1807115" cy="451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9" name="object 19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0" name="object 20"/>
          <p:cNvSpPr/>
          <p:nvPr/>
        </p:nvSpPr>
        <p:spPr>
          <a:xfrm>
            <a:off x="9508674" y="575812"/>
            <a:ext cx="1260010" cy="214143"/>
          </a:xfrm>
          <a:custGeom>
            <a:avLst/>
            <a:gdLst/>
            <a:ahLst/>
            <a:cxnLst/>
            <a:rect l="l" t="t" r="r" b="b"/>
            <a:pathLst>
              <a:path w="1771015" h="300990">
                <a:moveTo>
                  <a:pt x="35790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99736"/>
                </a:lnTo>
                <a:lnTo>
                  <a:pt x="72736" y="158172"/>
                </a:lnTo>
                <a:lnTo>
                  <a:pt x="113665" y="158172"/>
                </a:lnTo>
                <a:lnTo>
                  <a:pt x="104831" y="146627"/>
                </a:lnTo>
                <a:lnTo>
                  <a:pt x="35790" y="146627"/>
                </a:lnTo>
                <a:lnTo>
                  <a:pt x="35790" y="0"/>
                </a:lnTo>
                <a:close/>
              </a:path>
              <a:path w="1771015" h="300990">
                <a:moveTo>
                  <a:pt x="113665" y="158172"/>
                </a:moveTo>
                <a:lnTo>
                  <a:pt x="72736" y="158172"/>
                </a:lnTo>
                <a:lnTo>
                  <a:pt x="175490" y="295563"/>
                </a:lnTo>
                <a:lnTo>
                  <a:pt x="218786" y="295563"/>
                </a:lnTo>
                <a:lnTo>
                  <a:pt x="113665" y="158172"/>
                </a:lnTo>
                <a:close/>
              </a:path>
              <a:path w="1771015" h="300990">
                <a:moveTo>
                  <a:pt x="218786" y="0"/>
                </a:moveTo>
                <a:lnTo>
                  <a:pt x="172027" y="0"/>
                </a:lnTo>
                <a:lnTo>
                  <a:pt x="39254" y="146627"/>
                </a:lnTo>
                <a:lnTo>
                  <a:pt x="104831" y="146627"/>
                </a:lnTo>
                <a:lnTo>
                  <a:pt x="94672" y="133349"/>
                </a:lnTo>
                <a:lnTo>
                  <a:pt x="218786" y="0"/>
                </a:lnTo>
                <a:close/>
              </a:path>
              <a:path w="1771015" h="300990">
                <a:moveTo>
                  <a:pt x="414695" y="101022"/>
                </a:moveTo>
                <a:lnTo>
                  <a:pt x="346507" y="101022"/>
                </a:lnTo>
                <a:lnTo>
                  <a:pt x="357521" y="101762"/>
                </a:lnTo>
                <a:lnTo>
                  <a:pt x="367037" y="103981"/>
                </a:lnTo>
                <a:lnTo>
                  <a:pt x="392536" y="135965"/>
                </a:lnTo>
                <a:lnTo>
                  <a:pt x="393266" y="146049"/>
                </a:lnTo>
                <a:lnTo>
                  <a:pt x="393266" y="152688"/>
                </a:lnTo>
                <a:lnTo>
                  <a:pt x="391294" y="156537"/>
                </a:lnTo>
                <a:lnTo>
                  <a:pt x="387350" y="158749"/>
                </a:lnTo>
                <a:lnTo>
                  <a:pt x="383501" y="160962"/>
                </a:lnTo>
                <a:lnTo>
                  <a:pt x="377343" y="162550"/>
                </a:lnTo>
                <a:lnTo>
                  <a:pt x="362121" y="164243"/>
                </a:lnTo>
                <a:lnTo>
                  <a:pt x="336116" y="167409"/>
                </a:lnTo>
                <a:lnTo>
                  <a:pt x="297962" y="174769"/>
                </a:lnTo>
                <a:lnTo>
                  <a:pt x="261675" y="196092"/>
                </a:lnTo>
                <a:lnTo>
                  <a:pt x="250208" y="234372"/>
                </a:lnTo>
                <a:lnTo>
                  <a:pt x="250734" y="243067"/>
                </a:lnTo>
                <a:lnTo>
                  <a:pt x="272075" y="282971"/>
                </a:lnTo>
                <a:lnTo>
                  <a:pt x="315434" y="300262"/>
                </a:lnTo>
                <a:lnTo>
                  <a:pt x="325726" y="300759"/>
                </a:lnTo>
                <a:lnTo>
                  <a:pt x="335025" y="300398"/>
                </a:lnTo>
                <a:lnTo>
                  <a:pt x="375615" y="284947"/>
                </a:lnTo>
                <a:lnTo>
                  <a:pt x="389318" y="270163"/>
                </a:lnTo>
                <a:lnTo>
                  <a:pt x="330921" y="270163"/>
                </a:lnTo>
                <a:lnTo>
                  <a:pt x="321093" y="269586"/>
                </a:lnTo>
                <a:lnTo>
                  <a:pt x="287445" y="249959"/>
                </a:lnTo>
                <a:lnTo>
                  <a:pt x="284162" y="225713"/>
                </a:lnTo>
                <a:lnTo>
                  <a:pt x="286471" y="218882"/>
                </a:lnTo>
                <a:lnTo>
                  <a:pt x="321540" y="199123"/>
                </a:lnTo>
                <a:lnTo>
                  <a:pt x="348672" y="195118"/>
                </a:lnTo>
                <a:lnTo>
                  <a:pt x="354637" y="194348"/>
                </a:lnTo>
                <a:lnTo>
                  <a:pt x="391823" y="185881"/>
                </a:lnTo>
                <a:lnTo>
                  <a:pt x="393266" y="184149"/>
                </a:lnTo>
                <a:lnTo>
                  <a:pt x="427326" y="184149"/>
                </a:lnTo>
                <a:lnTo>
                  <a:pt x="427326" y="149513"/>
                </a:lnTo>
                <a:lnTo>
                  <a:pt x="426784" y="136976"/>
                </a:lnTo>
                <a:lnTo>
                  <a:pt x="425161" y="125773"/>
                </a:lnTo>
                <a:lnTo>
                  <a:pt x="422455" y="115905"/>
                </a:lnTo>
                <a:lnTo>
                  <a:pt x="418666" y="107372"/>
                </a:lnTo>
                <a:lnTo>
                  <a:pt x="414695" y="101022"/>
                </a:lnTo>
                <a:close/>
              </a:path>
              <a:path w="1771015" h="300990">
                <a:moveTo>
                  <a:pt x="427326" y="265545"/>
                </a:moveTo>
                <a:lnTo>
                  <a:pt x="393266" y="265545"/>
                </a:lnTo>
                <a:lnTo>
                  <a:pt x="393266" y="295563"/>
                </a:lnTo>
                <a:lnTo>
                  <a:pt x="427326" y="295563"/>
                </a:lnTo>
                <a:lnTo>
                  <a:pt x="427326" y="265545"/>
                </a:lnTo>
                <a:close/>
              </a:path>
              <a:path w="1771015" h="300990">
                <a:moveTo>
                  <a:pt x="427326" y="184149"/>
                </a:moveTo>
                <a:lnTo>
                  <a:pt x="393266" y="184149"/>
                </a:lnTo>
                <a:lnTo>
                  <a:pt x="393262" y="215394"/>
                </a:lnTo>
                <a:lnTo>
                  <a:pt x="392815" y="222168"/>
                </a:lnTo>
                <a:lnTo>
                  <a:pt x="371547" y="257968"/>
                </a:lnTo>
                <a:lnTo>
                  <a:pt x="330921" y="270163"/>
                </a:lnTo>
                <a:lnTo>
                  <a:pt x="389318" y="270163"/>
                </a:lnTo>
                <a:lnTo>
                  <a:pt x="391535" y="265545"/>
                </a:lnTo>
                <a:lnTo>
                  <a:pt x="427326" y="265545"/>
                </a:lnTo>
                <a:lnTo>
                  <a:pt x="427326" y="184149"/>
                </a:lnTo>
                <a:close/>
              </a:path>
              <a:path w="1771015" h="300990">
                <a:moveTo>
                  <a:pt x="352473" y="71004"/>
                </a:moveTo>
                <a:lnTo>
                  <a:pt x="345353" y="71004"/>
                </a:lnTo>
                <a:lnTo>
                  <a:pt x="336946" y="71293"/>
                </a:lnTo>
                <a:lnTo>
                  <a:pt x="294769" y="81828"/>
                </a:lnTo>
                <a:lnTo>
                  <a:pt x="261143" y="113416"/>
                </a:lnTo>
                <a:lnTo>
                  <a:pt x="256453" y="122959"/>
                </a:lnTo>
                <a:lnTo>
                  <a:pt x="288780" y="134504"/>
                </a:lnTo>
                <a:lnTo>
                  <a:pt x="292108" y="128533"/>
                </a:lnTo>
                <a:lnTo>
                  <a:pt x="296465" y="122742"/>
                </a:lnTo>
                <a:lnTo>
                  <a:pt x="334971" y="101690"/>
                </a:lnTo>
                <a:lnTo>
                  <a:pt x="346507" y="101022"/>
                </a:lnTo>
                <a:lnTo>
                  <a:pt x="414695" y="101022"/>
                </a:lnTo>
                <a:lnTo>
                  <a:pt x="414057" y="100003"/>
                </a:lnTo>
                <a:lnTo>
                  <a:pt x="376823" y="75162"/>
                </a:lnTo>
                <a:lnTo>
                  <a:pt x="360651" y="71870"/>
                </a:lnTo>
                <a:lnTo>
                  <a:pt x="352473" y="71004"/>
                </a:lnTo>
                <a:close/>
              </a:path>
              <a:path w="1771015" h="300990">
                <a:moveTo>
                  <a:pt x="522395" y="73890"/>
                </a:moveTo>
                <a:lnTo>
                  <a:pt x="489491" y="73890"/>
                </a:lnTo>
                <a:lnTo>
                  <a:pt x="489491" y="295563"/>
                </a:lnTo>
                <a:lnTo>
                  <a:pt x="523550" y="295563"/>
                </a:lnTo>
                <a:lnTo>
                  <a:pt x="523550" y="155286"/>
                </a:lnTo>
                <a:lnTo>
                  <a:pt x="524001" y="147989"/>
                </a:lnTo>
                <a:lnTo>
                  <a:pt x="544728" y="113758"/>
                </a:lnTo>
                <a:lnTo>
                  <a:pt x="556749" y="107372"/>
                </a:lnTo>
                <a:lnTo>
                  <a:pt x="522395" y="107372"/>
                </a:lnTo>
                <a:lnTo>
                  <a:pt x="522395" y="73890"/>
                </a:lnTo>
                <a:close/>
              </a:path>
              <a:path w="1771015" h="300990">
                <a:moveTo>
                  <a:pt x="584933" y="70427"/>
                </a:moveTo>
                <a:lnTo>
                  <a:pt x="582432" y="70427"/>
                </a:lnTo>
                <a:lnTo>
                  <a:pt x="572726" y="71067"/>
                </a:lnTo>
                <a:lnTo>
                  <a:pt x="533219" y="92471"/>
                </a:lnTo>
                <a:lnTo>
                  <a:pt x="524704" y="107372"/>
                </a:lnTo>
                <a:lnTo>
                  <a:pt x="556749" y="107372"/>
                </a:lnTo>
                <a:lnTo>
                  <a:pt x="557248" y="107147"/>
                </a:lnTo>
                <a:lnTo>
                  <a:pt x="564247" y="105027"/>
                </a:lnTo>
                <a:lnTo>
                  <a:pt x="571680" y="103755"/>
                </a:lnTo>
                <a:lnTo>
                  <a:pt x="579545" y="103331"/>
                </a:lnTo>
                <a:lnTo>
                  <a:pt x="600327" y="103331"/>
                </a:lnTo>
                <a:lnTo>
                  <a:pt x="600327" y="71004"/>
                </a:lnTo>
                <a:lnTo>
                  <a:pt x="598403" y="70812"/>
                </a:lnTo>
                <a:lnTo>
                  <a:pt x="595565" y="70667"/>
                </a:lnTo>
                <a:lnTo>
                  <a:pt x="588060" y="70475"/>
                </a:lnTo>
                <a:lnTo>
                  <a:pt x="584933" y="70427"/>
                </a:lnTo>
                <a:close/>
              </a:path>
              <a:path w="1771015" h="300990">
                <a:moveTo>
                  <a:pt x="600327" y="103331"/>
                </a:moveTo>
                <a:lnTo>
                  <a:pt x="584067" y="103331"/>
                </a:lnTo>
                <a:lnTo>
                  <a:pt x="588349" y="103668"/>
                </a:lnTo>
                <a:lnTo>
                  <a:pt x="592390" y="104342"/>
                </a:lnTo>
                <a:lnTo>
                  <a:pt x="596527" y="104919"/>
                </a:lnTo>
                <a:lnTo>
                  <a:pt x="599173" y="105352"/>
                </a:lnTo>
                <a:lnTo>
                  <a:pt x="600327" y="105640"/>
                </a:lnTo>
                <a:lnTo>
                  <a:pt x="600327" y="103331"/>
                </a:lnTo>
                <a:close/>
              </a:path>
              <a:path w="1771015" h="300990">
                <a:moveTo>
                  <a:pt x="674759" y="0"/>
                </a:moveTo>
                <a:lnTo>
                  <a:pt x="640700" y="0"/>
                </a:lnTo>
                <a:lnTo>
                  <a:pt x="640700" y="295563"/>
                </a:lnTo>
                <a:lnTo>
                  <a:pt x="674759" y="295563"/>
                </a:lnTo>
                <a:lnTo>
                  <a:pt x="674759" y="0"/>
                </a:lnTo>
                <a:close/>
              </a:path>
              <a:path w="1771015" h="300990">
                <a:moveTo>
                  <a:pt x="898777" y="0"/>
                </a:moveTo>
                <a:lnTo>
                  <a:pt x="856059" y="0"/>
                </a:lnTo>
                <a:lnTo>
                  <a:pt x="856059" y="295563"/>
                </a:lnTo>
                <a:lnTo>
                  <a:pt x="889541" y="295563"/>
                </a:lnTo>
                <a:lnTo>
                  <a:pt x="889541" y="71004"/>
                </a:lnTo>
                <a:lnTo>
                  <a:pt x="927847" y="71004"/>
                </a:lnTo>
                <a:lnTo>
                  <a:pt x="898777" y="0"/>
                </a:lnTo>
                <a:close/>
              </a:path>
              <a:path w="1771015" h="300990">
                <a:moveTo>
                  <a:pt x="927847" y="71004"/>
                </a:moveTo>
                <a:lnTo>
                  <a:pt x="892427" y="71004"/>
                </a:lnTo>
                <a:lnTo>
                  <a:pt x="984791" y="295563"/>
                </a:lnTo>
                <a:lnTo>
                  <a:pt x="1017118" y="295563"/>
                </a:lnTo>
                <a:lnTo>
                  <a:pt x="1037775" y="245340"/>
                </a:lnTo>
                <a:lnTo>
                  <a:pt x="999223" y="245340"/>
                </a:lnTo>
                <a:lnTo>
                  <a:pt x="927847" y="71004"/>
                </a:lnTo>
                <a:close/>
              </a:path>
              <a:path w="1771015" h="300990">
                <a:moveTo>
                  <a:pt x="1145850" y="71004"/>
                </a:moveTo>
                <a:lnTo>
                  <a:pt x="1112368" y="71004"/>
                </a:lnTo>
                <a:lnTo>
                  <a:pt x="1112368" y="295563"/>
                </a:lnTo>
                <a:lnTo>
                  <a:pt x="1145850" y="295563"/>
                </a:lnTo>
                <a:lnTo>
                  <a:pt x="1145850" y="71004"/>
                </a:lnTo>
                <a:close/>
              </a:path>
              <a:path w="1771015" h="300990">
                <a:moveTo>
                  <a:pt x="1145850" y="0"/>
                </a:moveTo>
                <a:lnTo>
                  <a:pt x="1103132" y="0"/>
                </a:lnTo>
                <a:lnTo>
                  <a:pt x="1002686" y="245340"/>
                </a:lnTo>
                <a:lnTo>
                  <a:pt x="1037775" y="245340"/>
                </a:lnTo>
                <a:lnTo>
                  <a:pt x="1109482" y="71004"/>
                </a:lnTo>
                <a:lnTo>
                  <a:pt x="1145850" y="71004"/>
                </a:lnTo>
                <a:lnTo>
                  <a:pt x="1145850" y="0"/>
                </a:lnTo>
                <a:close/>
              </a:path>
              <a:path w="1771015" h="300990">
                <a:moveTo>
                  <a:pt x="1367195" y="101022"/>
                </a:moveTo>
                <a:lnTo>
                  <a:pt x="1299008" y="101022"/>
                </a:lnTo>
                <a:lnTo>
                  <a:pt x="1310021" y="101762"/>
                </a:lnTo>
                <a:lnTo>
                  <a:pt x="1319537" y="103981"/>
                </a:lnTo>
                <a:lnTo>
                  <a:pt x="1345036" y="135965"/>
                </a:lnTo>
                <a:lnTo>
                  <a:pt x="1345766" y="146049"/>
                </a:lnTo>
                <a:lnTo>
                  <a:pt x="1345766" y="152688"/>
                </a:lnTo>
                <a:lnTo>
                  <a:pt x="1343794" y="156537"/>
                </a:lnTo>
                <a:lnTo>
                  <a:pt x="1339849" y="158749"/>
                </a:lnTo>
                <a:lnTo>
                  <a:pt x="1336001" y="160962"/>
                </a:lnTo>
                <a:lnTo>
                  <a:pt x="1329843" y="162550"/>
                </a:lnTo>
                <a:lnTo>
                  <a:pt x="1314621" y="164243"/>
                </a:lnTo>
                <a:lnTo>
                  <a:pt x="1288616" y="167409"/>
                </a:lnTo>
                <a:lnTo>
                  <a:pt x="1250462" y="174769"/>
                </a:lnTo>
                <a:lnTo>
                  <a:pt x="1214175" y="196092"/>
                </a:lnTo>
                <a:lnTo>
                  <a:pt x="1202708" y="234372"/>
                </a:lnTo>
                <a:lnTo>
                  <a:pt x="1203234" y="243067"/>
                </a:lnTo>
                <a:lnTo>
                  <a:pt x="1224575" y="282971"/>
                </a:lnTo>
                <a:lnTo>
                  <a:pt x="1267934" y="300262"/>
                </a:lnTo>
                <a:lnTo>
                  <a:pt x="1278226" y="300759"/>
                </a:lnTo>
                <a:lnTo>
                  <a:pt x="1287525" y="300398"/>
                </a:lnTo>
                <a:lnTo>
                  <a:pt x="1328115" y="284947"/>
                </a:lnTo>
                <a:lnTo>
                  <a:pt x="1341818" y="270163"/>
                </a:lnTo>
                <a:lnTo>
                  <a:pt x="1283421" y="270163"/>
                </a:lnTo>
                <a:lnTo>
                  <a:pt x="1273593" y="269586"/>
                </a:lnTo>
                <a:lnTo>
                  <a:pt x="1239945" y="249959"/>
                </a:lnTo>
                <a:lnTo>
                  <a:pt x="1236662" y="225713"/>
                </a:lnTo>
                <a:lnTo>
                  <a:pt x="1238971" y="218882"/>
                </a:lnTo>
                <a:lnTo>
                  <a:pt x="1274040" y="199123"/>
                </a:lnTo>
                <a:lnTo>
                  <a:pt x="1301172" y="195118"/>
                </a:lnTo>
                <a:lnTo>
                  <a:pt x="1307137" y="194348"/>
                </a:lnTo>
                <a:lnTo>
                  <a:pt x="1344323" y="185881"/>
                </a:lnTo>
                <a:lnTo>
                  <a:pt x="1345766" y="184149"/>
                </a:lnTo>
                <a:lnTo>
                  <a:pt x="1379826" y="184149"/>
                </a:lnTo>
                <a:lnTo>
                  <a:pt x="1379826" y="149513"/>
                </a:lnTo>
                <a:lnTo>
                  <a:pt x="1379284" y="136976"/>
                </a:lnTo>
                <a:lnTo>
                  <a:pt x="1377661" y="125773"/>
                </a:lnTo>
                <a:lnTo>
                  <a:pt x="1374955" y="115905"/>
                </a:lnTo>
                <a:lnTo>
                  <a:pt x="1371166" y="107372"/>
                </a:lnTo>
                <a:lnTo>
                  <a:pt x="1367195" y="101022"/>
                </a:lnTo>
                <a:close/>
              </a:path>
              <a:path w="1771015" h="300990">
                <a:moveTo>
                  <a:pt x="1379826" y="265545"/>
                </a:moveTo>
                <a:lnTo>
                  <a:pt x="1345766" y="265545"/>
                </a:lnTo>
                <a:lnTo>
                  <a:pt x="1345766" y="295563"/>
                </a:lnTo>
                <a:lnTo>
                  <a:pt x="1379826" y="295563"/>
                </a:lnTo>
                <a:lnTo>
                  <a:pt x="1379826" y="265545"/>
                </a:lnTo>
                <a:close/>
              </a:path>
              <a:path w="1771015" h="300990">
                <a:moveTo>
                  <a:pt x="1379826" y="184149"/>
                </a:moveTo>
                <a:lnTo>
                  <a:pt x="1345766" y="184149"/>
                </a:lnTo>
                <a:lnTo>
                  <a:pt x="1345762" y="215394"/>
                </a:lnTo>
                <a:lnTo>
                  <a:pt x="1345315" y="222168"/>
                </a:lnTo>
                <a:lnTo>
                  <a:pt x="1324047" y="257968"/>
                </a:lnTo>
                <a:lnTo>
                  <a:pt x="1283421" y="270163"/>
                </a:lnTo>
                <a:lnTo>
                  <a:pt x="1341818" y="270163"/>
                </a:lnTo>
                <a:lnTo>
                  <a:pt x="1344035" y="265545"/>
                </a:lnTo>
                <a:lnTo>
                  <a:pt x="1379826" y="265545"/>
                </a:lnTo>
                <a:lnTo>
                  <a:pt x="1379826" y="184149"/>
                </a:lnTo>
                <a:close/>
              </a:path>
              <a:path w="1771015" h="300990">
                <a:moveTo>
                  <a:pt x="1304973" y="71004"/>
                </a:moveTo>
                <a:lnTo>
                  <a:pt x="1297853" y="71004"/>
                </a:lnTo>
                <a:lnTo>
                  <a:pt x="1289446" y="71293"/>
                </a:lnTo>
                <a:lnTo>
                  <a:pt x="1247269" y="81828"/>
                </a:lnTo>
                <a:lnTo>
                  <a:pt x="1213643" y="113416"/>
                </a:lnTo>
                <a:lnTo>
                  <a:pt x="1208953" y="122959"/>
                </a:lnTo>
                <a:lnTo>
                  <a:pt x="1241280" y="134504"/>
                </a:lnTo>
                <a:lnTo>
                  <a:pt x="1244609" y="128533"/>
                </a:lnTo>
                <a:lnTo>
                  <a:pt x="1248965" y="122742"/>
                </a:lnTo>
                <a:lnTo>
                  <a:pt x="1287471" y="101690"/>
                </a:lnTo>
                <a:lnTo>
                  <a:pt x="1299008" y="101022"/>
                </a:lnTo>
                <a:lnTo>
                  <a:pt x="1367195" y="101022"/>
                </a:lnTo>
                <a:lnTo>
                  <a:pt x="1366557" y="100003"/>
                </a:lnTo>
                <a:lnTo>
                  <a:pt x="1329323" y="75162"/>
                </a:lnTo>
                <a:lnTo>
                  <a:pt x="1313151" y="71870"/>
                </a:lnTo>
                <a:lnTo>
                  <a:pt x="1304973" y="71004"/>
                </a:lnTo>
                <a:close/>
              </a:path>
              <a:path w="1771015" h="300990">
                <a:moveTo>
                  <a:pt x="1474895" y="73890"/>
                </a:moveTo>
                <a:lnTo>
                  <a:pt x="1441991" y="73890"/>
                </a:lnTo>
                <a:lnTo>
                  <a:pt x="1441991" y="295563"/>
                </a:lnTo>
                <a:lnTo>
                  <a:pt x="1476050" y="295563"/>
                </a:lnTo>
                <a:lnTo>
                  <a:pt x="1476050" y="155286"/>
                </a:lnTo>
                <a:lnTo>
                  <a:pt x="1476501" y="147989"/>
                </a:lnTo>
                <a:lnTo>
                  <a:pt x="1497228" y="113758"/>
                </a:lnTo>
                <a:lnTo>
                  <a:pt x="1509249" y="107372"/>
                </a:lnTo>
                <a:lnTo>
                  <a:pt x="1474895" y="107372"/>
                </a:lnTo>
                <a:lnTo>
                  <a:pt x="1474895" y="73890"/>
                </a:lnTo>
                <a:close/>
              </a:path>
              <a:path w="1771015" h="300990">
                <a:moveTo>
                  <a:pt x="1537433" y="70427"/>
                </a:moveTo>
                <a:lnTo>
                  <a:pt x="1534932" y="70427"/>
                </a:lnTo>
                <a:lnTo>
                  <a:pt x="1525226" y="71067"/>
                </a:lnTo>
                <a:lnTo>
                  <a:pt x="1485719" y="92471"/>
                </a:lnTo>
                <a:lnTo>
                  <a:pt x="1477204" y="107372"/>
                </a:lnTo>
                <a:lnTo>
                  <a:pt x="1509249" y="107372"/>
                </a:lnTo>
                <a:lnTo>
                  <a:pt x="1509748" y="107147"/>
                </a:lnTo>
                <a:lnTo>
                  <a:pt x="1516747" y="105027"/>
                </a:lnTo>
                <a:lnTo>
                  <a:pt x="1524180" y="103755"/>
                </a:lnTo>
                <a:lnTo>
                  <a:pt x="1532045" y="103331"/>
                </a:lnTo>
                <a:lnTo>
                  <a:pt x="1552827" y="103331"/>
                </a:lnTo>
                <a:lnTo>
                  <a:pt x="1552827" y="71004"/>
                </a:lnTo>
                <a:lnTo>
                  <a:pt x="1550903" y="70812"/>
                </a:lnTo>
                <a:lnTo>
                  <a:pt x="1548065" y="70667"/>
                </a:lnTo>
                <a:lnTo>
                  <a:pt x="1540560" y="70475"/>
                </a:lnTo>
                <a:lnTo>
                  <a:pt x="1537433" y="70427"/>
                </a:lnTo>
                <a:close/>
              </a:path>
              <a:path w="1771015" h="300990">
                <a:moveTo>
                  <a:pt x="1552827" y="103331"/>
                </a:moveTo>
                <a:lnTo>
                  <a:pt x="1536567" y="103331"/>
                </a:lnTo>
                <a:lnTo>
                  <a:pt x="1540849" y="103668"/>
                </a:lnTo>
                <a:lnTo>
                  <a:pt x="1544890" y="104342"/>
                </a:lnTo>
                <a:lnTo>
                  <a:pt x="1549027" y="104919"/>
                </a:lnTo>
                <a:lnTo>
                  <a:pt x="1551673" y="105352"/>
                </a:lnTo>
                <a:lnTo>
                  <a:pt x="1552827" y="105640"/>
                </a:lnTo>
                <a:lnTo>
                  <a:pt x="1552827" y="103331"/>
                </a:lnTo>
                <a:close/>
              </a:path>
              <a:path w="1771015" h="300990">
                <a:moveTo>
                  <a:pt x="1625347" y="73890"/>
                </a:moveTo>
                <a:lnTo>
                  <a:pt x="1586092" y="73890"/>
                </a:lnTo>
                <a:lnTo>
                  <a:pt x="1656520" y="184727"/>
                </a:lnTo>
                <a:lnTo>
                  <a:pt x="1586092" y="295563"/>
                </a:lnTo>
                <a:lnTo>
                  <a:pt x="1625347" y="295563"/>
                </a:lnTo>
                <a:lnTo>
                  <a:pt x="1678456" y="209549"/>
                </a:lnTo>
                <a:lnTo>
                  <a:pt x="1715269" y="209549"/>
                </a:lnTo>
                <a:lnTo>
                  <a:pt x="1699238" y="184727"/>
                </a:lnTo>
                <a:lnTo>
                  <a:pt x="1712287" y="164522"/>
                </a:lnTo>
                <a:lnTo>
                  <a:pt x="1678456" y="164522"/>
                </a:lnTo>
                <a:lnTo>
                  <a:pt x="1625347" y="73890"/>
                </a:lnTo>
                <a:close/>
              </a:path>
              <a:path w="1771015" h="300990">
                <a:moveTo>
                  <a:pt x="1715269" y="209549"/>
                </a:moveTo>
                <a:lnTo>
                  <a:pt x="1678456" y="209549"/>
                </a:lnTo>
                <a:lnTo>
                  <a:pt x="1731565" y="295563"/>
                </a:lnTo>
                <a:lnTo>
                  <a:pt x="1770820" y="295563"/>
                </a:lnTo>
                <a:lnTo>
                  <a:pt x="1715269" y="209549"/>
                </a:lnTo>
                <a:close/>
              </a:path>
              <a:path w="1771015" h="300990">
                <a:moveTo>
                  <a:pt x="1770820" y="73890"/>
                </a:moveTo>
                <a:lnTo>
                  <a:pt x="1731565" y="73890"/>
                </a:lnTo>
                <a:lnTo>
                  <a:pt x="1678456" y="164522"/>
                </a:lnTo>
                <a:lnTo>
                  <a:pt x="1712287" y="164522"/>
                </a:lnTo>
                <a:lnTo>
                  <a:pt x="1770820" y="7389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1" name="object 21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18265" y="2114324"/>
            <a:ext cx="8665115" cy="3035953"/>
            <a:chOff x="2032000" y="2971800"/>
            <a:chExt cx="12179300" cy="4267200"/>
          </a:xfrm>
        </p:grpSpPr>
        <p:sp>
          <p:nvSpPr>
            <p:cNvPr id="3" name="object 3"/>
            <p:cNvSpPr/>
            <p:nvPr/>
          </p:nvSpPr>
          <p:spPr>
            <a:xfrm>
              <a:off x="2032000" y="2971800"/>
              <a:ext cx="12179300" cy="4267200"/>
            </a:xfrm>
            <a:custGeom>
              <a:avLst/>
              <a:gdLst/>
              <a:ahLst/>
              <a:cxnLst/>
              <a:rect l="l" t="t" r="r" b="b"/>
              <a:pathLst>
                <a:path w="12179300" h="4267200">
                  <a:moveTo>
                    <a:pt x="1198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19" y="4262168"/>
                  </a:lnTo>
                  <a:lnTo>
                    <a:pt x="190499" y="4267200"/>
                  </a:lnTo>
                  <a:lnTo>
                    <a:pt x="11988800" y="4267200"/>
                  </a:lnTo>
                  <a:lnTo>
                    <a:pt x="12032480" y="4262168"/>
                  </a:lnTo>
                  <a:lnTo>
                    <a:pt x="12072577" y="4247837"/>
                  </a:lnTo>
                  <a:lnTo>
                    <a:pt x="12107948" y="4225349"/>
                  </a:lnTo>
                  <a:lnTo>
                    <a:pt x="12137449" y="4195848"/>
                  </a:lnTo>
                  <a:lnTo>
                    <a:pt x="12159937" y="4160477"/>
                  </a:lnTo>
                  <a:lnTo>
                    <a:pt x="12174268" y="4120379"/>
                  </a:lnTo>
                  <a:lnTo>
                    <a:pt x="12179300" y="4076700"/>
                  </a:lnTo>
                  <a:lnTo>
                    <a:pt x="12179300" y="190500"/>
                  </a:lnTo>
                  <a:lnTo>
                    <a:pt x="12174268" y="146820"/>
                  </a:lnTo>
                  <a:lnTo>
                    <a:pt x="12159937" y="106722"/>
                  </a:lnTo>
                  <a:lnTo>
                    <a:pt x="12137449" y="71351"/>
                  </a:lnTo>
                  <a:lnTo>
                    <a:pt x="12107948" y="41850"/>
                  </a:lnTo>
                  <a:lnTo>
                    <a:pt x="12072577" y="19362"/>
                  </a:lnTo>
                  <a:lnTo>
                    <a:pt x="12032480" y="5031"/>
                  </a:lnTo>
                  <a:lnTo>
                    <a:pt x="1198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2032000" y="2971800"/>
              <a:ext cx="12179300" cy="4267200"/>
            </a:xfrm>
            <a:custGeom>
              <a:avLst/>
              <a:gdLst/>
              <a:ahLst/>
              <a:cxnLst/>
              <a:rect l="l" t="t" r="r" b="b"/>
              <a:pathLst>
                <a:path w="12179300" h="4267200">
                  <a:moveTo>
                    <a:pt x="1217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2179300" y="4267200"/>
                  </a:lnTo>
                  <a:lnTo>
                    <a:pt x="1217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5" name="object 5"/>
          <p:cNvSpPr/>
          <p:nvPr/>
        </p:nvSpPr>
        <p:spPr>
          <a:xfrm>
            <a:off x="3655031" y="981566"/>
            <a:ext cx="4791485" cy="350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6" name="object 6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7" name="object 7"/>
          <p:cNvSpPr/>
          <p:nvPr/>
        </p:nvSpPr>
        <p:spPr>
          <a:xfrm>
            <a:off x="1989332" y="4201541"/>
            <a:ext cx="3442553" cy="4517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8" name="object 8"/>
          <p:cNvSpPr/>
          <p:nvPr/>
        </p:nvSpPr>
        <p:spPr>
          <a:xfrm>
            <a:off x="1989332" y="2511889"/>
            <a:ext cx="3442553" cy="7409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9" name="object 9"/>
          <p:cNvSpPr/>
          <p:nvPr/>
        </p:nvSpPr>
        <p:spPr>
          <a:xfrm>
            <a:off x="2096115" y="3918975"/>
            <a:ext cx="978553" cy="213691"/>
          </a:xfrm>
          <a:custGeom>
            <a:avLst/>
            <a:gdLst/>
            <a:ahLst/>
            <a:cxnLst/>
            <a:rect l="l" t="t" r="r" b="b"/>
            <a:pathLst>
              <a:path w="1375410" h="300354">
                <a:moveTo>
                  <a:pt x="42718" y="0"/>
                </a:moveTo>
                <a:lnTo>
                  <a:pt x="0" y="0"/>
                </a:lnTo>
                <a:lnTo>
                  <a:pt x="0" y="295563"/>
                </a:lnTo>
                <a:lnTo>
                  <a:pt x="33481" y="295563"/>
                </a:lnTo>
                <a:lnTo>
                  <a:pt x="33481" y="71004"/>
                </a:lnTo>
                <a:lnTo>
                  <a:pt x="71788" y="71004"/>
                </a:lnTo>
                <a:lnTo>
                  <a:pt x="42718" y="0"/>
                </a:lnTo>
                <a:close/>
              </a:path>
              <a:path w="1375410" h="300354">
                <a:moveTo>
                  <a:pt x="71788" y="71004"/>
                </a:moveTo>
                <a:lnTo>
                  <a:pt x="36368" y="71004"/>
                </a:lnTo>
                <a:lnTo>
                  <a:pt x="128731" y="295563"/>
                </a:lnTo>
                <a:lnTo>
                  <a:pt x="161059" y="295563"/>
                </a:lnTo>
                <a:lnTo>
                  <a:pt x="181716" y="245340"/>
                </a:lnTo>
                <a:lnTo>
                  <a:pt x="143163" y="245340"/>
                </a:lnTo>
                <a:lnTo>
                  <a:pt x="71788" y="71004"/>
                </a:lnTo>
                <a:close/>
              </a:path>
              <a:path w="1375410" h="300354">
                <a:moveTo>
                  <a:pt x="289790" y="71004"/>
                </a:moveTo>
                <a:lnTo>
                  <a:pt x="256309" y="71004"/>
                </a:lnTo>
                <a:lnTo>
                  <a:pt x="256309" y="295563"/>
                </a:lnTo>
                <a:lnTo>
                  <a:pt x="289790" y="295563"/>
                </a:lnTo>
                <a:lnTo>
                  <a:pt x="289790" y="71004"/>
                </a:lnTo>
                <a:close/>
              </a:path>
              <a:path w="1375410" h="300354">
                <a:moveTo>
                  <a:pt x="289790" y="0"/>
                </a:moveTo>
                <a:lnTo>
                  <a:pt x="247072" y="0"/>
                </a:lnTo>
                <a:lnTo>
                  <a:pt x="146627" y="245340"/>
                </a:lnTo>
                <a:lnTo>
                  <a:pt x="181716" y="245340"/>
                </a:lnTo>
                <a:lnTo>
                  <a:pt x="253422" y="71004"/>
                </a:lnTo>
                <a:lnTo>
                  <a:pt x="289790" y="71004"/>
                </a:lnTo>
                <a:lnTo>
                  <a:pt x="289790" y="0"/>
                </a:lnTo>
                <a:close/>
              </a:path>
              <a:path w="1375410" h="300354">
                <a:moveTo>
                  <a:pt x="446989" y="71004"/>
                </a:moveTo>
                <a:lnTo>
                  <a:pt x="406102" y="79041"/>
                </a:lnTo>
                <a:lnTo>
                  <a:pt x="374253" y="102465"/>
                </a:lnTo>
                <a:lnTo>
                  <a:pt x="353606" y="138879"/>
                </a:lnTo>
                <a:lnTo>
                  <a:pt x="346544" y="185881"/>
                </a:lnTo>
                <a:lnTo>
                  <a:pt x="347328" y="202514"/>
                </a:lnTo>
                <a:lnTo>
                  <a:pt x="359099" y="245918"/>
                </a:lnTo>
                <a:lnTo>
                  <a:pt x="383669" y="278038"/>
                </a:lnTo>
                <a:lnTo>
                  <a:pt x="418811" y="296609"/>
                </a:lnTo>
                <a:lnTo>
                  <a:pt x="446989" y="300181"/>
                </a:lnTo>
                <a:lnTo>
                  <a:pt x="461529" y="299288"/>
                </a:lnTo>
                <a:lnTo>
                  <a:pt x="499521" y="285894"/>
                </a:lnTo>
                <a:lnTo>
                  <a:pt x="518810" y="269586"/>
                </a:lnTo>
                <a:lnTo>
                  <a:pt x="446989" y="269586"/>
                </a:lnTo>
                <a:lnTo>
                  <a:pt x="436093" y="268855"/>
                </a:lnTo>
                <a:lnTo>
                  <a:pt x="396658" y="244366"/>
                </a:lnTo>
                <a:lnTo>
                  <a:pt x="382371" y="207313"/>
                </a:lnTo>
                <a:lnTo>
                  <a:pt x="380603" y="185881"/>
                </a:lnTo>
                <a:lnTo>
                  <a:pt x="381045" y="174958"/>
                </a:lnTo>
                <a:lnTo>
                  <a:pt x="391688" y="135325"/>
                </a:lnTo>
                <a:lnTo>
                  <a:pt x="426207" y="104558"/>
                </a:lnTo>
                <a:lnTo>
                  <a:pt x="446989" y="101599"/>
                </a:lnTo>
                <a:lnTo>
                  <a:pt x="518776" y="101599"/>
                </a:lnTo>
                <a:lnTo>
                  <a:pt x="510218" y="93157"/>
                </a:lnTo>
                <a:lnTo>
                  <a:pt x="499521" y="85292"/>
                </a:lnTo>
                <a:lnTo>
                  <a:pt x="487795" y="79041"/>
                </a:lnTo>
                <a:lnTo>
                  <a:pt x="475131" y="74576"/>
                </a:lnTo>
                <a:lnTo>
                  <a:pt x="461529" y="71897"/>
                </a:lnTo>
                <a:lnTo>
                  <a:pt x="446989" y="71004"/>
                </a:lnTo>
                <a:close/>
              </a:path>
              <a:path w="1375410" h="300354">
                <a:moveTo>
                  <a:pt x="518776" y="101599"/>
                </a:moveTo>
                <a:lnTo>
                  <a:pt x="446989" y="101599"/>
                </a:lnTo>
                <a:lnTo>
                  <a:pt x="457885" y="102339"/>
                </a:lnTo>
                <a:lnTo>
                  <a:pt x="467771" y="104558"/>
                </a:lnTo>
                <a:lnTo>
                  <a:pt x="502290" y="135325"/>
                </a:lnTo>
                <a:lnTo>
                  <a:pt x="512933" y="174958"/>
                </a:lnTo>
                <a:lnTo>
                  <a:pt x="513375" y="185881"/>
                </a:lnTo>
                <a:lnTo>
                  <a:pt x="512933" y="196795"/>
                </a:lnTo>
                <a:lnTo>
                  <a:pt x="502290" y="236221"/>
                </a:lnTo>
                <a:lnTo>
                  <a:pt x="467771" y="266663"/>
                </a:lnTo>
                <a:lnTo>
                  <a:pt x="446989" y="269586"/>
                </a:lnTo>
                <a:lnTo>
                  <a:pt x="518810" y="269586"/>
                </a:lnTo>
                <a:lnTo>
                  <a:pt x="540291" y="232532"/>
                </a:lnTo>
                <a:lnTo>
                  <a:pt x="547434" y="185881"/>
                </a:lnTo>
                <a:lnTo>
                  <a:pt x="546641" y="169113"/>
                </a:lnTo>
                <a:lnTo>
                  <a:pt x="534734" y="125412"/>
                </a:lnTo>
                <a:lnTo>
                  <a:pt x="519653" y="102465"/>
                </a:lnTo>
                <a:lnTo>
                  <a:pt x="518776" y="101599"/>
                </a:lnTo>
                <a:close/>
              </a:path>
              <a:path w="1375410" h="300354">
                <a:moveTo>
                  <a:pt x="683707" y="71004"/>
                </a:moveTo>
                <a:lnTo>
                  <a:pt x="645445" y="78878"/>
                </a:lnTo>
                <a:lnTo>
                  <a:pt x="607588" y="112577"/>
                </a:lnTo>
                <a:lnTo>
                  <a:pt x="592029" y="152688"/>
                </a:lnTo>
                <a:lnTo>
                  <a:pt x="589034" y="185304"/>
                </a:lnTo>
                <a:lnTo>
                  <a:pt x="589783" y="202325"/>
                </a:lnTo>
                <a:lnTo>
                  <a:pt x="601013" y="246351"/>
                </a:lnTo>
                <a:lnTo>
                  <a:pt x="624176" y="278389"/>
                </a:lnTo>
                <a:lnTo>
                  <a:pt x="669681" y="299306"/>
                </a:lnTo>
                <a:lnTo>
                  <a:pt x="683130" y="300181"/>
                </a:lnTo>
                <a:lnTo>
                  <a:pt x="693277" y="299739"/>
                </a:lnTo>
                <a:lnTo>
                  <a:pt x="728698" y="285425"/>
                </a:lnTo>
                <a:lnTo>
                  <a:pt x="742462" y="269586"/>
                </a:lnTo>
                <a:lnTo>
                  <a:pt x="687748" y="269586"/>
                </a:lnTo>
                <a:lnTo>
                  <a:pt x="677501" y="268882"/>
                </a:lnTo>
                <a:lnTo>
                  <a:pt x="639401" y="244980"/>
                </a:lnTo>
                <a:lnTo>
                  <a:pt x="624897" y="207313"/>
                </a:lnTo>
                <a:lnTo>
                  <a:pt x="623093" y="184727"/>
                </a:lnTo>
                <a:lnTo>
                  <a:pt x="623535" y="173326"/>
                </a:lnTo>
                <a:lnTo>
                  <a:pt x="634215" y="133629"/>
                </a:lnTo>
                <a:lnTo>
                  <a:pt x="667904" y="104378"/>
                </a:lnTo>
                <a:lnTo>
                  <a:pt x="687748" y="101599"/>
                </a:lnTo>
                <a:lnTo>
                  <a:pt x="742666" y="101599"/>
                </a:lnTo>
                <a:lnTo>
                  <a:pt x="741771" y="100349"/>
                </a:lnTo>
                <a:lnTo>
                  <a:pt x="737249" y="94384"/>
                </a:lnTo>
                <a:lnTo>
                  <a:pt x="732823" y="88322"/>
                </a:lnTo>
                <a:lnTo>
                  <a:pt x="726377" y="82934"/>
                </a:lnTo>
                <a:lnTo>
                  <a:pt x="717910" y="78220"/>
                </a:lnTo>
                <a:lnTo>
                  <a:pt x="711064" y="75063"/>
                </a:lnTo>
                <a:lnTo>
                  <a:pt x="703082" y="72808"/>
                </a:lnTo>
                <a:lnTo>
                  <a:pt x="693962" y="71455"/>
                </a:lnTo>
                <a:lnTo>
                  <a:pt x="683707" y="71004"/>
                </a:lnTo>
                <a:close/>
              </a:path>
              <a:path w="1375410" h="300354">
                <a:moveTo>
                  <a:pt x="784730" y="261504"/>
                </a:moveTo>
                <a:lnTo>
                  <a:pt x="751825" y="261504"/>
                </a:lnTo>
                <a:lnTo>
                  <a:pt x="751825" y="295563"/>
                </a:lnTo>
                <a:lnTo>
                  <a:pt x="784730" y="295563"/>
                </a:lnTo>
                <a:lnTo>
                  <a:pt x="784730" y="261504"/>
                </a:lnTo>
                <a:close/>
              </a:path>
              <a:path w="1375410" h="300354">
                <a:moveTo>
                  <a:pt x="742666" y="101599"/>
                </a:moveTo>
                <a:lnTo>
                  <a:pt x="687748" y="101599"/>
                </a:lnTo>
                <a:lnTo>
                  <a:pt x="697724" y="102258"/>
                </a:lnTo>
                <a:lnTo>
                  <a:pt x="706870" y="104233"/>
                </a:lnTo>
                <a:lnTo>
                  <a:pt x="739991" y="132429"/>
                </a:lnTo>
                <a:lnTo>
                  <a:pt x="750797" y="172703"/>
                </a:lnTo>
                <a:lnTo>
                  <a:pt x="751248" y="184727"/>
                </a:lnTo>
                <a:lnTo>
                  <a:pt x="750788" y="196913"/>
                </a:lnTo>
                <a:lnTo>
                  <a:pt x="739784" y="238043"/>
                </a:lnTo>
                <a:lnTo>
                  <a:pt x="706653" y="266916"/>
                </a:lnTo>
                <a:lnTo>
                  <a:pt x="687748" y="269586"/>
                </a:lnTo>
                <a:lnTo>
                  <a:pt x="742462" y="269586"/>
                </a:lnTo>
                <a:lnTo>
                  <a:pt x="745283" y="265545"/>
                </a:lnTo>
                <a:lnTo>
                  <a:pt x="747784" y="261504"/>
                </a:lnTo>
                <a:lnTo>
                  <a:pt x="784730" y="261504"/>
                </a:lnTo>
                <a:lnTo>
                  <a:pt x="784730" y="109104"/>
                </a:lnTo>
                <a:lnTo>
                  <a:pt x="747784" y="109104"/>
                </a:lnTo>
                <a:lnTo>
                  <a:pt x="745283" y="105256"/>
                </a:lnTo>
                <a:lnTo>
                  <a:pt x="742666" y="101599"/>
                </a:lnTo>
                <a:close/>
              </a:path>
              <a:path w="1375410" h="300354">
                <a:moveTo>
                  <a:pt x="784730" y="0"/>
                </a:moveTo>
                <a:lnTo>
                  <a:pt x="750671" y="0"/>
                </a:lnTo>
                <a:lnTo>
                  <a:pt x="750671" y="109104"/>
                </a:lnTo>
                <a:lnTo>
                  <a:pt x="784730" y="109104"/>
                </a:lnTo>
                <a:lnTo>
                  <a:pt x="784730" y="0"/>
                </a:lnTo>
                <a:close/>
              </a:path>
              <a:path w="1375410" h="300354">
                <a:moveTo>
                  <a:pt x="941315" y="71004"/>
                </a:moveTo>
                <a:lnTo>
                  <a:pt x="900509" y="79284"/>
                </a:lnTo>
                <a:lnTo>
                  <a:pt x="868867" y="103187"/>
                </a:lnTo>
                <a:lnTo>
                  <a:pt x="848428" y="139916"/>
                </a:lnTo>
                <a:lnTo>
                  <a:pt x="841447" y="186459"/>
                </a:lnTo>
                <a:lnTo>
                  <a:pt x="842222" y="202965"/>
                </a:lnTo>
                <a:lnTo>
                  <a:pt x="853858" y="246206"/>
                </a:lnTo>
                <a:lnTo>
                  <a:pt x="878618" y="278191"/>
                </a:lnTo>
                <a:lnTo>
                  <a:pt x="914941" y="296646"/>
                </a:lnTo>
                <a:lnTo>
                  <a:pt x="944778" y="300181"/>
                </a:lnTo>
                <a:lnTo>
                  <a:pt x="955756" y="299748"/>
                </a:lnTo>
                <a:lnTo>
                  <a:pt x="993991" y="289376"/>
                </a:lnTo>
                <a:lnTo>
                  <a:pt x="1019122" y="269586"/>
                </a:lnTo>
                <a:lnTo>
                  <a:pt x="944778" y="269586"/>
                </a:lnTo>
                <a:lnTo>
                  <a:pt x="934775" y="269027"/>
                </a:lnTo>
                <a:lnTo>
                  <a:pt x="894664" y="249490"/>
                </a:lnTo>
                <a:lnTo>
                  <a:pt x="877671" y="214853"/>
                </a:lnTo>
                <a:lnTo>
                  <a:pt x="875713" y="196272"/>
                </a:lnTo>
                <a:lnTo>
                  <a:pt x="865692" y="196272"/>
                </a:lnTo>
                <a:lnTo>
                  <a:pt x="865692" y="166831"/>
                </a:lnTo>
                <a:lnTo>
                  <a:pt x="875792" y="166831"/>
                </a:lnTo>
                <a:lnTo>
                  <a:pt x="876002" y="163007"/>
                </a:lnTo>
                <a:lnTo>
                  <a:pt x="893076" y="123175"/>
                </a:lnTo>
                <a:lnTo>
                  <a:pt x="931483" y="102231"/>
                </a:lnTo>
                <a:lnTo>
                  <a:pt x="941315" y="101599"/>
                </a:lnTo>
                <a:lnTo>
                  <a:pt x="1011997" y="101599"/>
                </a:lnTo>
                <a:lnTo>
                  <a:pt x="1006258" y="95538"/>
                </a:lnTo>
                <a:lnTo>
                  <a:pt x="967049" y="74251"/>
                </a:lnTo>
                <a:lnTo>
                  <a:pt x="949947" y="71365"/>
                </a:lnTo>
                <a:lnTo>
                  <a:pt x="941315" y="71004"/>
                </a:lnTo>
                <a:close/>
              </a:path>
              <a:path w="1375410" h="300354">
                <a:moveTo>
                  <a:pt x="1000197" y="234949"/>
                </a:moveTo>
                <a:lnTo>
                  <a:pt x="961808" y="268335"/>
                </a:lnTo>
                <a:lnTo>
                  <a:pt x="953726" y="269586"/>
                </a:lnTo>
                <a:lnTo>
                  <a:pt x="1019122" y="269586"/>
                </a:lnTo>
                <a:lnTo>
                  <a:pt x="1021330" y="267024"/>
                </a:lnTo>
                <a:lnTo>
                  <a:pt x="1026138" y="259917"/>
                </a:lnTo>
                <a:lnTo>
                  <a:pt x="1030061" y="252304"/>
                </a:lnTo>
                <a:lnTo>
                  <a:pt x="1033101" y="244186"/>
                </a:lnTo>
                <a:lnTo>
                  <a:pt x="1000197" y="234949"/>
                </a:lnTo>
                <a:close/>
              </a:path>
              <a:path w="1375410" h="300354">
                <a:moveTo>
                  <a:pt x="875792" y="166831"/>
                </a:moveTo>
                <a:lnTo>
                  <a:pt x="865692" y="166831"/>
                </a:lnTo>
                <a:lnTo>
                  <a:pt x="865692" y="196272"/>
                </a:lnTo>
                <a:lnTo>
                  <a:pt x="875713" y="196272"/>
                </a:lnTo>
                <a:lnTo>
                  <a:pt x="875506" y="191654"/>
                </a:lnTo>
                <a:lnTo>
                  <a:pt x="875621" y="169934"/>
                </a:lnTo>
                <a:lnTo>
                  <a:pt x="875792" y="166831"/>
                </a:lnTo>
                <a:close/>
              </a:path>
              <a:path w="1375410" h="300354">
                <a:moveTo>
                  <a:pt x="1011997" y="101599"/>
                </a:moveTo>
                <a:lnTo>
                  <a:pt x="941315" y="101599"/>
                </a:lnTo>
                <a:lnTo>
                  <a:pt x="950245" y="102132"/>
                </a:lnTo>
                <a:lnTo>
                  <a:pt x="958561" y="103728"/>
                </a:lnTo>
                <a:lnTo>
                  <a:pt x="990373" y="126422"/>
                </a:lnTo>
                <a:lnTo>
                  <a:pt x="1001928" y="166831"/>
                </a:lnTo>
                <a:lnTo>
                  <a:pt x="875792" y="166831"/>
                </a:lnTo>
                <a:lnTo>
                  <a:pt x="875621" y="169934"/>
                </a:lnTo>
                <a:lnTo>
                  <a:pt x="875506" y="191654"/>
                </a:lnTo>
                <a:lnTo>
                  <a:pt x="875713" y="196272"/>
                </a:lnTo>
                <a:lnTo>
                  <a:pt x="1036565" y="196272"/>
                </a:lnTo>
                <a:lnTo>
                  <a:pt x="1036565" y="181840"/>
                </a:lnTo>
                <a:lnTo>
                  <a:pt x="1036038" y="166831"/>
                </a:lnTo>
                <a:lnTo>
                  <a:pt x="1023874" y="119513"/>
                </a:lnTo>
                <a:lnTo>
                  <a:pt x="1012834" y="102483"/>
                </a:lnTo>
                <a:lnTo>
                  <a:pt x="1011997" y="101599"/>
                </a:lnTo>
                <a:close/>
              </a:path>
              <a:path w="1375410" h="300354">
                <a:moveTo>
                  <a:pt x="1122434" y="0"/>
                </a:moveTo>
                <a:lnTo>
                  <a:pt x="1088375" y="0"/>
                </a:lnTo>
                <a:lnTo>
                  <a:pt x="1088375" y="295563"/>
                </a:lnTo>
                <a:lnTo>
                  <a:pt x="1122434" y="295563"/>
                </a:lnTo>
                <a:lnTo>
                  <a:pt x="1122434" y="0"/>
                </a:lnTo>
                <a:close/>
              </a:path>
              <a:path w="1375410" h="300354">
                <a:moveTo>
                  <a:pt x="1274870" y="71004"/>
                </a:moveTo>
                <a:lnTo>
                  <a:pt x="1233983" y="79041"/>
                </a:lnTo>
                <a:lnTo>
                  <a:pt x="1202134" y="102465"/>
                </a:lnTo>
                <a:lnTo>
                  <a:pt x="1181487" y="138879"/>
                </a:lnTo>
                <a:lnTo>
                  <a:pt x="1174425" y="185881"/>
                </a:lnTo>
                <a:lnTo>
                  <a:pt x="1175209" y="202514"/>
                </a:lnTo>
                <a:lnTo>
                  <a:pt x="1186980" y="245918"/>
                </a:lnTo>
                <a:lnTo>
                  <a:pt x="1211551" y="278038"/>
                </a:lnTo>
                <a:lnTo>
                  <a:pt x="1246692" y="296609"/>
                </a:lnTo>
                <a:lnTo>
                  <a:pt x="1274870" y="300181"/>
                </a:lnTo>
                <a:lnTo>
                  <a:pt x="1289410" y="299288"/>
                </a:lnTo>
                <a:lnTo>
                  <a:pt x="1327402" y="285894"/>
                </a:lnTo>
                <a:lnTo>
                  <a:pt x="1346691" y="269586"/>
                </a:lnTo>
                <a:lnTo>
                  <a:pt x="1274870" y="269586"/>
                </a:lnTo>
                <a:lnTo>
                  <a:pt x="1263974" y="268855"/>
                </a:lnTo>
                <a:lnTo>
                  <a:pt x="1224539" y="244366"/>
                </a:lnTo>
                <a:lnTo>
                  <a:pt x="1210252" y="207313"/>
                </a:lnTo>
                <a:lnTo>
                  <a:pt x="1208484" y="185881"/>
                </a:lnTo>
                <a:lnTo>
                  <a:pt x="1208926" y="174958"/>
                </a:lnTo>
                <a:lnTo>
                  <a:pt x="1219569" y="135325"/>
                </a:lnTo>
                <a:lnTo>
                  <a:pt x="1254088" y="104558"/>
                </a:lnTo>
                <a:lnTo>
                  <a:pt x="1274870" y="101599"/>
                </a:lnTo>
                <a:lnTo>
                  <a:pt x="1346657" y="101599"/>
                </a:lnTo>
                <a:lnTo>
                  <a:pt x="1338100" y="93157"/>
                </a:lnTo>
                <a:lnTo>
                  <a:pt x="1327402" y="85292"/>
                </a:lnTo>
                <a:lnTo>
                  <a:pt x="1315676" y="79041"/>
                </a:lnTo>
                <a:lnTo>
                  <a:pt x="1303012" y="74576"/>
                </a:lnTo>
                <a:lnTo>
                  <a:pt x="1289410" y="71897"/>
                </a:lnTo>
                <a:lnTo>
                  <a:pt x="1274870" y="71004"/>
                </a:lnTo>
                <a:close/>
              </a:path>
              <a:path w="1375410" h="300354">
                <a:moveTo>
                  <a:pt x="1346657" y="101599"/>
                </a:moveTo>
                <a:lnTo>
                  <a:pt x="1274870" y="101599"/>
                </a:lnTo>
                <a:lnTo>
                  <a:pt x="1285766" y="102339"/>
                </a:lnTo>
                <a:lnTo>
                  <a:pt x="1295652" y="104558"/>
                </a:lnTo>
                <a:lnTo>
                  <a:pt x="1330171" y="135325"/>
                </a:lnTo>
                <a:lnTo>
                  <a:pt x="1340815" y="174958"/>
                </a:lnTo>
                <a:lnTo>
                  <a:pt x="1341257" y="185881"/>
                </a:lnTo>
                <a:lnTo>
                  <a:pt x="1340815" y="196795"/>
                </a:lnTo>
                <a:lnTo>
                  <a:pt x="1330171" y="236221"/>
                </a:lnTo>
                <a:lnTo>
                  <a:pt x="1295652" y="266663"/>
                </a:lnTo>
                <a:lnTo>
                  <a:pt x="1274870" y="269586"/>
                </a:lnTo>
                <a:lnTo>
                  <a:pt x="1346691" y="269586"/>
                </a:lnTo>
                <a:lnTo>
                  <a:pt x="1368172" y="232532"/>
                </a:lnTo>
                <a:lnTo>
                  <a:pt x="1375316" y="185881"/>
                </a:lnTo>
                <a:lnTo>
                  <a:pt x="1374522" y="169113"/>
                </a:lnTo>
                <a:lnTo>
                  <a:pt x="1362616" y="125412"/>
                </a:lnTo>
                <a:lnTo>
                  <a:pt x="1347534" y="102465"/>
                </a:lnTo>
                <a:lnTo>
                  <a:pt x="1346657" y="101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0" name="object 10"/>
          <p:cNvSpPr/>
          <p:nvPr/>
        </p:nvSpPr>
        <p:spPr>
          <a:xfrm>
            <a:off x="6678795" y="2502032"/>
            <a:ext cx="3442553" cy="7507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1" name="object 11"/>
          <p:cNvSpPr/>
          <p:nvPr/>
        </p:nvSpPr>
        <p:spPr>
          <a:xfrm>
            <a:off x="6678795" y="3928010"/>
            <a:ext cx="3442553" cy="7343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2" name="object 12"/>
          <p:cNvGrpSpPr/>
          <p:nvPr/>
        </p:nvGrpSpPr>
        <p:grpSpPr>
          <a:xfrm>
            <a:off x="9678605" y="2846205"/>
            <a:ext cx="361423" cy="361423"/>
            <a:chOff x="13220700" y="4000500"/>
            <a:chExt cx="508000" cy="508000"/>
          </a:xfrm>
        </p:grpSpPr>
        <p:sp>
          <p:nvSpPr>
            <p:cNvPr id="13" name="object 13"/>
            <p:cNvSpPr/>
            <p:nvPr/>
          </p:nvSpPr>
          <p:spPr>
            <a:xfrm>
              <a:off x="13220700" y="4000500"/>
              <a:ext cx="508000" cy="5080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220700" y="40005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101600" y="0"/>
                  </a:move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406400"/>
                  </a:lnTo>
                  <a:lnTo>
                    <a:pt x="7984" y="445947"/>
                  </a:lnTo>
                  <a:lnTo>
                    <a:pt x="29757" y="478242"/>
                  </a:lnTo>
                  <a:lnTo>
                    <a:pt x="62052" y="500015"/>
                  </a:lnTo>
                  <a:lnTo>
                    <a:pt x="101600" y="508000"/>
                  </a:lnTo>
                  <a:lnTo>
                    <a:pt x="101600" y="495300"/>
                  </a:lnTo>
                  <a:lnTo>
                    <a:pt x="66996" y="488313"/>
                  </a:lnTo>
                  <a:lnTo>
                    <a:pt x="38738" y="469261"/>
                  </a:lnTo>
                  <a:lnTo>
                    <a:pt x="19686" y="441003"/>
                  </a:lnTo>
                  <a:lnTo>
                    <a:pt x="12700" y="406400"/>
                  </a:lnTo>
                  <a:lnTo>
                    <a:pt x="12700" y="101600"/>
                  </a:lnTo>
                  <a:lnTo>
                    <a:pt x="19686" y="66996"/>
                  </a:lnTo>
                  <a:lnTo>
                    <a:pt x="38738" y="38738"/>
                  </a:lnTo>
                  <a:lnTo>
                    <a:pt x="66996" y="19686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08000" h="508000">
                  <a:moveTo>
                    <a:pt x="406400" y="495300"/>
                  </a:moveTo>
                  <a:lnTo>
                    <a:pt x="101600" y="495300"/>
                  </a:lnTo>
                  <a:lnTo>
                    <a:pt x="101600" y="508000"/>
                  </a:lnTo>
                  <a:lnTo>
                    <a:pt x="406400" y="508000"/>
                  </a:lnTo>
                  <a:lnTo>
                    <a:pt x="406400" y="49530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406400" y="12700"/>
                  </a:lnTo>
                  <a:lnTo>
                    <a:pt x="441003" y="19686"/>
                  </a:lnTo>
                  <a:lnTo>
                    <a:pt x="469261" y="38738"/>
                  </a:lnTo>
                  <a:lnTo>
                    <a:pt x="488313" y="66996"/>
                  </a:lnTo>
                  <a:lnTo>
                    <a:pt x="495300" y="101600"/>
                  </a:lnTo>
                  <a:lnTo>
                    <a:pt x="495300" y="406400"/>
                  </a:lnTo>
                  <a:lnTo>
                    <a:pt x="488313" y="441003"/>
                  </a:lnTo>
                  <a:lnTo>
                    <a:pt x="469261" y="469261"/>
                  </a:lnTo>
                  <a:lnTo>
                    <a:pt x="441003" y="488313"/>
                  </a:lnTo>
                  <a:lnTo>
                    <a:pt x="406400" y="495300"/>
                  </a:lnTo>
                  <a:lnTo>
                    <a:pt x="406400" y="508000"/>
                  </a:lnTo>
                  <a:lnTo>
                    <a:pt x="445947" y="500015"/>
                  </a:lnTo>
                  <a:lnTo>
                    <a:pt x="478242" y="478242"/>
                  </a:lnTo>
                  <a:lnTo>
                    <a:pt x="500015" y="445947"/>
                  </a:lnTo>
                  <a:lnTo>
                    <a:pt x="508000" y="406400"/>
                  </a:lnTo>
                  <a:lnTo>
                    <a:pt x="508000" y="101600"/>
                  </a:lnTo>
                  <a:lnTo>
                    <a:pt x="500015" y="62052"/>
                  </a:lnTo>
                  <a:lnTo>
                    <a:pt x="478242" y="29757"/>
                  </a:lnTo>
                  <a:lnTo>
                    <a:pt x="445947" y="7984"/>
                  </a:lnTo>
                  <a:lnTo>
                    <a:pt x="406400" y="0"/>
                  </a:lnTo>
                  <a:close/>
                </a:path>
                <a:path w="508000" h="508000">
                  <a:moveTo>
                    <a:pt x="4064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406400" y="127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42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5" name="object 15"/>
            <p:cNvSpPr/>
            <p:nvPr/>
          </p:nvSpPr>
          <p:spPr>
            <a:xfrm>
              <a:off x="13364714" y="4191000"/>
              <a:ext cx="220345" cy="190500"/>
            </a:xfrm>
            <a:custGeom>
              <a:avLst/>
              <a:gdLst/>
              <a:ahLst/>
              <a:cxnLst/>
              <a:rect l="l" t="t" r="r" b="b"/>
              <a:pathLst>
                <a:path w="220344" h="190500">
                  <a:moveTo>
                    <a:pt x="109985" y="190500"/>
                  </a:moveTo>
                  <a:lnTo>
                    <a:pt x="219970" y="0"/>
                  </a:lnTo>
                  <a:lnTo>
                    <a:pt x="0" y="0"/>
                  </a:lnTo>
                  <a:lnTo>
                    <a:pt x="109985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091672" y="5493629"/>
            <a:ext cx="1879399" cy="524063"/>
            <a:chOff x="3962400" y="7721600"/>
            <a:chExt cx="2641600" cy="736600"/>
          </a:xfrm>
        </p:grpSpPr>
        <p:sp>
          <p:nvSpPr>
            <p:cNvPr id="17" name="object 17"/>
            <p:cNvSpPr/>
            <p:nvPr/>
          </p:nvSpPr>
          <p:spPr>
            <a:xfrm>
              <a:off x="3962400" y="7721600"/>
              <a:ext cx="2641600" cy="736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8" name="object 18"/>
            <p:cNvSpPr/>
            <p:nvPr/>
          </p:nvSpPr>
          <p:spPr>
            <a:xfrm>
              <a:off x="4013200" y="7721600"/>
              <a:ext cx="2540000" cy="6350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139609" y="5493629"/>
            <a:ext cx="1879399" cy="524063"/>
            <a:chOff x="9652000" y="7721600"/>
            <a:chExt cx="2641600" cy="736600"/>
          </a:xfrm>
        </p:grpSpPr>
        <p:sp>
          <p:nvSpPr>
            <p:cNvPr id="20" name="object 20"/>
            <p:cNvSpPr/>
            <p:nvPr/>
          </p:nvSpPr>
          <p:spPr>
            <a:xfrm>
              <a:off x="9652000" y="7721600"/>
              <a:ext cx="2641600" cy="736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1" name="object 21"/>
            <p:cNvSpPr/>
            <p:nvPr/>
          </p:nvSpPr>
          <p:spPr>
            <a:xfrm>
              <a:off x="9702800" y="7721600"/>
              <a:ext cx="2540000" cy="6350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667000" y="2764885"/>
            <a:ext cx="6767644" cy="831273"/>
            <a:chOff x="3365500" y="3886200"/>
            <a:chExt cx="9512300" cy="1168400"/>
          </a:xfrm>
        </p:grpSpPr>
        <p:sp>
          <p:nvSpPr>
            <p:cNvPr id="23" name="object 23"/>
            <p:cNvSpPr/>
            <p:nvPr/>
          </p:nvSpPr>
          <p:spPr>
            <a:xfrm>
              <a:off x="3365500" y="3886200"/>
              <a:ext cx="9512300" cy="11684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4" name="object 24"/>
            <p:cNvSpPr/>
            <p:nvPr/>
          </p:nvSpPr>
          <p:spPr>
            <a:xfrm>
              <a:off x="3416300" y="3886200"/>
              <a:ext cx="9410700" cy="106680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25" name="object 25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6" name="object 26"/>
          <p:cNvSpPr/>
          <p:nvPr/>
        </p:nvSpPr>
        <p:spPr>
          <a:xfrm>
            <a:off x="9508674" y="575812"/>
            <a:ext cx="1260010" cy="214143"/>
          </a:xfrm>
          <a:custGeom>
            <a:avLst/>
            <a:gdLst/>
            <a:ahLst/>
            <a:cxnLst/>
            <a:rect l="l" t="t" r="r" b="b"/>
            <a:pathLst>
              <a:path w="1771015" h="300990">
                <a:moveTo>
                  <a:pt x="35790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99736"/>
                </a:lnTo>
                <a:lnTo>
                  <a:pt x="72736" y="158172"/>
                </a:lnTo>
                <a:lnTo>
                  <a:pt x="113665" y="158172"/>
                </a:lnTo>
                <a:lnTo>
                  <a:pt x="104831" y="146627"/>
                </a:lnTo>
                <a:lnTo>
                  <a:pt x="35790" y="146627"/>
                </a:lnTo>
                <a:lnTo>
                  <a:pt x="35790" y="0"/>
                </a:lnTo>
                <a:close/>
              </a:path>
              <a:path w="1771015" h="300990">
                <a:moveTo>
                  <a:pt x="113665" y="158172"/>
                </a:moveTo>
                <a:lnTo>
                  <a:pt x="72736" y="158172"/>
                </a:lnTo>
                <a:lnTo>
                  <a:pt x="175490" y="295563"/>
                </a:lnTo>
                <a:lnTo>
                  <a:pt x="218786" y="295563"/>
                </a:lnTo>
                <a:lnTo>
                  <a:pt x="113665" y="158172"/>
                </a:lnTo>
                <a:close/>
              </a:path>
              <a:path w="1771015" h="300990">
                <a:moveTo>
                  <a:pt x="218786" y="0"/>
                </a:moveTo>
                <a:lnTo>
                  <a:pt x="172027" y="0"/>
                </a:lnTo>
                <a:lnTo>
                  <a:pt x="39254" y="146627"/>
                </a:lnTo>
                <a:lnTo>
                  <a:pt x="104831" y="146627"/>
                </a:lnTo>
                <a:lnTo>
                  <a:pt x="94672" y="133349"/>
                </a:lnTo>
                <a:lnTo>
                  <a:pt x="218786" y="0"/>
                </a:lnTo>
                <a:close/>
              </a:path>
              <a:path w="1771015" h="300990">
                <a:moveTo>
                  <a:pt x="414695" y="101022"/>
                </a:moveTo>
                <a:lnTo>
                  <a:pt x="346507" y="101022"/>
                </a:lnTo>
                <a:lnTo>
                  <a:pt x="357521" y="101762"/>
                </a:lnTo>
                <a:lnTo>
                  <a:pt x="367037" y="103981"/>
                </a:lnTo>
                <a:lnTo>
                  <a:pt x="392536" y="135965"/>
                </a:lnTo>
                <a:lnTo>
                  <a:pt x="393266" y="146049"/>
                </a:lnTo>
                <a:lnTo>
                  <a:pt x="393266" y="152688"/>
                </a:lnTo>
                <a:lnTo>
                  <a:pt x="391294" y="156537"/>
                </a:lnTo>
                <a:lnTo>
                  <a:pt x="387350" y="158749"/>
                </a:lnTo>
                <a:lnTo>
                  <a:pt x="383501" y="160962"/>
                </a:lnTo>
                <a:lnTo>
                  <a:pt x="377343" y="162550"/>
                </a:lnTo>
                <a:lnTo>
                  <a:pt x="362121" y="164243"/>
                </a:lnTo>
                <a:lnTo>
                  <a:pt x="336116" y="167409"/>
                </a:lnTo>
                <a:lnTo>
                  <a:pt x="297962" y="174769"/>
                </a:lnTo>
                <a:lnTo>
                  <a:pt x="261675" y="196092"/>
                </a:lnTo>
                <a:lnTo>
                  <a:pt x="250208" y="234372"/>
                </a:lnTo>
                <a:lnTo>
                  <a:pt x="250734" y="243067"/>
                </a:lnTo>
                <a:lnTo>
                  <a:pt x="272075" y="282971"/>
                </a:lnTo>
                <a:lnTo>
                  <a:pt x="315434" y="300262"/>
                </a:lnTo>
                <a:lnTo>
                  <a:pt x="325726" y="300759"/>
                </a:lnTo>
                <a:lnTo>
                  <a:pt x="335025" y="300398"/>
                </a:lnTo>
                <a:lnTo>
                  <a:pt x="375615" y="284947"/>
                </a:lnTo>
                <a:lnTo>
                  <a:pt x="389318" y="270163"/>
                </a:lnTo>
                <a:lnTo>
                  <a:pt x="330921" y="270163"/>
                </a:lnTo>
                <a:lnTo>
                  <a:pt x="321093" y="269586"/>
                </a:lnTo>
                <a:lnTo>
                  <a:pt x="287445" y="249959"/>
                </a:lnTo>
                <a:lnTo>
                  <a:pt x="284162" y="225713"/>
                </a:lnTo>
                <a:lnTo>
                  <a:pt x="286471" y="218882"/>
                </a:lnTo>
                <a:lnTo>
                  <a:pt x="321540" y="199123"/>
                </a:lnTo>
                <a:lnTo>
                  <a:pt x="348672" y="195118"/>
                </a:lnTo>
                <a:lnTo>
                  <a:pt x="354637" y="194348"/>
                </a:lnTo>
                <a:lnTo>
                  <a:pt x="391823" y="185881"/>
                </a:lnTo>
                <a:lnTo>
                  <a:pt x="393266" y="184149"/>
                </a:lnTo>
                <a:lnTo>
                  <a:pt x="427326" y="184149"/>
                </a:lnTo>
                <a:lnTo>
                  <a:pt x="427326" y="149513"/>
                </a:lnTo>
                <a:lnTo>
                  <a:pt x="426784" y="136976"/>
                </a:lnTo>
                <a:lnTo>
                  <a:pt x="425161" y="125773"/>
                </a:lnTo>
                <a:lnTo>
                  <a:pt x="422455" y="115905"/>
                </a:lnTo>
                <a:lnTo>
                  <a:pt x="418666" y="107372"/>
                </a:lnTo>
                <a:lnTo>
                  <a:pt x="414695" y="101022"/>
                </a:lnTo>
                <a:close/>
              </a:path>
              <a:path w="1771015" h="300990">
                <a:moveTo>
                  <a:pt x="427326" y="265545"/>
                </a:moveTo>
                <a:lnTo>
                  <a:pt x="393266" y="265545"/>
                </a:lnTo>
                <a:lnTo>
                  <a:pt x="393266" y="295563"/>
                </a:lnTo>
                <a:lnTo>
                  <a:pt x="427326" y="295563"/>
                </a:lnTo>
                <a:lnTo>
                  <a:pt x="427326" y="265545"/>
                </a:lnTo>
                <a:close/>
              </a:path>
              <a:path w="1771015" h="300990">
                <a:moveTo>
                  <a:pt x="427326" y="184149"/>
                </a:moveTo>
                <a:lnTo>
                  <a:pt x="393266" y="184149"/>
                </a:lnTo>
                <a:lnTo>
                  <a:pt x="393262" y="215394"/>
                </a:lnTo>
                <a:lnTo>
                  <a:pt x="392815" y="222168"/>
                </a:lnTo>
                <a:lnTo>
                  <a:pt x="371547" y="257968"/>
                </a:lnTo>
                <a:lnTo>
                  <a:pt x="330921" y="270163"/>
                </a:lnTo>
                <a:lnTo>
                  <a:pt x="389318" y="270163"/>
                </a:lnTo>
                <a:lnTo>
                  <a:pt x="391535" y="265545"/>
                </a:lnTo>
                <a:lnTo>
                  <a:pt x="427326" y="265545"/>
                </a:lnTo>
                <a:lnTo>
                  <a:pt x="427326" y="184149"/>
                </a:lnTo>
                <a:close/>
              </a:path>
              <a:path w="1771015" h="300990">
                <a:moveTo>
                  <a:pt x="352473" y="71004"/>
                </a:moveTo>
                <a:lnTo>
                  <a:pt x="345353" y="71004"/>
                </a:lnTo>
                <a:lnTo>
                  <a:pt x="336946" y="71293"/>
                </a:lnTo>
                <a:lnTo>
                  <a:pt x="294769" y="81828"/>
                </a:lnTo>
                <a:lnTo>
                  <a:pt x="261143" y="113416"/>
                </a:lnTo>
                <a:lnTo>
                  <a:pt x="256453" y="122959"/>
                </a:lnTo>
                <a:lnTo>
                  <a:pt x="288780" y="134504"/>
                </a:lnTo>
                <a:lnTo>
                  <a:pt x="292108" y="128533"/>
                </a:lnTo>
                <a:lnTo>
                  <a:pt x="296465" y="122742"/>
                </a:lnTo>
                <a:lnTo>
                  <a:pt x="334971" y="101690"/>
                </a:lnTo>
                <a:lnTo>
                  <a:pt x="346507" y="101022"/>
                </a:lnTo>
                <a:lnTo>
                  <a:pt x="414695" y="101022"/>
                </a:lnTo>
                <a:lnTo>
                  <a:pt x="414057" y="100003"/>
                </a:lnTo>
                <a:lnTo>
                  <a:pt x="376823" y="75162"/>
                </a:lnTo>
                <a:lnTo>
                  <a:pt x="360651" y="71870"/>
                </a:lnTo>
                <a:lnTo>
                  <a:pt x="352473" y="71004"/>
                </a:lnTo>
                <a:close/>
              </a:path>
              <a:path w="1771015" h="300990">
                <a:moveTo>
                  <a:pt x="522395" y="73890"/>
                </a:moveTo>
                <a:lnTo>
                  <a:pt x="489491" y="73890"/>
                </a:lnTo>
                <a:lnTo>
                  <a:pt x="489491" y="295563"/>
                </a:lnTo>
                <a:lnTo>
                  <a:pt x="523550" y="295563"/>
                </a:lnTo>
                <a:lnTo>
                  <a:pt x="523550" y="155286"/>
                </a:lnTo>
                <a:lnTo>
                  <a:pt x="524001" y="147989"/>
                </a:lnTo>
                <a:lnTo>
                  <a:pt x="544728" y="113758"/>
                </a:lnTo>
                <a:lnTo>
                  <a:pt x="556749" y="107372"/>
                </a:lnTo>
                <a:lnTo>
                  <a:pt x="522395" y="107372"/>
                </a:lnTo>
                <a:lnTo>
                  <a:pt x="522395" y="73890"/>
                </a:lnTo>
                <a:close/>
              </a:path>
              <a:path w="1771015" h="300990">
                <a:moveTo>
                  <a:pt x="584933" y="70427"/>
                </a:moveTo>
                <a:lnTo>
                  <a:pt x="582432" y="70427"/>
                </a:lnTo>
                <a:lnTo>
                  <a:pt x="572726" y="71067"/>
                </a:lnTo>
                <a:lnTo>
                  <a:pt x="533219" y="92471"/>
                </a:lnTo>
                <a:lnTo>
                  <a:pt x="524704" y="107372"/>
                </a:lnTo>
                <a:lnTo>
                  <a:pt x="556749" y="107372"/>
                </a:lnTo>
                <a:lnTo>
                  <a:pt x="557248" y="107147"/>
                </a:lnTo>
                <a:lnTo>
                  <a:pt x="564247" y="105027"/>
                </a:lnTo>
                <a:lnTo>
                  <a:pt x="571680" y="103755"/>
                </a:lnTo>
                <a:lnTo>
                  <a:pt x="579545" y="103331"/>
                </a:lnTo>
                <a:lnTo>
                  <a:pt x="600327" y="103331"/>
                </a:lnTo>
                <a:lnTo>
                  <a:pt x="600327" y="71004"/>
                </a:lnTo>
                <a:lnTo>
                  <a:pt x="598403" y="70812"/>
                </a:lnTo>
                <a:lnTo>
                  <a:pt x="595565" y="70667"/>
                </a:lnTo>
                <a:lnTo>
                  <a:pt x="588060" y="70475"/>
                </a:lnTo>
                <a:lnTo>
                  <a:pt x="584933" y="70427"/>
                </a:lnTo>
                <a:close/>
              </a:path>
              <a:path w="1771015" h="300990">
                <a:moveTo>
                  <a:pt x="600327" y="103331"/>
                </a:moveTo>
                <a:lnTo>
                  <a:pt x="584067" y="103331"/>
                </a:lnTo>
                <a:lnTo>
                  <a:pt x="588349" y="103668"/>
                </a:lnTo>
                <a:lnTo>
                  <a:pt x="592390" y="104342"/>
                </a:lnTo>
                <a:lnTo>
                  <a:pt x="596527" y="104919"/>
                </a:lnTo>
                <a:lnTo>
                  <a:pt x="599173" y="105352"/>
                </a:lnTo>
                <a:lnTo>
                  <a:pt x="600327" y="105640"/>
                </a:lnTo>
                <a:lnTo>
                  <a:pt x="600327" y="103331"/>
                </a:lnTo>
                <a:close/>
              </a:path>
              <a:path w="1771015" h="300990">
                <a:moveTo>
                  <a:pt x="674759" y="0"/>
                </a:moveTo>
                <a:lnTo>
                  <a:pt x="640700" y="0"/>
                </a:lnTo>
                <a:lnTo>
                  <a:pt x="640700" y="295563"/>
                </a:lnTo>
                <a:lnTo>
                  <a:pt x="674759" y="295563"/>
                </a:lnTo>
                <a:lnTo>
                  <a:pt x="674759" y="0"/>
                </a:lnTo>
                <a:close/>
              </a:path>
              <a:path w="1771015" h="300990">
                <a:moveTo>
                  <a:pt x="898777" y="0"/>
                </a:moveTo>
                <a:lnTo>
                  <a:pt x="856059" y="0"/>
                </a:lnTo>
                <a:lnTo>
                  <a:pt x="856059" y="295563"/>
                </a:lnTo>
                <a:lnTo>
                  <a:pt x="889541" y="295563"/>
                </a:lnTo>
                <a:lnTo>
                  <a:pt x="889541" y="71004"/>
                </a:lnTo>
                <a:lnTo>
                  <a:pt x="927847" y="71004"/>
                </a:lnTo>
                <a:lnTo>
                  <a:pt x="898777" y="0"/>
                </a:lnTo>
                <a:close/>
              </a:path>
              <a:path w="1771015" h="300990">
                <a:moveTo>
                  <a:pt x="927847" y="71004"/>
                </a:moveTo>
                <a:lnTo>
                  <a:pt x="892427" y="71004"/>
                </a:lnTo>
                <a:lnTo>
                  <a:pt x="984791" y="295563"/>
                </a:lnTo>
                <a:lnTo>
                  <a:pt x="1017118" y="295563"/>
                </a:lnTo>
                <a:lnTo>
                  <a:pt x="1037775" y="245340"/>
                </a:lnTo>
                <a:lnTo>
                  <a:pt x="999223" y="245340"/>
                </a:lnTo>
                <a:lnTo>
                  <a:pt x="927847" y="71004"/>
                </a:lnTo>
                <a:close/>
              </a:path>
              <a:path w="1771015" h="300990">
                <a:moveTo>
                  <a:pt x="1145850" y="71004"/>
                </a:moveTo>
                <a:lnTo>
                  <a:pt x="1112368" y="71004"/>
                </a:lnTo>
                <a:lnTo>
                  <a:pt x="1112368" y="295563"/>
                </a:lnTo>
                <a:lnTo>
                  <a:pt x="1145850" y="295563"/>
                </a:lnTo>
                <a:lnTo>
                  <a:pt x="1145850" y="71004"/>
                </a:lnTo>
                <a:close/>
              </a:path>
              <a:path w="1771015" h="300990">
                <a:moveTo>
                  <a:pt x="1145850" y="0"/>
                </a:moveTo>
                <a:lnTo>
                  <a:pt x="1103132" y="0"/>
                </a:lnTo>
                <a:lnTo>
                  <a:pt x="1002686" y="245340"/>
                </a:lnTo>
                <a:lnTo>
                  <a:pt x="1037775" y="245340"/>
                </a:lnTo>
                <a:lnTo>
                  <a:pt x="1109482" y="71004"/>
                </a:lnTo>
                <a:lnTo>
                  <a:pt x="1145850" y="71004"/>
                </a:lnTo>
                <a:lnTo>
                  <a:pt x="1145850" y="0"/>
                </a:lnTo>
                <a:close/>
              </a:path>
              <a:path w="1771015" h="300990">
                <a:moveTo>
                  <a:pt x="1367195" y="101022"/>
                </a:moveTo>
                <a:lnTo>
                  <a:pt x="1299008" y="101022"/>
                </a:lnTo>
                <a:lnTo>
                  <a:pt x="1310021" y="101762"/>
                </a:lnTo>
                <a:lnTo>
                  <a:pt x="1319537" y="103981"/>
                </a:lnTo>
                <a:lnTo>
                  <a:pt x="1345036" y="135965"/>
                </a:lnTo>
                <a:lnTo>
                  <a:pt x="1345766" y="146049"/>
                </a:lnTo>
                <a:lnTo>
                  <a:pt x="1345766" y="152688"/>
                </a:lnTo>
                <a:lnTo>
                  <a:pt x="1343794" y="156537"/>
                </a:lnTo>
                <a:lnTo>
                  <a:pt x="1339849" y="158749"/>
                </a:lnTo>
                <a:lnTo>
                  <a:pt x="1336001" y="160962"/>
                </a:lnTo>
                <a:lnTo>
                  <a:pt x="1329843" y="162550"/>
                </a:lnTo>
                <a:lnTo>
                  <a:pt x="1314621" y="164243"/>
                </a:lnTo>
                <a:lnTo>
                  <a:pt x="1288616" y="167409"/>
                </a:lnTo>
                <a:lnTo>
                  <a:pt x="1250462" y="174769"/>
                </a:lnTo>
                <a:lnTo>
                  <a:pt x="1214175" y="196092"/>
                </a:lnTo>
                <a:lnTo>
                  <a:pt x="1202708" y="234372"/>
                </a:lnTo>
                <a:lnTo>
                  <a:pt x="1203234" y="243067"/>
                </a:lnTo>
                <a:lnTo>
                  <a:pt x="1224575" y="282971"/>
                </a:lnTo>
                <a:lnTo>
                  <a:pt x="1267934" y="300262"/>
                </a:lnTo>
                <a:lnTo>
                  <a:pt x="1278226" y="300759"/>
                </a:lnTo>
                <a:lnTo>
                  <a:pt x="1287525" y="300398"/>
                </a:lnTo>
                <a:lnTo>
                  <a:pt x="1328115" y="284947"/>
                </a:lnTo>
                <a:lnTo>
                  <a:pt x="1341818" y="270163"/>
                </a:lnTo>
                <a:lnTo>
                  <a:pt x="1283421" y="270163"/>
                </a:lnTo>
                <a:lnTo>
                  <a:pt x="1273593" y="269586"/>
                </a:lnTo>
                <a:lnTo>
                  <a:pt x="1239945" y="249959"/>
                </a:lnTo>
                <a:lnTo>
                  <a:pt x="1236662" y="225713"/>
                </a:lnTo>
                <a:lnTo>
                  <a:pt x="1238971" y="218882"/>
                </a:lnTo>
                <a:lnTo>
                  <a:pt x="1274040" y="199123"/>
                </a:lnTo>
                <a:lnTo>
                  <a:pt x="1301172" y="195118"/>
                </a:lnTo>
                <a:lnTo>
                  <a:pt x="1307137" y="194348"/>
                </a:lnTo>
                <a:lnTo>
                  <a:pt x="1344323" y="185881"/>
                </a:lnTo>
                <a:lnTo>
                  <a:pt x="1345766" y="184149"/>
                </a:lnTo>
                <a:lnTo>
                  <a:pt x="1379826" y="184149"/>
                </a:lnTo>
                <a:lnTo>
                  <a:pt x="1379826" y="149513"/>
                </a:lnTo>
                <a:lnTo>
                  <a:pt x="1379284" y="136976"/>
                </a:lnTo>
                <a:lnTo>
                  <a:pt x="1377661" y="125773"/>
                </a:lnTo>
                <a:lnTo>
                  <a:pt x="1374955" y="115905"/>
                </a:lnTo>
                <a:lnTo>
                  <a:pt x="1371166" y="107372"/>
                </a:lnTo>
                <a:lnTo>
                  <a:pt x="1367195" y="101022"/>
                </a:lnTo>
                <a:close/>
              </a:path>
              <a:path w="1771015" h="300990">
                <a:moveTo>
                  <a:pt x="1379826" y="265545"/>
                </a:moveTo>
                <a:lnTo>
                  <a:pt x="1345766" y="265545"/>
                </a:lnTo>
                <a:lnTo>
                  <a:pt x="1345766" y="295563"/>
                </a:lnTo>
                <a:lnTo>
                  <a:pt x="1379826" y="295563"/>
                </a:lnTo>
                <a:lnTo>
                  <a:pt x="1379826" y="265545"/>
                </a:lnTo>
                <a:close/>
              </a:path>
              <a:path w="1771015" h="300990">
                <a:moveTo>
                  <a:pt x="1379826" y="184149"/>
                </a:moveTo>
                <a:lnTo>
                  <a:pt x="1345766" y="184149"/>
                </a:lnTo>
                <a:lnTo>
                  <a:pt x="1345762" y="215394"/>
                </a:lnTo>
                <a:lnTo>
                  <a:pt x="1345315" y="222168"/>
                </a:lnTo>
                <a:lnTo>
                  <a:pt x="1324047" y="257968"/>
                </a:lnTo>
                <a:lnTo>
                  <a:pt x="1283421" y="270163"/>
                </a:lnTo>
                <a:lnTo>
                  <a:pt x="1341818" y="270163"/>
                </a:lnTo>
                <a:lnTo>
                  <a:pt x="1344035" y="265545"/>
                </a:lnTo>
                <a:lnTo>
                  <a:pt x="1379826" y="265545"/>
                </a:lnTo>
                <a:lnTo>
                  <a:pt x="1379826" y="184149"/>
                </a:lnTo>
                <a:close/>
              </a:path>
              <a:path w="1771015" h="300990">
                <a:moveTo>
                  <a:pt x="1304973" y="71004"/>
                </a:moveTo>
                <a:lnTo>
                  <a:pt x="1297853" y="71004"/>
                </a:lnTo>
                <a:lnTo>
                  <a:pt x="1289446" y="71293"/>
                </a:lnTo>
                <a:lnTo>
                  <a:pt x="1247269" y="81828"/>
                </a:lnTo>
                <a:lnTo>
                  <a:pt x="1213643" y="113416"/>
                </a:lnTo>
                <a:lnTo>
                  <a:pt x="1208953" y="122959"/>
                </a:lnTo>
                <a:lnTo>
                  <a:pt x="1241280" y="134504"/>
                </a:lnTo>
                <a:lnTo>
                  <a:pt x="1244609" y="128533"/>
                </a:lnTo>
                <a:lnTo>
                  <a:pt x="1248965" y="122742"/>
                </a:lnTo>
                <a:lnTo>
                  <a:pt x="1287471" y="101690"/>
                </a:lnTo>
                <a:lnTo>
                  <a:pt x="1299008" y="101022"/>
                </a:lnTo>
                <a:lnTo>
                  <a:pt x="1367195" y="101022"/>
                </a:lnTo>
                <a:lnTo>
                  <a:pt x="1366557" y="100003"/>
                </a:lnTo>
                <a:lnTo>
                  <a:pt x="1329323" y="75162"/>
                </a:lnTo>
                <a:lnTo>
                  <a:pt x="1313151" y="71870"/>
                </a:lnTo>
                <a:lnTo>
                  <a:pt x="1304973" y="71004"/>
                </a:lnTo>
                <a:close/>
              </a:path>
              <a:path w="1771015" h="300990">
                <a:moveTo>
                  <a:pt x="1474895" y="73890"/>
                </a:moveTo>
                <a:lnTo>
                  <a:pt x="1441991" y="73890"/>
                </a:lnTo>
                <a:lnTo>
                  <a:pt x="1441991" y="295563"/>
                </a:lnTo>
                <a:lnTo>
                  <a:pt x="1476050" y="295563"/>
                </a:lnTo>
                <a:lnTo>
                  <a:pt x="1476050" y="155286"/>
                </a:lnTo>
                <a:lnTo>
                  <a:pt x="1476501" y="147989"/>
                </a:lnTo>
                <a:lnTo>
                  <a:pt x="1497228" y="113758"/>
                </a:lnTo>
                <a:lnTo>
                  <a:pt x="1509249" y="107372"/>
                </a:lnTo>
                <a:lnTo>
                  <a:pt x="1474895" y="107372"/>
                </a:lnTo>
                <a:lnTo>
                  <a:pt x="1474895" y="73890"/>
                </a:lnTo>
                <a:close/>
              </a:path>
              <a:path w="1771015" h="300990">
                <a:moveTo>
                  <a:pt x="1537433" y="70427"/>
                </a:moveTo>
                <a:lnTo>
                  <a:pt x="1534932" y="70427"/>
                </a:lnTo>
                <a:lnTo>
                  <a:pt x="1525226" y="71067"/>
                </a:lnTo>
                <a:lnTo>
                  <a:pt x="1485719" y="92471"/>
                </a:lnTo>
                <a:lnTo>
                  <a:pt x="1477204" y="107372"/>
                </a:lnTo>
                <a:lnTo>
                  <a:pt x="1509249" y="107372"/>
                </a:lnTo>
                <a:lnTo>
                  <a:pt x="1509748" y="107147"/>
                </a:lnTo>
                <a:lnTo>
                  <a:pt x="1516747" y="105027"/>
                </a:lnTo>
                <a:lnTo>
                  <a:pt x="1524180" y="103755"/>
                </a:lnTo>
                <a:lnTo>
                  <a:pt x="1532045" y="103331"/>
                </a:lnTo>
                <a:lnTo>
                  <a:pt x="1552827" y="103331"/>
                </a:lnTo>
                <a:lnTo>
                  <a:pt x="1552827" y="71004"/>
                </a:lnTo>
                <a:lnTo>
                  <a:pt x="1550903" y="70812"/>
                </a:lnTo>
                <a:lnTo>
                  <a:pt x="1548065" y="70667"/>
                </a:lnTo>
                <a:lnTo>
                  <a:pt x="1540560" y="70475"/>
                </a:lnTo>
                <a:lnTo>
                  <a:pt x="1537433" y="70427"/>
                </a:lnTo>
                <a:close/>
              </a:path>
              <a:path w="1771015" h="300990">
                <a:moveTo>
                  <a:pt x="1552827" y="103331"/>
                </a:moveTo>
                <a:lnTo>
                  <a:pt x="1536567" y="103331"/>
                </a:lnTo>
                <a:lnTo>
                  <a:pt x="1540849" y="103668"/>
                </a:lnTo>
                <a:lnTo>
                  <a:pt x="1544890" y="104342"/>
                </a:lnTo>
                <a:lnTo>
                  <a:pt x="1549027" y="104919"/>
                </a:lnTo>
                <a:lnTo>
                  <a:pt x="1551673" y="105352"/>
                </a:lnTo>
                <a:lnTo>
                  <a:pt x="1552827" y="105640"/>
                </a:lnTo>
                <a:lnTo>
                  <a:pt x="1552827" y="103331"/>
                </a:lnTo>
                <a:close/>
              </a:path>
              <a:path w="1771015" h="300990">
                <a:moveTo>
                  <a:pt x="1625347" y="73890"/>
                </a:moveTo>
                <a:lnTo>
                  <a:pt x="1586092" y="73890"/>
                </a:lnTo>
                <a:lnTo>
                  <a:pt x="1656520" y="184727"/>
                </a:lnTo>
                <a:lnTo>
                  <a:pt x="1586092" y="295563"/>
                </a:lnTo>
                <a:lnTo>
                  <a:pt x="1625347" y="295563"/>
                </a:lnTo>
                <a:lnTo>
                  <a:pt x="1678456" y="209549"/>
                </a:lnTo>
                <a:lnTo>
                  <a:pt x="1715269" y="209549"/>
                </a:lnTo>
                <a:lnTo>
                  <a:pt x="1699238" y="184727"/>
                </a:lnTo>
                <a:lnTo>
                  <a:pt x="1712287" y="164522"/>
                </a:lnTo>
                <a:lnTo>
                  <a:pt x="1678456" y="164522"/>
                </a:lnTo>
                <a:lnTo>
                  <a:pt x="1625347" y="73890"/>
                </a:lnTo>
                <a:close/>
              </a:path>
              <a:path w="1771015" h="300990">
                <a:moveTo>
                  <a:pt x="1715269" y="209549"/>
                </a:moveTo>
                <a:lnTo>
                  <a:pt x="1678456" y="209549"/>
                </a:lnTo>
                <a:lnTo>
                  <a:pt x="1731565" y="295563"/>
                </a:lnTo>
                <a:lnTo>
                  <a:pt x="1770820" y="295563"/>
                </a:lnTo>
                <a:lnTo>
                  <a:pt x="1715269" y="209549"/>
                </a:lnTo>
                <a:close/>
              </a:path>
              <a:path w="1771015" h="300990">
                <a:moveTo>
                  <a:pt x="1770820" y="73890"/>
                </a:moveTo>
                <a:lnTo>
                  <a:pt x="1731565" y="73890"/>
                </a:lnTo>
                <a:lnTo>
                  <a:pt x="1678456" y="164522"/>
                </a:lnTo>
                <a:lnTo>
                  <a:pt x="1712287" y="164522"/>
                </a:lnTo>
                <a:lnTo>
                  <a:pt x="1770820" y="7389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7" name="object 27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6336" y="2114324"/>
            <a:ext cx="2340213" cy="3035953"/>
            <a:chOff x="2057400" y="2971800"/>
            <a:chExt cx="3289300" cy="4267200"/>
          </a:xfrm>
        </p:grpSpPr>
        <p:sp>
          <p:nvSpPr>
            <p:cNvPr id="3" name="object 3"/>
            <p:cNvSpPr/>
            <p:nvPr/>
          </p:nvSpPr>
          <p:spPr>
            <a:xfrm>
              <a:off x="20574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" name="object 4"/>
            <p:cNvSpPr/>
            <p:nvPr/>
          </p:nvSpPr>
          <p:spPr>
            <a:xfrm>
              <a:off x="20574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025095" y="2114324"/>
            <a:ext cx="2340213" cy="3035953"/>
            <a:chOff x="10896600" y="2971800"/>
            <a:chExt cx="3289300" cy="4267200"/>
          </a:xfrm>
        </p:grpSpPr>
        <p:sp>
          <p:nvSpPr>
            <p:cNvPr id="6" name="object 6"/>
            <p:cNvSpPr/>
            <p:nvPr/>
          </p:nvSpPr>
          <p:spPr>
            <a:xfrm>
              <a:off x="108966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7" name="object 7"/>
            <p:cNvSpPr/>
            <p:nvPr/>
          </p:nvSpPr>
          <p:spPr>
            <a:xfrm>
              <a:off x="108966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8" name="object 8"/>
            <p:cNvSpPr/>
            <p:nvPr/>
          </p:nvSpPr>
          <p:spPr>
            <a:xfrm>
              <a:off x="112268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9" name="object 9"/>
            <p:cNvSpPr/>
            <p:nvPr/>
          </p:nvSpPr>
          <p:spPr>
            <a:xfrm>
              <a:off x="112776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0" name="object 10"/>
            <p:cNvSpPr/>
            <p:nvPr/>
          </p:nvSpPr>
          <p:spPr>
            <a:xfrm>
              <a:off x="121037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770987" y="3453245"/>
              <a:ext cx="1570990" cy="401955"/>
            </a:xfrm>
            <a:custGeom>
              <a:avLst/>
              <a:gdLst/>
              <a:ahLst/>
              <a:cxnLst/>
              <a:rect l="l" t="t" r="r" b="b"/>
              <a:pathLst>
                <a:path w="1570990" h="401954">
                  <a:moveTo>
                    <a:pt x="42718" y="23090"/>
                  </a:moveTo>
                  <a:lnTo>
                    <a:pt x="0" y="23090"/>
                  </a:lnTo>
                  <a:lnTo>
                    <a:pt x="0" y="318654"/>
                  </a:lnTo>
                  <a:lnTo>
                    <a:pt x="33481" y="318654"/>
                  </a:lnTo>
                  <a:lnTo>
                    <a:pt x="33481" y="94095"/>
                  </a:lnTo>
                  <a:lnTo>
                    <a:pt x="71788" y="94095"/>
                  </a:lnTo>
                  <a:lnTo>
                    <a:pt x="42718" y="23090"/>
                  </a:lnTo>
                  <a:close/>
                </a:path>
                <a:path w="1570990" h="401954">
                  <a:moveTo>
                    <a:pt x="71788" y="94095"/>
                  </a:moveTo>
                  <a:lnTo>
                    <a:pt x="36368" y="94095"/>
                  </a:lnTo>
                  <a:lnTo>
                    <a:pt x="128731" y="318654"/>
                  </a:lnTo>
                  <a:lnTo>
                    <a:pt x="161059" y="318654"/>
                  </a:lnTo>
                  <a:lnTo>
                    <a:pt x="181716" y="268431"/>
                  </a:lnTo>
                  <a:lnTo>
                    <a:pt x="143163" y="268431"/>
                  </a:lnTo>
                  <a:lnTo>
                    <a:pt x="71788" y="94095"/>
                  </a:lnTo>
                  <a:close/>
                </a:path>
                <a:path w="1570990" h="401954">
                  <a:moveTo>
                    <a:pt x="289790" y="94095"/>
                  </a:moveTo>
                  <a:lnTo>
                    <a:pt x="256309" y="94095"/>
                  </a:lnTo>
                  <a:lnTo>
                    <a:pt x="256309" y="318654"/>
                  </a:lnTo>
                  <a:lnTo>
                    <a:pt x="289790" y="318654"/>
                  </a:lnTo>
                  <a:lnTo>
                    <a:pt x="289790" y="94095"/>
                  </a:lnTo>
                  <a:close/>
                </a:path>
                <a:path w="1570990" h="401954">
                  <a:moveTo>
                    <a:pt x="289790" y="23090"/>
                  </a:moveTo>
                  <a:lnTo>
                    <a:pt x="247072" y="23090"/>
                  </a:lnTo>
                  <a:lnTo>
                    <a:pt x="146627" y="268431"/>
                  </a:lnTo>
                  <a:lnTo>
                    <a:pt x="181716" y="268431"/>
                  </a:lnTo>
                  <a:lnTo>
                    <a:pt x="253422" y="94095"/>
                  </a:lnTo>
                  <a:lnTo>
                    <a:pt x="289790" y="94095"/>
                  </a:lnTo>
                  <a:lnTo>
                    <a:pt x="289790" y="23090"/>
                  </a:lnTo>
                  <a:close/>
                </a:path>
                <a:path w="1570990" h="401954">
                  <a:moveTo>
                    <a:pt x="511136" y="124113"/>
                  </a:moveTo>
                  <a:lnTo>
                    <a:pt x="442948" y="124113"/>
                  </a:lnTo>
                  <a:lnTo>
                    <a:pt x="453961" y="124853"/>
                  </a:lnTo>
                  <a:lnTo>
                    <a:pt x="463477" y="127072"/>
                  </a:lnTo>
                  <a:lnTo>
                    <a:pt x="488977" y="159056"/>
                  </a:lnTo>
                  <a:lnTo>
                    <a:pt x="489707" y="169140"/>
                  </a:lnTo>
                  <a:lnTo>
                    <a:pt x="489707" y="175779"/>
                  </a:lnTo>
                  <a:lnTo>
                    <a:pt x="487735" y="179628"/>
                  </a:lnTo>
                  <a:lnTo>
                    <a:pt x="483790" y="181840"/>
                  </a:lnTo>
                  <a:lnTo>
                    <a:pt x="479942" y="184053"/>
                  </a:lnTo>
                  <a:lnTo>
                    <a:pt x="473784" y="185641"/>
                  </a:lnTo>
                  <a:lnTo>
                    <a:pt x="458561" y="187334"/>
                  </a:lnTo>
                  <a:lnTo>
                    <a:pt x="432557" y="190500"/>
                  </a:lnTo>
                  <a:lnTo>
                    <a:pt x="394403" y="197860"/>
                  </a:lnTo>
                  <a:lnTo>
                    <a:pt x="358116" y="219183"/>
                  </a:lnTo>
                  <a:lnTo>
                    <a:pt x="346648" y="257463"/>
                  </a:lnTo>
                  <a:lnTo>
                    <a:pt x="347175" y="266158"/>
                  </a:lnTo>
                  <a:lnTo>
                    <a:pt x="368516" y="306062"/>
                  </a:lnTo>
                  <a:lnTo>
                    <a:pt x="411875" y="323353"/>
                  </a:lnTo>
                  <a:lnTo>
                    <a:pt x="422166" y="323849"/>
                  </a:lnTo>
                  <a:lnTo>
                    <a:pt x="431466" y="323489"/>
                  </a:lnTo>
                  <a:lnTo>
                    <a:pt x="472055" y="308038"/>
                  </a:lnTo>
                  <a:lnTo>
                    <a:pt x="485759" y="293254"/>
                  </a:lnTo>
                  <a:lnTo>
                    <a:pt x="427362" y="293254"/>
                  </a:lnTo>
                  <a:lnTo>
                    <a:pt x="417534" y="292677"/>
                  </a:lnTo>
                  <a:lnTo>
                    <a:pt x="383886" y="273049"/>
                  </a:lnTo>
                  <a:lnTo>
                    <a:pt x="380603" y="248804"/>
                  </a:lnTo>
                  <a:lnTo>
                    <a:pt x="382912" y="241973"/>
                  </a:lnTo>
                  <a:lnTo>
                    <a:pt x="417981" y="222213"/>
                  </a:lnTo>
                  <a:lnTo>
                    <a:pt x="445113" y="218209"/>
                  </a:lnTo>
                  <a:lnTo>
                    <a:pt x="451078" y="217439"/>
                  </a:lnTo>
                  <a:lnTo>
                    <a:pt x="488264" y="208972"/>
                  </a:lnTo>
                  <a:lnTo>
                    <a:pt x="489707" y="207240"/>
                  </a:lnTo>
                  <a:lnTo>
                    <a:pt x="523766" y="207240"/>
                  </a:lnTo>
                  <a:lnTo>
                    <a:pt x="523766" y="172604"/>
                  </a:lnTo>
                  <a:lnTo>
                    <a:pt x="523225" y="160066"/>
                  </a:lnTo>
                  <a:lnTo>
                    <a:pt x="521602" y="148864"/>
                  </a:lnTo>
                  <a:lnTo>
                    <a:pt x="518896" y="138996"/>
                  </a:lnTo>
                  <a:lnTo>
                    <a:pt x="515107" y="130463"/>
                  </a:lnTo>
                  <a:lnTo>
                    <a:pt x="511136" y="124113"/>
                  </a:lnTo>
                  <a:close/>
                </a:path>
                <a:path w="1570990" h="401954">
                  <a:moveTo>
                    <a:pt x="523766" y="288636"/>
                  </a:moveTo>
                  <a:lnTo>
                    <a:pt x="489707" y="288636"/>
                  </a:lnTo>
                  <a:lnTo>
                    <a:pt x="489707" y="318654"/>
                  </a:lnTo>
                  <a:lnTo>
                    <a:pt x="523766" y="318654"/>
                  </a:lnTo>
                  <a:lnTo>
                    <a:pt x="523766" y="288636"/>
                  </a:lnTo>
                  <a:close/>
                </a:path>
                <a:path w="1570990" h="401954">
                  <a:moveTo>
                    <a:pt x="523766" y="207240"/>
                  </a:moveTo>
                  <a:lnTo>
                    <a:pt x="489707" y="207240"/>
                  </a:lnTo>
                  <a:lnTo>
                    <a:pt x="489702" y="238485"/>
                  </a:lnTo>
                  <a:lnTo>
                    <a:pt x="489256" y="245259"/>
                  </a:lnTo>
                  <a:lnTo>
                    <a:pt x="467987" y="281059"/>
                  </a:lnTo>
                  <a:lnTo>
                    <a:pt x="427362" y="293254"/>
                  </a:lnTo>
                  <a:lnTo>
                    <a:pt x="485759" y="293254"/>
                  </a:lnTo>
                  <a:lnTo>
                    <a:pt x="487975" y="288636"/>
                  </a:lnTo>
                  <a:lnTo>
                    <a:pt x="523766" y="288636"/>
                  </a:lnTo>
                  <a:lnTo>
                    <a:pt x="523766" y="207240"/>
                  </a:lnTo>
                  <a:close/>
                </a:path>
                <a:path w="1570990" h="401954">
                  <a:moveTo>
                    <a:pt x="448913" y="94095"/>
                  </a:moveTo>
                  <a:lnTo>
                    <a:pt x="441794" y="94095"/>
                  </a:lnTo>
                  <a:lnTo>
                    <a:pt x="433387" y="94384"/>
                  </a:lnTo>
                  <a:lnTo>
                    <a:pt x="391210" y="104919"/>
                  </a:lnTo>
                  <a:lnTo>
                    <a:pt x="357584" y="136506"/>
                  </a:lnTo>
                  <a:lnTo>
                    <a:pt x="352894" y="146049"/>
                  </a:lnTo>
                  <a:lnTo>
                    <a:pt x="385221" y="157595"/>
                  </a:lnTo>
                  <a:lnTo>
                    <a:pt x="388549" y="151624"/>
                  </a:lnTo>
                  <a:lnTo>
                    <a:pt x="392906" y="145833"/>
                  </a:lnTo>
                  <a:lnTo>
                    <a:pt x="431412" y="124781"/>
                  </a:lnTo>
                  <a:lnTo>
                    <a:pt x="442948" y="124113"/>
                  </a:lnTo>
                  <a:lnTo>
                    <a:pt x="511136" y="124113"/>
                  </a:lnTo>
                  <a:lnTo>
                    <a:pt x="510498" y="123094"/>
                  </a:lnTo>
                  <a:lnTo>
                    <a:pt x="473264" y="98253"/>
                  </a:lnTo>
                  <a:lnTo>
                    <a:pt x="457091" y="94961"/>
                  </a:lnTo>
                  <a:lnTo>
                    <a:pt x="448913" y="94095"/>
                  </a:lnTo>
                  <a:close/>
                </a:path>
                <a:path w="1570990" h="401954">
                  <a:moveTo>
                    <a:pt x="503562" y="0"/>
                  </a:moveTo>
                  <a:lnTo>
                    <a:pt x="463730" y="0"/>
                  </a:lnTo>
                  <a:lnTo>
                    <a:pt x="428516" y="66963"/>
                  </a:lnTo>
                  <a:lnTo>
                    <a:pt x="458534" y="66963"/>
                  </a:lnTo>
                  <a:lnTo>
                    <a:pt x="503562" y="0"/>
                  </a:lnTo>
                  <a:close/>
                </a:path>
                <a:path w="1570990" h="401954">
                  <a:moveTo>
                    <a:pt x="771236" y="284595"/>
                  </a:moveTo>
                  <a:lnTo>
                    <a:pt x="737177" y="284595"/>
                  </a:lnTo>
                  <a:lnTo>
                    <a:pt x="737177" y="401781"/>
                  </a:lnTo>
                  <a:lnTo>
                    <a:pt x="771236" y="401781"/>
                  </a:lnTo>
                  <a:lnTo>
                    <a:pt x="771236" y="284595"/>
                  </a:lnTo>
                  <a:close/>
                </a:path>
                <a:path w="1570990" h="401954">
                  <a:moveTo>
                    <a:pt x="670213" y="94095"/>
                  </a:moveTo>
                  <a:lnTo>
                    <a:pt x="631951" y="101969"/>
                  </a:lnTo>
                  <a:lnTo>
                    <a:pt x="594094" y="135668"/>
                  </a:lnTo>
                  <a:lnTo>
                    <a:pt x="578535" y="175779"/>
                  </a:lnTo>
                  <a:lnTo>
                    <a:pt x="575540" y="208395"/>
                  </a:lnTo>
                  <a:lnTo>
                    <a:pt x="576289" y="225415"/>
                  </a:lnTo>
                  <a:lnTo>
                    <a:pt x="587519" y="269442"/>
                  </a:lnTo>
                  <a:lnTo>
                    <a:pt x="610682" y="301480"/>
                  </a:lnTo>
                  <a:lnTo>
                    <a:pt x="656187" y="322397"/>
                  </a:lnTo>
                  <a:lnTo>
                    <a:pt x="669636" y="323272"/>
                  </a:lnTo>
                  <a:lnTo>
                    <a:pt x="679783" y="322830"/>
                  </a:lnTo>
                  <a:lnTo>
                    <a:pt x="715204" y="308516"/>
                  </a:lnTo>
                  <a:lnTo>
                    <a:pt x="728968" y="292677"/>
                  </a:lnTo>
                  <a:lnTo>
                    <a:pt x="674254" y="292677"/>
                  </a:lnTo>
                  <a:lnTo>
                    <a:pt x="664007" y="291973"/>
                  </a:lnTo>
                  <a:lnTo>
                    <a:pt x="625907" y="268071"/>
                  </a:lnTo>
                  <a:lnTo>
                    <a:pt x="611403" y="230403"/>
                  </a:lnTo>
                  <a:lnTo>
                    <a:pt x="609600" y="207818"/>
                  </a:lnTo>
                  <a:lnTo>
                    <a:pt x="610041" y="196417"/>
                  </a:lnTo>
                  <a:lnTo>
                    <a:pt x="620721" y="156720"/>
                  </a:lnTo>
                  <a:lnTo>
                    <a:pt x="654410" y="127469"/>
                  </a:lnTo>
                  <a:lnTo>
                    <a:pt x="674254" y="124690"/>
                  </a:lnTo>
                  <a:lnTo>
                    <a:pt x="729172" y="124690"/>
                  </a:lnTo>
                  <a:lnTo>
                    <a:pt x="728277" y="123440"/>
                  </a:lnTo>
                  <a:lnTo>
                    <a:pt x="723755" y="117474"/>
                  </a:lnTo>
                  <a:lnTo>
                    <a:pt x="719329" y="111413"/>
                  </a:lnTo>
                  <a:lnTo>
                    <a:pt x="712883" y="106025"/>
                  </a:lnTo>
                  <a:lnTo>
                    <a:pt x="704417" y="101311"/>
                  </a:lnTo>
                  <a:lnTo>
                    <a:pt x="697570" y="98154"/>
                  </a:lnTo>
                  <a:lnTo>
                    <a:pt x="689588" y="95899"/>
                  </a:lnTo>
                  <a:lnTo>
                    <a:pt x="680469" y="94546"/>
                  </a:lnTo>
                  <a:lnTo>
                    <a:pt x="670213" y="94095"/>
                  </a:lnTo>
                  <a:close/>
                </a:path>
                <a:path w="1570990" h="401954">
                  <a:moveTo>
                    <a:pt x="729172" y="124690"/>
                  </a:moveTo>
                  <a:lnTo>
                    <a:pt x="674254" y="124690"/>
                  </a:lnTo>
                  <a:lnTo>
                    <a:pt x="684230" y="125349"/>
                  </a:lnTo>
                  <a:lnTo>
                    <a:pt x="693376" y="127324"/>
                  </a:lnTo>
                  <a:lnTo>
                    <a:pt x="726497" y="155520"/>
                  </a:lnTo>
                  <a:lnTo>
                    <a:pt x="737303" y="195794"/>
                  </a:lnTo>
                  <a:lnTo>
                    <a:pt x="737754" y="207818"/>
                  </a:lnTo>
                  <a:lnTo>
                    <a:pt x="737294" y="220004"/>
                  </a:lnTo>
                  <a:lnTo>
                    <a:pt x="726290" y="261134"/>
                  </a:lnTo>
                  <a:lnTo>
                    <a:pt x="693160" y="290007"/>
                  </a:lnTo>
                  <a:lnTo>
                    <a:pt x="674254" y="292677"/>
                  </a:lnTo>
                  <a:lnTo>
                    <a:pt x="728968" y="292677"/>
                  </a:lnTo>
                  <a:lnTo>
                    <a:pt x="731789" y="288636"/>
                  </a:lnTo>
                  <a:lnTo>
                    <a:pt x="734290" y="284595"/>
                  </a:lnTo>
                  <a:lnTo>
                    <a:pt x="771236" y="284595"/>
                  </a:lnTo>
                  <a:lnTo>
                    <a:pt x="771236" y="132195"/>
                  </a:lnTo>
                  <a:lnTo>
                    <a:pt x="734290" y="132195"/>
                  </a:lnTo>
                  <a:lnTo>
                    <a:pt x="731789" y="128346"/>
                  </a:lnTo>
                  <a:lnTo>
                    <a:pt x="729172" y="124690"/>
                  </a:lnTo>
                  <a:close/>
                </a:path>
                <a:path w="1570990" h="401954">
                  <a:moveTo>
                    <a:pt x="771236" y="96981"/>
                  </a:moveTo>
                  <a:lnTo>
                    <a:pt x="738331" y="96981"/>
                  </a:lnTo>
                  <a:lnTo>
                    <a:pt x="738331" y="132195"/>
                  </a:lnTo>
                  <a:lnTo>
                    <a:pt x="771236" y="132195"/>
                  </a:lnTo>
                  <a:lnTo>
                    <a:pt x="771236" y="96981"/>
                  </a:lnTo>
                  <a:close/>
                </a:path>
                <a:path w="1570990" h="401954">
                  <a:moveTo>
                    <a:pt x="867640" y="96981"/>
                  </a:moveTo>
                  <a:lnTo>
                    <a:pt x="833581" y="96981"/>
                  </a:lnTo>
                  <a:lnTo>
                    <a:pt x="833586" y="237953"/>
                  </a:lnTo>
                  <a:lnTo>
                    <a:pt x="842818" y="284739"/>
                  </a:lnTo>
                  <a:lnTo>
                    <a:pt x="876588" y="316426"/>
                  </a:lnTo>
                  <a:lnTo>
                    <a:pt x="905163" y="321540"/>
                  </a:lnTo>
                  <a:lnTo>
                    <a:pt x="917178" y="320810"/>
                  </a:lnTo>
                  <a:lnTo>
                    <a:pt x="954412" y="303618"/>
                  </a:lnTo>
                  <a:lnTo>
                    <a:pt x="966874" y="288636"/>
                  </a:lnTo>
                  <a:lnTo>
                    <a:pt x="916131" y="288636"/>
                  </a:lnTo>
                  <a:lnTo>
                    <a:pt x="905993" y="287734"/>
                  </a:lnTo>
                  <a:lnTo>
                    <a:pt x="871032" y="257319"/>
                  </a:lnTo>
                  <a:lnTo>
                    <a:pt x="867640" y="235527"/>
                  </a:lnTo>
                  <a:lnTo>
                    <a:pt x="867640" y="96981"/>
                  </a:lnTo>
                  <a:close/>
                </a:path>
                <a:path w="1570990" h="401954">
                  <a:moveTo>
                    <a:pt x="1007340" y="281131"/>
                  </a:moveTo>
                  <a:lnTo>
                    <a:pt x="973281" y="281131"/>
                  </a:lnTo>
                  <a:lnTo>
                    <a:pt x="973281" y="318654"/>
                  </a:lnTo>
                  <a:lnTo>
                    <a:pt x="1007340" y="318654"/>
                  </a:lnTo>
                  <a:lnTo>
                    <a:pt x="1007340" y="281131"/>
                  </a:lnTo>
                  <a:close/>
                </a:path>
                <a:path w="1570990" h="401954">
                  <a:moveTo>
                    <a:pt x="1007340" y="96981"/>
                  </a:moveTo>
                  <a:lnTo>
                    <a:pt x="973281" y="96981"/>
                  </a:lnTo>
                  <a:lnTo>
                    <a:pt x="973281" y="228022"/>
                  </a:lnTo>
                  <a:lnTo>
                    <a:pt x="972713" y="237953"/>
                  </a:lnTo>
                  <a:lnTo>
                    <a:pt x="954159" y="273915"/>
                  </a:lnTo>
                  <a:lnTo>
                    <a:pt x="916131" y="288636"/>
                  </a:lnTo>
                  <a:lnTo>
                    <a:pt x="966874" y="288636"/>
                  </a:lnTo>
                  <a:lnTo>
                    <a:pt x="970972" y="281131"/>
                  </a:lnTo>
                  <a:lnTo>
                    <a:pt x="1007340" y="281131"/>
                  </a:lnTo>
                  <a:lnTo>
                    <a:pt x="1007340" y="96981"/>
                  </a:lnTo>
                  <a:close/>
                </a:path>
                <a:path w="1570990" h="401954">
                  <a:moveTo>
                    <a:pt x="1103781" y="96981"/>
                  </a:moveTo>
                  <a:lnTo>
                    <a:pt x="1069722" y="96981"/>
                  </a:lnTo>
                  <a:lnTo>
                    <a:pt x="1069722" y="318654"/>
                  </a:lnTo>
                  <a:lnTo>
                    <a:pt x="1103781" y="318654"/>
                  </a:lnTo>
                  <a:lnTo>
                    <a:pt x="1103781" y="96981"/>
                  </a:lnTo>
                  <a:close/>
                </a:path>
                <a:path w="1570990" h="401954">
                  <a:moveTo>
                    <a:pt x="1093679" y="13854"/>
                  </a:moveTo>
                  <a:lnTo>
                    <a:pt x="1080402" y="13854"/>
                  </a:lnTo>
                  <a:lnTo>
                    <a:pt x="1074677" y="16115"/>
                  </a:lnTo>
                  <a:lnTo>
                    <a:pt x="1069866" y="20637"/>
                  </a:lnTo>
                  <a:lnTo>
                    <a:pt x="1065152" y="25159"/>
                  </a:lnTo>
                  <a:lnTo>
                    <a:pt x="1062795" y="30595"/>
                  </a:lnTo>
                  <a:lnTo>
                    <a:pt x="1062795" y="43295"/>
                  </a:lnTo>
                  <a:lnTo>
                    <a:pt x="1065152" y="48731"/>
                  </a:lnTo>
                  <a:lnTo>
                    <a:pt x="1069866" y="53253"/>
                  </a:lnTo>
                  <a:lnTo>
                    <a:pt x="1074677" y="57775"/>
                  </a:lnTo>
                  <a:lnTo>
                    <a:pt x="1080402" y="60036"/>
                  </a:lnTo>
                  <a:lnTo>
                    <a:pt x="1093679" y="60036"/>
                  </a:lnTo>
                  <a:lnTo>
                    <a:pt x="1099355" y="57775"/>
                  </a:lnTo>
                  <a:lnTo>
                    <a:pt x="1104070" y="53253"/>
                  </a:lnTo>
                  <a:lnTo>
                    <a:pt x="1108880" y="48731"/>
                  </a:lnTo>
                  <a:lnTo>
                    <a:pt x="1111286" y="43295"/>
                  </a:lnTo>
                  <a:lnTo>
                    <a:pt x="1111286" y="30595"/>
                  </a:lnTo>
                  <a:lnTo>
                    <a:pt x="1108880" y="25159"/>
                  </a:lnTo>
                  <a:lnTo>
                    <a:pt x="1104070" y="20637"/>
                  </a:lnTo>
                  <a:lnTo>
                    <a:pt x="1099355" y="16115"/>
                  </a:lnTo>
                  <a:lnTo>
                    <a:pt x="1093679" y="13854"/>
                  </a:lnTo>
                  <a:close/>
                </a:path>
                <a:path w="1570990" h="401954">
                  <a:moveTo>
                    <a:pt x="1199067" y="96981"/>
                  </a:moveTo>
                  <a:lnTo>
                    <a:pt x="1166163" y="96981"/>
                  </a:lnTo>
                  <a:lnTo>
                    <a:pt x="1166163" y="318654"/>
                  </a:lnTo>
                  <a:lnTo>
                    <a:pt x="1200222" y="318654"/>
                  </a:lnTo>
                  <a:lnTo>
                    <a:pt x="1200222" y="185304"/>
                  </a:lnTo>
                  <a:lnTo>
                    <a:pt x="1200682" y="175996"/>
                  </a:lnTo>
                  <a:lnTo>
                    <a:pt x="1216277" y="140457"/>
                  </a:lnTo>
                  <a:lnTo>
                    <a:pt x="1227952" y="131618"/>
                  </a:lnTo>
                  <a:lnTo>
                    <a:pt x="1199067" y="131618"/>
                  </a:lnTo>
                  <a:lnTo>
                    <a:pt x="1199067" y="96981"/>
                  </a:lnTo>
                  <a:close/>
                </a:path>
                <a:path w="1570990" h="401954">
                  <a:moveTo>
                    <a:pt x="1328513" y="124690"/>
                  </a:moveTo>
                  <a:lnTo>
                    <a:pt x="1256794" y="124690"/>
                  </a:lnTo>
                  <a:lnTo>
                    <a:pt x="1267997" y="125610"/>
                  </a:lnTo>
                  <a:lnTo>
                    <a:pt x="1277937" y="128371"/>
                  </a:lnTo>
                  <a:lnTo>
                    <a:pt x="1304203" y="156873"/>
                  </a:lnTo>
                  <a:lnTo>
                    <a:pt x="1307594" y="180109"/>
                  </a:lnTo>
                  <a:lnTo>
                    <a:pt x="1307594" y="318654"/>
                  </a:lnTo>
                  <a:lnTo>
                    <a:pt x="1341653" y="318654"/>
                  </a:lnTo>
                  <a:lnTo>
                    <a:pt x="1341575" y="175996"/>
                  </a:lnTo>
                  <a:lnTo>
                    <a:pt x="1332273" y="131040"/>
                  </a:lnTo>
                  <a:lnTo>
                    <a:pt x="1328513" y="124690"/>
                  </a:lnTo>
                  <a:close/>
                </a:path>
                <a:path w="1570990" h="401954">
                  <a:moveTo>
                    <a:pt x="1266608" y="94095"/>
                  </a:moveTo>
                  <a:lnTo>
                    <a:pt x="1225622" y="104486"/>
                  </a:lnTo>
                  <a:lnTo>
                    <a:pt x="1201953" y="131618"/>
                  </a:lnTo>
                  <a:lnTo>
                    <a:pt x="1227952" y="131618"/>
                  </a:lnTo>
                  <a:lnTo>
                    <a:pt x="1234281" y="128668"/>
                  </a:lnTo>
                  <a:lnTo>
                    <a:pt x="1241352" y="126458"/>
                  </a:lnTo>
                  <a:lnTo>
                    <a:pt x="1248857" y="125132"/>
                  </a:lnTo>
                  <a:lnTo>
                    <a:pt x="1256794" y="124690"/>
                  </a:lnTo>
                  <a:lnTo>
                    <a:pt x="1328513" y="124690"/>
                  </a:lnTo>
                  <a:lnTo>
                    <a:pt x="1327113" y="122327"/>
                  </a:lnTo>
                  <a:lnTo>
                    <a:pt x="1287715" y="96404"/>
                  </a:lnTo>
                  <a:lnTo>
                    <a:pt x="1277513" y="94672"/>
                  </a:lnTo>
                  <a:lnTo>
                    <a:pt x="1266608" y="94095"/>
                  </a:lnTo>
                  <a:close/>
                </a:path>
                <a:path w="1570990" h="401954">
                  <a:moveTo>
                    <a:pt x="1558092" y="124113"/>
                  </a:moveTo>
                  <a:lnTo>
                    <a:pt x="1489904" y="124113"/>
                  </a:lnTo>
                  <a:lnTo>
                    <a:pt x="1500918" y="124853"/>
                  </a:lnTo>
                  <a:lnTo>
                    <a:pt x="1510434" y="127072"/>
                  </a:lnTo>
                  <a:lnTo>
                    <a:pt x="1535933" y="159056"/>
                  </a:lnTo>
                  <a:lnTo>
                    <a:pt x="1536663" y="169140"/>
                  </a:lnTo>
                  <a:lnTo>
                    <a:pt x="1536663" y="175779"/>
                  </a:lnTo>
                  <a:lnTo>
                    <a:pt x="1534691" y="179628"/>
                  </a:lnTo>
                  <a:lnTo>
                    <a:pt x="1530746" y="181840"/>
                  </a:lnTo>
                  <a:lnTo>
                    <a:pt x="1526898" y="184053"/>
                  </a:lnTo>
                  <a:lnTo>
                    <a:pt x="1520740" y="185641"/>
                  </a:lnTo>
                  <a:lnTo>
                    <a:pt x="1505518" y="187334"/>
                  </a:lnTo>
                  <a:lnTo>
                    <a:pt x="1479513" y="190500"/>
                  </a:lnTo>
                  <a:lnTo>
                    <a:pt x="1441359" y="197860"/>
                  </a:lnTo>
                  <a:lnTo>
                    <a:pt x="1405072" y="219183"/>
                  </a:lnTo>
                  <a:lnTo>
                    <a:pt x="1393605" y="257463"/>
                  </a:lnTo>
                  <a:lnTo>
                    <a:pt x="1394131" y="266158"/>
                  </a:lnTo>
                  <a:lnTo>
                    <a:pt x="1415472" y="306062"/>
                  </a:lnTo>
                  <a:lnTo>
                    <a:pt x="1458831" y="323353"/>
                  </a:lnTo>
                  <a:lnTo>
                    <a:pt x="1469123" y="323849"/>
                  </a:lnTo>
                  <a:lnTo>
                    <a:pt x="1478422" y="323489"/>
                  </a:lnTo>
                  <a:lnTo>
                    <a:pt x="1519012" y="308038"/>
                  </a:lnTo>
                  <a:lnTo>
                    <a:pt x="1532715" y="293254"/>
                  </a:lnTo>
                  <a:lnTo>
                    <a:pt x="1474318" y="293254"/>
                  </a:lnTo>
                  <a:lnTo>
                    <a:pt x="1464490" y="292677"/>
                  </a:lnTo>
                  <a:lnTo>
                    <a:pt x="1430842" y="273049"/>
                  </a:lnTo>
                  <a:lnTo>
                    <a:pt x="1427559" y="248804"/>
                  </a:lnTo>
                  <a:lnTo>
                    <a:pt x="1429868" y="241973"/>
                  </a:lnTo>
                  <a:lnTo>
                    <a:pt x="1464937" y="222213"/>
                  </a:lnTo>
                  <a:lnTo>
                    <a:pt x="1492069" y="218209"/>
                  </a:lnTo>
                  <a:lnTo>
                    <a:pt x="1498034" y="217439"/>
                  </a:lnTo>
                  <a:lnTo>
                    <a:pt x="1535220" y="208972"/>
                  </a:lnTo>
                  <a:lnTo>
                    <a:pt x="1536663" y="207240"/>
                  </a:lnTo>
                  <a:lnTo>
                    <a:pt x="1570723" y="207240"/>
                  </a:lnTo>
                  <a:lnTo>
                    <a:pt x="1570723" y="172604"/>
                  </a:lnTo>
                  <a:lnTo>
                    <a:pt x="1570181" y="160066"/>
                  </a:lnTo>
                  <a:lnTo>
                    <a:pt x="1568558" y="148864"/>
                  </a:lnTo>
                  <a:lnTo>
                    <a:pt x="1565852" y="138996"/>
                  </a:lnTo>
                  <a:lnTo>
                    <a:pt x="1562063" y="130463"/>
                  </a:lnTo>
                  <a:lnTo>
                    <a:pt x="1558092" y="124113"/>
                  </a:lnTo>
                  <a:close/>
                </a:path>
                <a:path w="1570990" h="401954">
                  <a:moveTo>
                    <a:pt x="1570723" y="288636"/>
                  </a:moveTo>
                  <a:lnTo>
                    <a:pt x="1536663" y="288636"/>
                  </a:lnTo>
                  <a:lnTo>
                    <a:pt x="1536663" y="318654"/>
                  </a:lnTo>
                  <a:lnTo>
                    <a:pt x="1570723" y="318654"/>
                  </a:lnTo>
                  <a:lnTo>
                    <a:pt x="1570723" y="288636"/>
                  </a:lnTo>
                  <a:close/>
                </a:path>
                <a:path w="1570990" h="401954">
                  <a:moveTo>
                    <a:pt x="1570723" y="207240"/>
                  </a:moveTo>
                  <a:lnTo>
                    <a:pt x="1536663" y="207240"/>
                  </a:lnTo>
                  <a:lnTo>
                    <a:pt x="1536659" y="238485"/>
                  </a:lnTo>
                  <a:lnTo>
                    <a:pt x="1536212" y="245259"/>
                  </a:lnTo>
                  <a:lnTo>
                    <a:pt x="1514944" y="281059"/>
                  </a:lnTo>
                  <a:lnTo>
                    <a:pt x="1474318" y="293254"/>
                  </a:lnTo>
                  <a:lnTo>
                    <a:pt x="1532715" y="293254"/>
                  </a:lnTo>
                  <a:lnTo>
                    <a:pt x="1534932" y="288636"/>
                  </a:lnTo>
                  <a:lnTo>
                    <a:pt x="1570723" y="288636"/>
                  </a:lnTo>
                  <a:lnTo>
                    <a:pt x="1570723" y="207240"/>
                  </a:lnTo>
                  <a:close/>
                </a:path>
                <a:path w="1570990" h="401954">
                  <a:moveTo>
                    <a:pt x="1495869" y="94095"/>
                  </a:moveTo>
                  <a:lnTo>
                    <a:pt x="1488750" y="94095"/>
                  </a:lnTo>
                  <a:lnTo>
                    <a:pt x="1480343" y="94384"/>
                  </a:lnTo>
                  <a:lnTo>
                    <a:pt x="1438166" y="104919"/>
                  </a:lnTo>
                  <a:lnTo>
                    <a:pt x="1404540" y="136506"/>
                  </a:lnTo>
                  <a:lnTo>
                    <a:pt x="1399850" y="146049"/>
                  </a:lnTo>
                  <a:lnTo>
                    <a:pt x="1432177" y="157595"/>
                  </a:lnTo>
                  <a:lnTo>
                    <a:pt x="1435505" y="151624"/>
                  </a:lnTo>
                  <a:lnTo>
                    <a:pt x="1439862" y="145833"/>
                  </a:lnTo>
                  <a:lnTo>
                    <a:pt x="1478368" y="124781"/>
                  </a:lnTo>
                  <a:lnTo>
                    <a:pt x="1489904" y="124113"/>
                  </a:lnTo>
                  <a:lnTo>
                    <a:pt x="1558092" y="124113"/>
                  </a:lnTo>
                  <a:lnTo>
                    <a:pt x="1557454" y="123094"/>
                  </a:lnTo>
                  <a:lnTo>
                    <a:pt x="1520220" y="98253"/>
                  </a:lnTo>
                  <a:lnTo>
                    <a:pt x="1504048" y="94961"/>
                  </a:lnTo>
                  <a:lnTo>
                    <a:pt x="1495869" y="94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268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776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172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5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5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5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5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5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5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5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5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5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5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5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5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5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5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5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5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5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5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268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776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9531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971261" y="2954633"/>
            <a:ext cx="1879399" cy="524063"/>
            <a:chOff x="2387600" y="4152900"/>
            <a:chExt cx="2641600" cy="736600"/>
          </a:xfrm>
        </p:grpSpPr>
        <p:sp>
          <p:nvSpPr>
            <p:cNvPr id="19" name="object 19"/>
            <p:cNvSpPr/>
            <p:nvPr/>
          </p:nvSpPr>
          <p:spPr>
            <a:xfrm>
              <a:off x="23876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0" name="object 20"/>
            <p:cNvSpPr/>
            <p:nvPr/>
          </p:nvSpPr>
          <p:spPr>
            <a:xfrm>
              <a:off x="24384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45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22" name="object 22"/>
          <p:cNvSpPr/>
          <p:nvPr/>
        </p:nvSpPr>
        <p:spPr>
          <a:xfrm>
            <a:off x="2244073" y="2456854"/>
            <a:ext cx="1326355" cy="229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23" name="object 23"/>
          <p:cNvGrpSpPr/>
          <p:nvPr/>
        </p:nvGrpSpPr>
        <p:grpSpPr>
          <a:xfrm>
            <a:off x="1971261" y="3659407"/>
            <a:ext cx="1879399" cy="524063"/>
            <a:chOff x="2387600" y="5143500"/>
            <a:chExt cx="2641600" cy="736600"/>
          </a:xfrm>
        </p:grpSpPr>
        <p:sp>
          <p:nvSpPr>
            <p:cNvPr id="24" name="object 24"/>
            <p:cNvSpPr/>
            <p:nvPr/>
          </p:nvSpPr>
          <p:spPr>
            <a:xfrm>
              <a:off x="23876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5" name="object 25"/>
            <p:cNvSpPr/>
            <p:nvPr/>
          </p:nvSpPr>
          <p:spPr>
            <a:xfrm>
              <a:off x="24384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6" name="object 26"/>
            <p:cNvSpPr/>
            <p:nvPr/>
          </p:nvSpPr>
          <p:spPr>
            <a:xfrm>
              <a:off x="31780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4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4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4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4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4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4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4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4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4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4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4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4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4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4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4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4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4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4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971261" y="4364182"/>
            <a:ext cx="1879399" cy="524063"/>
            <a:chOff x="2387600" y="6134100"/>
            <a:chExt cx="2641600" cy="736600"/>
          </a:xfrm>
        </p:grpSpPr>
        <p:sp>
          <p:nvSpPr>
            <p:cNvPr id="28" name="object 28"/>
            <p:cNvSpPr/>
            <p:nvPr/>
          </p:nvSpPr>
          <p:spPr>
            <a:xfrm>
              <a:off x="23876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9" name="object 29"/>
            <p:cNvSpPr/>
            <p:nvPr/>
          </p:nvSpPr>
          <p:spPr>
            <a:xfrm>
              <a:off x="24384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0" name="object 30"/>
            <p:cNvSpPr/>
            <p:nvPr/>
          </p:nvSpPr>
          <p:spPr>
            <a:xfrm>
              <a:off x="31139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880716" y="2114324"/>
            <a:ext cx="2340213" cy="3035953"/>
            <a:chOff x="6477000" y="2971800"/>
            <a:chExt cx="3289300" cy="4267200"/>
          </a:xfrm>
        </p:grpSpPr>
        <p:sp>
          <p:nvSpPr>
            <p:cNvPr id="32" name="object 32"/>
            <p:cNvSpPr/>
            <p:nvPr/>
          </p:nvSpPr>
          <p:spPr>
            <a:xfrm>
              <a:off x="64770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098800" y="0"/>
                  </a:moveTo>
                  <a:lnTo>
                    <a:pt x="190500" y="0"/>
                  </a:lnTo>
                  <a:lnTo>
                    <a:pt x="146820" y="5031"/>
                  </a:lnTo>
                  <a:lnTo>
                    <a:pt x="106722" y="19362"/>
                  </a:lnTo>
                  <a:lnTo>
                    <a:pt x="71351" y="41850"/>
                  </a:lnTo>
                  <a:lnTo>
                    <a:pt x="41850" y="71351"/>
                  </a:lnTo>
                  <a:lnTo>
                    <a:pt x="19362" y="106722"/>
                  </a:lnTo>
                  <a:lnTo>
                    <a:pt x="5031" y="146820"/>
                  </a:lnTo>
                  <a:lnTo>
                    <a:pt x="0" y="190500"/>
                  </a:lnTo>
                  <a:lnTo>
                    <a:pt x="0" y="4076700"/>
                  </a:lnTo>
                  <a:lnTo>
                    <a:pt x="5031" y="4120379"/>
                  </a:lnTo>
                  <a:lnTo>
                    <a:pt x="19362" y="4160477"/>
                  </a:lnTo>
                  <a:lnTo>
                    <a:pt x="41850" y="4195848"/>
                  </a:lnTo>
                  <a:lnTo>
                    <a:pt x="71351" y="4225349"/>
                  </a:lnTo>
                  <a:lnTo>
                    <a:pt x="106722" y="4247837"/>
                  </a:lnTo>
                  <a:lnTo>
                    <a:pt x="146820" y="4262168"/>
                  </a:lnTo>
                  <a:lnTo>
                    <a:pt x="190499" y="4267200"/>
                  </a:lnTo>
                  <a:lnTo>
                    <a:pt x="3098800" y="4267200"/>
                  </a:lnTo>
                  <a:lnTo>
                    <a:pt x="3142479" y="4262168"/>
                  </a:lnTo>
                  <a:lnTo>
                    <a:pt x="3182577" y="4247837"/>
                  </a:lnTo>
                  <a:lnTo>
                    <a:pt x="3217948" y="4225349"/>
                  </a:lnTo>
                  <a:lnTo>
                    <a:pt x="3247449" y="4195848"/>
                  </a:lnTo>
                  <a:lnTo>
                    <a:pt x="3269937" y="4160477"/>
                  </a:lnTo>
                  <a:lnTo>
                    <a:pt x="3284268" y="4120379"/>
                  </a:lnTo>
                  <a:lnTo>
                    <a:pt x="3289300" y="4076700"/>
                  </a:lnTo>
                  <a:lnTo>
                    <a:pt x="3289300" y="190500"/>
                  </a:lnTo>
                  <a:lnTo>
                    <a:pt x="3284268" y="146820"/>
                  </a:lnTo>
                  <a:lnTo>
                    <a:pt x="3269937" y="106722"/>
                  </a:lnTo>
                  <a:lnTo>
                    <a:pt x="3247449" y="71351"/>
                  </a:lnTo>
                  <a:lnTo>
                    <a:pt x="3217948" y="41850"/>
                  </a:lnTo>
                  <a:lnTo>
                    <a:pt x="3182577" y="19362"/>
                  </a:lnTo>
                  <a:lnTo>
                    <a:pt x="3142479" y="5031"/>
                  </a:lnTo>
                  <a:lnTo>
                    <a:pt x="3098800" y="0"/>
                  </a:lnTo>
                  <a:close/>
                </a:path>
              </a:pathLst>
            </a:custGeom>
            <a:solidFill>
              <a:srgbClr val="63A55E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3" name="object 33"/>
            <p:cNvSpPr/>
            <p:nvPr/>
          </p:nvSpPr>
          <p:spPr>
            <a:xfrm>
              <a:off x="6477000" y="2971800"/>
              <a:ext cx="3289300" cy="4267200"/>
            </a:xfrm>
            <a:custGeom>
              <a:avLst/>
              <a:gdLst/>
              <a:ahLst/>
              <a:cxnLst/>
              <a:rect l="l" t="t" r="r" b="b"/>
              <a:pathLst>
                <a:path w="3289300" h="4267200">
                  <a:moveTo>
                    <a:pt x="32893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289300" y="4267200"/>
                  </a:lnTo>
                  <a:lnTo>
                    <a:pt x="3289300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115640" y="5421344"/>
            <a:ext cx="1879399" cy="524063"/>
            <a:chOff x="6807200" y="7620000"/>
            <a:chExt cx="2641600" cy="736600"/>
          </a:xfrm>
        </p:grpSpPr>
        <p:sp>
          <p:nvSpPr>
            <p:cNvPr id="35" name="object 35"/>
            <p:cNvSpPr/>
            <p:nvPr/>
          </p:nvSpPr>
          <p:spPr>
            <a:xfrm>
              <a:off x="6807200" y="76200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6" name="object 36"/>
            <p:cNvSpPr/>
            <p:nvPr/>
          </p:nvSpPr>
          <p:spPr>
            <a:xfrm>
              <a:off x="6858000" y="76200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37" name="object 37"/>
            <p:cNvSpPr/>
            <p:nvPr/>
          </p:nvSpPr>
          <p:spPr>
            <a:xfrm>
              <a:off x="7770487" y="7772400"/>
              <a:ext cx="703580" cy="310515"/>
            </a:xfrm>
            <a:custGeom>
              <a:avLst/>
              <a:gdLst/>
              <a:ahLst/>
              <a:cxnLst/>
              <a:rect l="l" t="t" r="r" b="b"/>
              <a:pathLst>
                <a:path w="703579" h="310515">
                  <a:moveTo>
                    <a:pt x="36945" y="228600"/>
                  </a:moveTo>
                  <a:lnTo>
                    <a:pt x="0" y="228600"/>
                  </a:lnTo>
                  <a:lnTo>
                    <a:pt x="1578" y="240352"/>
                  </a:lnTo>
                  <a:lnTo>
                    <a:pt x="22116" y="279832"/>
                  </a:lnTo>
                  <a:lnTo>
                    <a:pt x="63382" y="304231"/>
                  </a:lnTo>
                  <a:lnTo>
                    <a:pt x="106218" y="309995"/>
                  </a:lnTo>
                  <a:lnTo>
                    <a:pt x="122607" y="309282"/>
                  </a:lnTo>
                  <a:lnTo>
                    <a:pt x="164089" y="298594"/>
                  </a:lnTo>
                  <a:lnTo>
                    <a:pt x="192875" y="277668"/>
                  </a:lnTo>
                  <a:lnTo>
                    <a:pt x="106218" y="277668"/>
                  </a:lnTo>
                  <a:lnTo>
                    <a:pt x="97559" y="277343"/>
                  </a:lnTo>
                  <a:lnTo>
                    <a:pt x="59459" y="265761"/>
                  </a:lnTo>
                  <a:lnTo>
                    <a:pt x="38190" y="236609"/>
                  </a:lnTo>
                  <a:lnTo>
                    <a:pt x="36945" y="228600"/>
                  </a:lnTo>
                  <a:close/>
                </a:path>
                <a:path w="703579" h="310515">
                  <a:moveTo>
                    <a:pt x="109104" y="5195"/>
                  </a:moveTo>
                  <a:lnTo>
                    <a:pt x="69678" y="11040"/>
                  </a:lnTo>
                  <a:lnTo>
                    <a:pt x="28863" y="35664"/>
                  </a:lnTo>
                  <a:lnTo>
                    <a:pt x="8920" y="75730"/>
                  </a:lnTo>
                  <a:lnTo>
                    <a:pt x="8081" y="87745"/>
                  </a:lnTo>
                  <a:lnTo>
                    <a:pt x="9344" y="101969"/>
                  </a:lnTo>
                  <a:lnTo>
                    <a:pt x="28286" y="136092"/>
                  </a:lnTo>
                  <a:lnTo>
                    <a:pt x="66711" y="159011"/>
                  </a:lnTo>
                  <a:lnTo>
                    <a:pt x="127153" y="177168"/>
                  </a:lnTo>
                  <a:lnTo>
                    <a:pt x="134540" y="179603"/>
                  </a:lnTo>
                  <a:lnTo>
                    <a:pt x="170151" y="200025"/>
                  </a:lnTo>
                  <a:lnTo>
                    <a:pt x="178377" y="214168"/>
                  </a:lnTo>
                  <a:lnTo>
                    <a:pt x="178333" y="224559"/>
                  </a:lnTo>
                  <a:lnTo>
                    <a:pt x="157631" y="262947"/>
                  </a:lnTo>
                  <a:lnTo>
                    <a:pt x="116203" y="277253"/>
                  </a:lnTo>
                  <a:lnTo>
                    <a:pt x="106218" y="277668"/>
                  </a:lnTo>
                  <a:lnTo>
                    <a:pt x="192875" y="277668"/>
                  </a:lnTo>
                  <a:lnTo>
                    <a:pt x="212228" y="236248"/>
                  </a:lnTo>
                  <a:lnTo>
                    <a:pt x="213013" y="224559"/>
                  </a:lnTo>
                  <a:lnTo>
                    <a:pt x="212481" y="214574"/>
                  </a:lnTo>
                  <a:lnTo>
                    <a:pt x="194829" y="176501"/>
                  </a:lnTo>
                  <a:lnTo>
                    <a:pt x="162637" y="154447"/>
                  </a:lnTo>
                  <a:lnTo>
                    <a:pt x="94384" y="133638"/>
                  </a:lnTo>
                  <a:lnTo>
                    <a:pt x="88370" y="131762"/>
                  </a:lnTo>
                  <a:lnTo>
                    <a:pt x="52195" y="111942"/>
                  </a:lnTo>
                  <a:lnTo>
                    <a:pt x="42718" y="93903"/>
                  </a:lnTo>
                  <a:lnTo>
                    <a:pt x="42718" y="86013"/>
                  </a:lnTo>
                  <a:lnTo>
                    <a:pt x="60613" y="50836"/>
                  </a:lnTo>
                  <a:lnTo>
                    <a:pt x="98443" y="37342"/>
                  </a:lnTo>
                  <a:lnTo>
                    <a:pt x="107950" y="36945"/>
                  </a:lnTo>
                  <a:lnTo>
                    <a:pt x="189852" y="36945"/>
                  </a:lnTo>
                  <a:lnTo>
                    <a:pt x="188046" y="34816"/>
                  </a:lnTo>
                  <a:lnTo>
                    <a:pt x="148395" y="10959"/>
                  </a:lnTo>
                  <a:lnTo>
                    <a:pt x="122995" y="5835"/>
                  </a:lnTo>
                  <a:lnTo>
                    <a:pt x="109104" y="5195"/>
                  </a:lnTo>
                  <a:close/>
                </a:path>
                <a:path w="703579" h="310515">
                  <a:moveTo>
                    <a:pt x="189852" y="36945"/>
                  </a:moveTo>
                  <a:lnTo>
                    <a:pt x="107950" y="36945"/>
                  </a:lnTo>
                  <a:lnTo>
                    <a:pt x="120848" y="37703"/>
                  </a:lnTo>
                  <a:lnTo>
                    <a:pt x="132700" y="39976"/>
                  </a:lnTo>
                  <a:lnTo>
                    <a:pt x="167769" y="63644"/>
                  </a:lnTo>
                  <a:lnTo>
                    <a:pt x="174336" y="83127"/>
                  </a:lnTo>
                  <a:lnTo>
                    <a:pt x="208972" y="83127"/>
                  </a:lnTo>
                  <a:lnTo>
                    <a:pt x="207836" y="72240"/>
                  </a:lnTo>
                  <a:lnTo>
                    <a:pt x="205148" y="61948"/>
                  </a:lnTo>
                  <a:lnTo>
                    <a:pt x="200908" y="52252"/>
                  </a:lnTo>
                  <a:lnTo>
                    <a:pt x="195118" y="43151"/>
                  </a:lnTo>
                  <a:lnTo>
                    <a:pt x="189852" y="36945"/>
                  </a:lnTo>
                  <a:close/>
                </a:path>
                <a:path w="703579" h="310515">
                  <a:moveTo>
                    <a:pt x="421442" y="110259"/>
                  </a:moveTo>
                  <a:lnTo>
                    <a:pt x="353254" y="110259"/>
                  </a:lnTo>
                  <a:lnTo>
                    <a:pt x="364268" y="110998"/>
                  </a:lnTo>
                  <a:lnTo>
                    <a:pt x="373784" y="113217"/>
                  </a:lnTo>
                  <a:lnTo>
                    <a:pt x="399283" y="145202"/>
                  </a:lnTo>
                  <a:lnTo>
                    <a:pt x="400013" y="155286"/>
                  </a:lnTo>
                  <a:lnTo>
                    <a:pt x="400013" y="161924"/>
                  </a:lnTo>
                  <a:lnTo>
                    <a:pt x="398041" y="165773"/>
                  </a:lnTo>
                  <a:lnTo>
                    <a:pt x="394096" y="167986"/>
                  </a:lnTo>
                  <a:lnTo>
                    <a:pt x="390248" y="170199"/>
                  </a:lnTo>
                  <a:lnTo>
                    <a:pt x="384090" y="171786"/>
                  </a:lnTo>
                  <a:lnTo>
                    <a:pt x="368868" y="173479"/>
                  </a:lnTo>
                  <a:lnTo>
                    <a:pt x="342863" y="176645"/>
                  </a:lnTo>
                  <a:lnTo>
                    <a:pt x="304709" y="184005"/>
                  </a:lnTo>
                  <a:lnTo>
                    <a:pt x="268422" y="205328"/>
                  </a:lnTo>
                  <a:lnTo>
                    <a:pt x="256955" y="243609"/>
                  </a:lnTo>
                  <a:lnTo>
                    <a:pt x="257481" y="252304"/>
                  </a:lnTo>
                  <a:lnTo>
                    <a:pt x="278822" y="292208"/>
                  </a:lnTo>
                  <a:lnTo>
                    <a:pt x="322181" y="309499"/>
                  </a:lnTo>
                  <a:lnTo>
                    <a:pt x="332473" y="309995"/>
                  </a:lnTo>
                  <a:lnTo>
                    <a:pt x="341772" y="309634"/>
                  </a:lnTo>
                  <a:lnTo>
                    <a:pt x="382361" y="294183"/>
                  </a:lnTo>
                  <a:lnTo>
                    <a:pt x="396065" y="279400"/>
                  </a:lnTo>
                  <a:lnTo>
                    <a:pt x="337668" y="279400"/>
                  </a:lnTo>
                  <a:lnTo>
                    <a:pt x="327840" y="278822"/>
                  </a:lnTo>
                  <a:lnTo>
                    <a:pt x="294192" y="259195"/>
                  </a:lnTo>
                  <a:lnTo>
                    <a:pt x="290909" y="234950"/>
                  </a:lnTo>
                  <a:lnTo>
                    <a:pt x="293218" y="228118"/>
                  </a:lnTo>
                  <a:lnTo>
                    <a:pt x="328287" y="208359"/>
                  </a:lnTo>
                  <a:lnTo>
                    <a:pt x="355419" y="204354"/>
                  </a:lnTo>
                  <a:lnTo>
                    <a:pt x="361384" y="203584"/>
                  </a:lnTo>
                  <a:lnTo>
                    <a:pt x="398570" y="195118"/>
                  </a:lnTo>
                  <a:lnTo>
                    <a:pt x="400013" y="193386"/>
                  </a:lnTo>
                  <a:lnTo>
                    <a:pt x="434073" y="193386"/>
                  </a:lnTo>
                  <a:lnTo>
                    <a:pt x="434073" y="158750"/>
                  </a:lnTo>
                  <a:lnTo>
                    <a:pt x="433531" y="146212"/>
                  </a:lnTo>
                  <a:lnTo>
                    <a:pt x="431908" y="135009"/>
                  </a:lnTo>
                  <a:lnTo>
                    <a:pt x="429202" y="125141"/>
                  </a:lnTo>
                  <a:lnTo>
                    <a:pt x="425413" y="116609"/>
                  </a:lnTo>
                  <a:lnTo>
                    <a:pt x="421442" y="110259"/>
                  </a:lnTo>
                  <a:close/>
                </a:path>
                <a:path w="703579" h="310515">
                  <a:moveTo>
                    <a:pt x="434073" y="274781"/>
                  </a:moveTo>
                  <a:lnTo>
                    <a:pt x="400013" y="274781"/>
                  </a:lnTo>
                  <a:lnTo>
                    <a:pt x="400013" y="304800"/>
                  </a:lnTo>
                  <a:lnTo>
                    <a:pt x="434073" y="304800"/>
                  </a:lnTo>
                  <a:lnTo>
                    <a:pt x="434073" y="274781"/>
                  </a:lnTo>
                  <a:close/>
                </a:path>
                <a:path w="703579" h="310515">
                  <a:moveTo>
                    <a:pt x="434073" y="193386"/>
                  </a:moveTo>
                  <a:lnTo>
                    <a:pt x="400013" y="193386"/>
                  </a:lnTo>
                  <a:lnTo>
                    <a:pt x="400009" y="224631"/>
                  </a:lnTo>
                  <a:lnTo>
                    <a:pt x="399562" y="231405"/>
                  </a:lnTo>
                  <a:lnTo>
                    <a:pt x="378294" y="267205"/>
                  </a:lnTo>
                  <a:lnTo>
                    <a:pt x="337668" y="279400"/>
                  </a:lnTo>
                  <a:lnTo>
                    <a:pt x="396065" y="279400"/>
                  </a:lnTo>
                  <a:lnTo>
                    <a:pt x="398282" y="274781"/>
                  </a:lnTo>
                  <a:lnTo>
                    <a:pt x="434073" y="274781"/>
                  </a:lnTo>
                  <a:lnTo>
                    <a:pt x="434073" y="193386"/>
                  </a:lnTo>
                  <a:close/>
                </a:path>
                <a:path w="703579" h="310515">
                  <a:moveTo>
                    <a:pt x="359219" y="80240"/>
                  </a:moveTo>
                  <a:lnTo>
                    <a:pt x="352100" y="80240"/>
                  </a:lnTo>
                  <a:lnTo>
                    <a:pt x="343693" y="80529"/>
                  </a:lnTo>
                  <a:lnTo>
                    <a:pt x="301516" y="91064"/>
                  </a:lnTo>
                  <a:lnTo>
                    <a:pt x="267890" y="122652"/>
                  </a:lnTo>
                  <a:lnTo>
                    <a:pt x="263200" y="132195"/>
                  </a:lnTo>
                  <a:lnTo>
                    <a:pt x="295527" y="143740"/>
                  </a:lnTo>
                  <a:lnTo>
                    <a:pt x="298855" y="137769"/>
                  </a:lnTo>
                  <a:lnTo>
                    <a:pt x="303212" y="131978"/>
                  </a:lnTo>
                  <a:lnTo>
                    <a:pt x="341718" y="110926"/>
                  </a:lnTo>
                  <a:lnTo>
                    <a:pt x="353254" y="110259"/>
                  </a:lnTo>
                  <a:lnTo>
                    <a:pt x="421442" y="110259"/>
                  </a:lnTo>
                  <a:lnTo>
                    <a:pt x="420804" y="109239"/>
                  </a:lnTo>
                  <a:lnTo>
                    <a:pt x="383570" y="84399"/>
                  </a:lnTo>
                  <a:lnTo>
                    <a:pt x="367397" y="81106"/>
                  </a:lnTo>
                  <a:lnTo>
                    <a:pt x="359219" y="80240"/>
                  </a:lnTo>
                  <a:close/>
                </a:path>
                <a:path w="703579" h="310515">
                  <a:moveTo>
                    <a:pt x="530297" y="83127"/>
                  </a:moveTo>
                  <a:lnTo>
                    <a:pt x="496238" y="83127"/>
                  </a:lnTo>
                  <a:lnTo>
                    <a:pt x="496238" y="304800"/>
                  </a:lnTo>
                  <a:lnTo>
                    <a:pt x="530297" y="304800"/>
                  </a:lnTo>
                  <a:lnTo>
                    <a:pt x="530297" y="83127"/>
                  </a:lnTo>
                  <a:close/>
                </a:path>
                <a:path w="703579" h="310515">
                  <a:moveTo>
                    <a:pt x="520194" y="0"/>
                  </a:moveTo>
                  <a:lnTo>
                    <a:pt x="506917" y="0"/>
                  </a:lnTo>
                  <a:lnTo>
                    <a:pt x="501192" y="2260"/>
                  </a:lnTo>
                  <a:lnTo>
                    <a:pt x="496382" y="6782"/>
                  </a:lnTo>
                  <a:lnTo>
                    <a:pt x="491667" y="11304"/>
                  </a:lnTo>
                  <a:lnTo>
                    <a:pt x="489310" y="16740"/>
                  </a:lnTo>
                  <a:lnTo>
                    <a:pt x="489310" y="29440"/>
                  </a:lnTo>
                  <a:lnTo>
                    <a:pt x="491667" y="34876"/>
                  </a:lnTo>
                  <a:lnTo>
                    <a:pt x="496382" y="39398"/>
                  </a:lnTo>
                  <a:lnTo>
                    <a:pt x="501192" y="43920"/>
                  </a:lnTo>
                  <a:lnTo>
                    <a:pt x="506917" y="46181"/>
                  </a:lnTo>
                  <a:lnTo>
                    <a:pt x="520194" y="46181"/>
                  </a:lnTo>
                  <a:lnTo>
                    <a:pt x="525871" y="43920"/>
                  </a:lnTo>
                  <a:lnTo>
                    <a:pt x="530585" y="39398"/>
                  </a:lnTo>
                  <a:lnTo>
                    <a:pt x="535396" y="34876"/>
                  </a:lnTo>
                  <a:lnTo>
                    <a:pt x="537801" y="29440"/>
                  </a:lnTo>
                  <a:lnTo>
                    <a:pt x="537801" y="16740"/>
                  </a:lnTo>
                  <a:lnTo>
                    <a:pt x="535396" y="11304"/>
                  </a:lnTo>
                  <a:lnTo>
                    <a:pt x="530585" y="6782"/>
                  </a:lnTo>
                  <a:lnTo>
                    <a:pt x="525871" y="2260"/>
                  </a:lnTo>
                  <a:lnTo>
                    <a:pt x="520194" y="0"/>
                  </a:lnTo>
                  <a:close/>
                </a:path>
                <a:path w="703579" h="310515">
                  <a:moveTo>
                    <a:pt x="625583" y="83127"/>
                  </a:moveTo>
                  <a:lnTo>
                    <a:pt x="592678" y="83127"/>
                  </a:lnTo>
                  <a:lnTo>
                    <a:pt x="592678" y="304800"/>
                  </a:lnTo>
                  <a:lnTo>
                    <a:pt x="626737" y="304800"/>
                  </a:lnTo>
                  <a:lnTo>
                    <a:pt x="626737" y="164522"/>
                  </a:lnTo>
                  <a:lnTo>
                    <a:pt x="627188" y="157225"/>
                  </a:lnTo>
                  <a:lnTo>
                    <a:pt x="647916" y="122995"/>
                  </a:lnTo>
                  <a:lnTo>
                    <a:pt x="659937" y="116609"/>
                  </a:lnTo>
                  <a:lnTo>
                    <a:pt x="625583" y="116609"/>
                  </a:lnTo>
                  <a:lnTo>
                    <a:pt x="625583" y="83127"/>
                  </a:lnTo>
                  <a:close/>
                </a:path>
                <a:path w="703579" h="310515">
                  <a:moveTo>
                    <a:pt x="688121" y="79663"/>
                  </a:moveTo>
                  <a:lnTo>
                    <a:pt x="685619" y="79663"/>
                  </a:lnTo>
                  <a:lnTo>
                    <a:pt x="675914" y="80304"/>
                  </a:lnTo>
                  <a:lnTo>
                    <a:pt x="636407" y="101708"/>
                  </a:lnTo>
                  <a:lnTo>
                    <a:pt x="627892" y="116609"/>
                  </a:lnTo>
                  <a:lnTo>
                    <a:pt x="659937" y="116609"/>
                  </a:lnTo>
                  <a:lnTo>
                    <a:pt x="660436" y="116383"/>
                  </a:lnTo>
                  <a:lnTo>
                    <a:pt x="667435" y="114263"/>
                  </a:lnTo>
                  <a:lnTo>
                    <a:pt x="674867" y="112992"/>
                  </a:lnTo>
                  <a:lnTo>
                    <a:pt x="682733" y="112568"/>
                  </a:lnTo>
                  <a:lnTo>
                    <a:pt x="703515" y="112568"/>
                  </a:lnTo>
                  <a:lnTo>
                    <a:pt x="703515" y="80240"/>
                  </a:lnTo>
                  <a:lnTo>
                    <a:pt x="701590" y="80048"/>
                  </a:lnTo>
                  <a:lnTo>
                    <a:pt x="698752" y="79904"/>
                  </a:lnTo>
                  <a:lnTo>
                    <a:pt x="691248" y="79711"/>
                  </a:lnTo>
                  <a:lnTo>
                    <a:pt x="688121" y="79663"/>
                  </a:lnTo>
                  <a:close/>
                </a:path>
                <a:path w="703579" h="310515">
                  <a:moveTo>
                    <a:pt x="703515" y="112568"/>
                  </a:moveTo>
                  <a:lnTo>
                    <a:pt x="687255" y="112568"/>
                  </a:lnTo>
                  <a:lnTo>
                    <a:pt x="691536" y="112904"/>
                  </a:lnTo>
                  <a:lnTo>
                    <a:pt x="695577" y="113578"/>
                  </a:lnTo>
                  <a:lnTo>
                    <a:pt x="699714" y="114155"/>
                  </a:lnTo>
                  <a:lnTo>
                    <a:pt x="702360" y="114588"/>
                  </a:lnTo>
                  <a:lnTo>
                    <a:pt x="703515" y="114877"/>
                  </a:lnTo>
                  <a:lnTo>
                    <a:pt x="703515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115640" y="2954633"/>
            <a:ext cx="1879399" cy="524063"/>
            <a:chOff x="6807200" y="4152900"/>
            <a:chExt cx="2641600" cy="736600"/>
          </a:xfrm>
        </p:grpSpPr>
        <p:sp>
          <p:nvSpPr>
            <p:cNvPr id="39" name="object 39"/>
            <p:cNvSpPr/>
            <p:nvPr/>
          </p:nvSpPr>
          <p:spPr>
            <a:xfrm>
              <a:off x="6807200" y="41529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0" name="object 40"/>
            <p:cNvSpPr/>
            <p:nvPr/>
          </p:nvSpPr>
          <p:spPr>
            <a:xfrm>
              <a:off x="6858000" y="41529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1" name="object 41"/>
            <p:cNvSpPr/>
            <p:nvPr/>
          </p:nvSpPr>
          <p:spPr>
            <a:xfrm>
              <a:off x="7684131" y="4305300"/>
              <a:ext cx="890269" cy="310515"/>
            </a:xfrm>
            <a:custGeom>
              <a:avLst/>
              <a:gdLst/>
              <a:ahLst/>
              <a:cxnLst/>
              <a:rect l="l" t="t" r="r" b="b"/>
              <a:pathLst>
                <a:path w="890270" h="310514">
                  <a:moveTo>
                    <a:pt x="130463" y="5195"/>
                  </a:moveTo>
                  <a:lnTo>
                    <a:pt x="78454" y="15586"/>
                  </a:lnTo>
                  <a:lnTo>
                    <a:pt x="36909" y="46037"/>
                  </a:lnTo>
                  <a:lnTo>
                    <a:pt x="9473" y="94113"/>
                  </a:lnTo>
                  <a:lnTo>
                    <a:pt x="1055" y="134432"/>
                  </a:lnTo>
                  <a:lnTo>
                    <a:pt x="0" y="157018"/>
                  </a:lnTo>
                  <a:lnTo>
                    <a:pt x="1055" y="179603"/>
                  </a:lnTo>
                  <a:lnTo>
                    <a:pt x="9497" y="220013"/>
                  </a:lnTo>
                  <a:lnTo>
                    <a:pt x="36909" y="267998"/>
                  </a:lnTo>
                  <a:lnTo>
                    <a:pt x="78454" y="298450"/>
                  </a:lnTo>
                  <a:lnTo>
                    <a:pt x="130463" y="308840"/>
                  </a:lnTo>
                  <a:lnTo>
                    <a:pt x="141476" y="308435"/>
                  </a:lnTo>
                  <a:lnTo>
                    <a:pt x="182102" y="298729"/>
                  </a:lnTo>
                  <a:lnTo>
                    <a:pt x="215719" y="276829"/>
                  </a:lnTo>
                  <a:lnTo>
                    <a:pt x="217126" y="275359"/>
                  </a:lnTo>
                  <a:lnTo>
                    <a:pt x="130463" y="275359"/>
                  </a:lnTo>
                  <a:lnTo>
                    <a:pt x="117357" y="274511"/>
                  </a:lnTo>
                  <a:lnTo>
                    <a:pt x="71554" y="254207"/>
                  </a:lnTo>
                  <a:lnTo>
                    <a:pt x="47336" y="221817"/>
                  </a:lnTo>
                  <a:lnTo>
                    <a:pt x="35430" y="175463"/>
                  </a:lnTo>
                  <a:lnTo>
                    <a:pt x="34636" y="157018"/>
                  </a:lnTo>
                  <a:lnTo>
                    <a:pt x="35430" y="138572"/>
                  </a:lnTo>
                  <a:lnTo>
                    <a:pt x="47336" y="92219"/>
                  </a:lnTo>
                  <a:lnTo>
                    <a:pt x="71554" y="59828"/>
                  </a:lnTo>
                  <a:lnTo>
                    <a:pt x="117357" y="39525"/>
                  </a:lnTo>
                  <a:lnTo>
                    <a:pt x="130463" y="38677"/>
                  </a:lnTo>
                  <a:lnTo>
                    <a:pt x="217056" y="38677"/>
                  </a:lnTo>
                  <a:lnTo>
                    <a:pt x="215719" y="37288"/>
                  </a:lnTo>
                  <a:lnTo>
                    <a:pt x="182102" y="15315"/>
                  </a:lnTo>
                  <a:lnTo>
                    <a:pt x="141476" y="5601"/>
                  </a:lnTo>
                  <a:lnTo>
                    <a:pt x="130463" y="5195"/>
                  </a:lnTo>
                  <a:close/>
                </a:path>
                <a:path w="890270" h="310514">
                  <a:moveTo>
                    <a:pt x="249381" y="212436"/>
                  </a:moveTo>
                  <a:lnTo>
                    <a:pt x="213590" y="212436"/>
                  </a:lnTo>
                  <a:lnTo>
                    <a:pt x="211705" y="219868"/>
                  </a:lnTo>
                  <a:lnTo>
                    <a:pt x="209225" y="226868"/>
                  </a:lnTo>
                  <a:lnTo>
                    <a:pt x="183428" y="259339"/>
                  </a:lnTo>
                  <a:lnTo>
                    <a:pt x="144895" y="274348"/>
                  </a:lnTo>
                  <a:lnTo>
                    <a:pt x="130463" y="275359"/>
                  </a:lnTo>
                  <a:lnTo>
                    <a:pt x="217126" y="275359"/>
                  </a:lnTo>
                  <a:lnTo>
                    <a:pt x="239586" y="243744"/>
                  </a:lnTo>
                  <a:lnTo>
                    <a:pt x="246946" y="223467"/>
                  </a:lnTo>
                  <a:lnTo>
                    <a:pt x="249381" y="212436"/>
                  </a:lnTo>
                  <a:close/>
                </a:path>
                <a:path w="890270" h="310514">
                  <a:moveTo>
                    <a:pt x="217056" y="38677"/>
                  </a:moveTo>
                  <a:lnTo>
                    <a:pt x="130463" y="38677"/>
                  </a:lnTo>
                  <a:lnTo>
                    <a:pt x="137751" y="38929"/>
                  </a:lnTo>
                  <a:lnTo>
                    <a:pt x="144895" y="39687"/>
                  </a:lnTo>
                  <a:lnTo>
                    <a:pt x="183428" y="54840"/>
                  </a:lnTo>
                  <a:lnTo>
                    <a:pt x="209225" y="87096"/>
                  </a:lnTo>
                  <a:lnTo>
                    <a:pt x="213590" y="101600"/>
                  </a:lnTo>
                  <a:lnTo>
                    <a:pt x="249381" y="101600"/>
                  </a:lnTo>
                  <a:lnTo>
                    <a:pt x="234661" y="61046"/>
                  </a:lnTo>
                  <a:lnTo>
                    <a:pt x="222682" y="44522"/>
                  </a:lnTo>
                  <a:lnTo>
                    <a:pt x="217056" y="38677"/>
                  </a:lnTo>
                  <a:close/>
                </a:path>
                <a:path w="890270" h="310514">
                  <a:moveTo>
                    <a:pt x="335503" y="83127"/>
                  </a:moveTo>
                  <a:lnTo>
                    <a:pt x="302599" y="83127"/>
                  </a:lnTo>
                  <a:lnTo>
                    <a:pt x="302599" y="304800"/>
                  </a:lnTo>
                  <a:lnTo>
                    <a:pt x="336658" y="304800"/>
                  </a:lnTo>
                  <a:lnTo>
                    <a:pt x="336658" y="164522"/>
                  </a:lnTo>
                  <a:lnTo>
                    <a:pt x="337109" y="157225"/>
                  </a:lnTo>
                  <a:lnTo>
                    <a:pt x="357836" y="122995"/>
                  </a:lnTo>
                  <a:lnTo>
                    <a:pt x="369857" y="116609"/>
                  </a:lnTo>
                  <a:lnTo>
                    <a:pt x="335503" y="116609"/>
                  </a:lnTo>
                  <a:lnTo>
                    <a:pt x="335503" y="83127"/>
                  </a:lnTo>
                  <a:close/>
                </a:path>
                <a:path w="890270" h="310514">
                  <a:moveTo>
                    <a:pt x="398041" y="79663"/>
                  </a:moveTo>
                  <a:lnTo>
                    <a:pt x="395540" y="79663"/>
                  </a:lnTo>
                  <a:lnTo>
                    <a:pt x="385834" y="80304"/>
                  </a:lnTo>
                  <a:lnTo>
                    <a:pt x="346327" y="101708"/>
                  </a:lnTo>
                  <a:lnTo>
                    <a:pt x="337812" y="116609"/>
                  </a:lnTo>
                  <a:lnTo>
                    <a:pt x="369857" y="116609"/>
                  </a:lnTo>
                  <a:lnTo>
                    <a:pt x="370356" y="116383"/>
                  </a:lnTo>
                  <a:lnTo>
                    <a:pt x="377355" y="114263"/>
                  </a:lnTo>
                  <a:lnTo>
                    <a:pt x="384788" y="112992"/>
                  </a:lnTo>
                  <a:lnTo>
                    <a:pt x="392653" y="112568"/>
                  </a:lnTo>
                  <a:lnTo>
                    <a:pt x="413435" y="112568"/>
                  </a:lnTo>
                  <a:lnTo>
                    <a:pt x="413435" y="80240"/>
                  </a:lnTo>
                  <a:lnTo>
                    <a:pt x="411511" y="80048"/>
                  </a:lnTo>
                  <a:lnTo>
                    <a:pt x="408672" y="79904"/>
                  </a:lnTo>
                  <a:lnTo>
                    <a:pt x="401168" y="79711"/>
                  </a:lnTo>
                  <a:lnTo>
                    <a:pt x="398041" y="79663"/>
                  </a:lnTo>
                  <a:close/>
                </a:path>
                <a:path w="890270" h="310514">
                  <a:moveTo>
                    <a:pt x="413435" y="112568"/>
                  </a:moveTo>
                  <a:lnTo>
                    <a:pt x="397175" y="112568"/>
                  </a:lnTo>
                  <a:lnTo>
                    <a:pt x="401457" y="112904"/>
                  </a:lnTo>
                  <a:lnTo>
                    <a:pt x="405498" y="113578"/>
                  </a:lnTo>
                  <a:lnTo>
                    <a:pt x="409635" y="114155"/>
                  </a:lnTo>
                  <a:lnTo>
                    <a:pt x="412281" y="114588"/>
                  </a:lnTo>
                  <a:lnTo>
                    <a:pt x="413435" y="114877"/>
                  </a:lnTo>
                  <a:lnTo>
                    <a:pt x="413435" y="112568"/>
                  </a:lnTo>
                  <a:close/>
                </a:path>
                <a:path w="890270" h="310514">
                  <a:moveTo>
                    <a:pt x="487867" y="83127"/>
                  </a:moveTo>
                  <a:lnTo>
                    <a:pt x="453808" y="83127"/>
                  </a:lnTo>
                  <a:lnTo>
                    <a:pt x="453808" y="304800"/>
                  </a:lnTo>
                  <a:lnTo>
                    <a:pt x="487867" y="304800"/>
                  </a:lnTo>
                  <a:lnTo>
                    <a:pt x="487867" y="83127"/>
                  </a:lnTo>
                  <a:close/>
                </a:path>
                <a:path w="890270" h="310514">
                  <a:moveTo>
                    <a:pt x="477765" y="0"/>
                  </a:moveTo>
                  <a:lnTo>
                    <a:pt x="464488" y="0"/>
                  </a:lnTo>
                  <a:lnTo>
                    <a:pt x="458763" y="2260"/>
                  </a:lnTo>
                  <a:lnTo>
                    <a:pt x="453952" y="6782"/>
                  </a:lnTo>
                  <a:lnTo>
                    <a:pt x="449238" y="11304"/>
                  </a:lnTo>
                  <a:lnTo>
                    <a:pt x="446881" y="16740"/>
                  </a:lnTo>
                  <a:lnTo>
                    <a:pt x="446881" y="29440"/>
                  </a:lnTo>
                  <a:lnTo>
                    <a:pt x="449238" y="34876"/>
                  </a:lnTo>
                  <a:lnTo>
                    <a:pt x="453952" y="39398"/>
                  </a:lnTo>
                  <a:lnTo>
                    <a:pt x="458763" y="43920"/>
                  </a:lnTo>
                  <a:lnTo>
                    <a:pt x="464488" y="46181"/>
                  </a:lnTo>
                  <a:lnTo>
                    <a:pt x="477765" y="46181"/>
                  </a:lnTo>
                  <a:lnTo>
                    <a:pt x="483441" y="43920"/>
                  </a:lnTo>
                  <a:lnTo>
                    <a:pt x="488156" y="39398"/>
                  </a:lnTo>
                  <a:lnTo>
                    <a:pt x="492966" y="34876"/>
                  </a:lnTo>
                  <a:lnTo>
                    <a:pt x="495372" y="29440"/>
                  </a:lnTo>
                  <a:lnTo>
                    <a:pt x="495372" y="16740"/>
                  </a:lnTo>
                  <a:lnTo>
                    <a:pt x="492966" y="11304"/>
                  </a:lnTo>
                  <a:lnTo>
                    <a:pt x="488156" y="6782"/>
                  </a:lnTo>
                  <a:lnTo>
                    <a:pt x="483441" y="2260"/>
                  </a:lnTo>
                  <a:lnTo>
                    <a:pt x="477765" y="0"/>
                  </a:lnTo>
                  <a:close/>
                </a:path>
                <a:path w="890270" h="310514">
                  <a:moveTo>
                    <a:pt x="704450" y="110259"/>
                  </a:moveTo>
                  <a:lnTo>
                    <a:pt x="636262" y="110259"/>
                  </a:lnTo>
                  <a:lnTo>
                    <a:pt x="647276" y="110998"/>
                  </a:lnTo>
                  <a:lnTo>
                    <a:pt x="656792" y="113217"/>
                  </a:lnTo>
                  <a:lnTo>
                    <a:pt x="682291" y="145202"/>
                  </a:lnTo>
                  <a:lnTo>
                    <a:pt x="683021" y="155286"/>
                  </a:lnTo>
                  <a:lnTo>
                    <a:pt x="683021" y="161924"/>
                  </a:lnTo>
                  <a:lnTo>
                    <a:pt x="681049" y="165773"/>
                  </a:lnTo>
                  <a:lnTo>
                    <a:pt x="677104" y="167986"/>
                  </a:lnTo>
                  <a:lnTo>
                    <a:pt x="673256" y="170199"/>
                  </a:lnTo>
                  <a:lnTo>
                    <a:pt x="667098" y="171786"/>
                  </a:lnTo>
                  <a:lnTo>
                    <a:pt x="651876" y="173479"/>
                  </a:lnTo>
                  <a:lnTo>
                    <a:pt x="625871" y="176645"/>
                  </a:lnTo>
                  <a:lnTo>
                    <a:pt x="587717" y="184005"/>
                  </a:lnTo>
                  <a:lnTo>
                    <a:pt x="551430" y="205328"/>
                  </a:lnTo>
                  <a:lnTo>
                    <a:pt x="539963" y="243609"/>
                  </a:lnTo>
                  <a:lnTo>
                    <a:pt x="540489" y="252304"/>
                  </a:lnTo>
                  <a:lnTo>
                    <a:pt x="561830" y="292208"/>
                  </a:lnTo>
                  <a:lnTo>
                    <a:pt x="605189" y="309499"/>
                  </a:lnTo>
                  <a:lnTo>
                    <a:pt x="615480" y="309995"/>
                  </a:lnTo>
                  <a:lnTo>
                    <a:pt x="624780" y="309634"/>
                  </a:lnTo>
                  <a:lnTo>
                    <a:pt x="665369" y="294183"/>
                  </a:lnTo>
                  <a:lnTo>
                    <a:pt x="679073" y="279400"/>
                  </a:lnTo>
                  <a:lnTo>
                    <a:pt x="620676" y="279400"/>
                  </a:lnTo>
                  <a:lnTo>
                    <a:pt x="610848" y="278822"/>
                  </a:lnTo>
                  <a:lnTo>
                    <a:pt x="577200" y="259195"/>
                  </a:lnTo>
                  <a:lnTo>
                    <a:pt x="573917" y="234950"/>
                  </a:lnTo>
                  <a:lnTo>
                    <a:pt x="576226" y="228118"/>
                  </a:lnTo>
                  <a:lnTo>
                    <a:pt x="611295" y="208359"/>
                  </a:lnTo>
                  <a:lnTo>
                    <a:pt x="638427" y="204354"/>
                  </a:lnTo>
                  <a:lnTo>
                    <a:pt x="644392" y="203584"/>
                  </a:lnTo>
                  <a:lnTo>
                    <a:pt x="681578" y="195118"/>
                  </a:lnTo>
                  <a:lnTo>
                    <a:pt x="683021" y="193386"/>
                  </a:lnTo>
                  <a:lnTo>
                    <a:pt x="717081" y="193386"/>
                  </a:lnTo>
                  <a:lnTo>
                    <a:pt x="717081" y="158750"/>
                  </a:lnTo>
                  <a:lnTo>
                    <a:pt x="716539" y="146212"/>
                  </a:lnTo>
                  <a:lnTo>
                    <a:pt x="714916" y="135009"/>
                  </a:lnTo>
                  <a:lnTo>
                    <a:pt x="712210" y="125141"/>
                  </a:lnTo>
                  <a:lnTo>
                    <a:pt x="708421" y="116609"/>
                  </a:lnTo>
                  <a:lnTo>
                    <a:pt x="704450" y="110259"/>
                  </a:lnTo>
                  <a:close/>
                </a:path>
                <a:path w="890270" h="310514">
                  <a:moveTo>
                    <a:pt x="717081" y="274781"/>
                  </a:moveTo>
                  <a:lnTo>
                    <a:pt x="683021" y="274781"/>
                  </a:lnTo>
                  <a:lnTo>
                    <a:pt x="683021" y="304800"/>
                  </a:lnTo>
                  <a:lnTo>
                    <a:pt x="717081" y="304800"/>
                  </a:lnTo>
                  <a:lnTo>
                    <a:pt x="717081" y="274781"/>
                  </a:lnTo>
                  <a:close/>
                </a:path>
                <a:path w="890270" h="310514">
                  <a:moveTo>
                    <a:pt x="717081" y="193386"/>
                  </a:moveTo>
                  <a:lnTo>
                    <a:pt x="683021" y="193386"/>
                  </a:lnTo>
                  <a:lnTo>
                    <a:pt x="683017" y="224631"/>
                  </a:lnTo>
                  <a:lnTo>
                    <a:pt x="682570" y="231405"/>
                  </a:lnTo>
                  <a:lnTo>
                    <a:pt x="661302" y="267205"/>
                  </a:lnTo>
                  <a:lnTo>
                    <a:pt x="620676" y="279400"/>
                  </a:lnTo>
                  <a:lnTo>
                    <a:pt x="679073" y="279400"/>
                  </a:lnTo>
                  <a:lnTo>
                    <a:pt x="681290" y="274781"/>
                  </a:lnTo>
                  <a:lnTo>
                    <a:pt x="717081" y="274781"/>
                  </a:lnTo>
                  <a:lnTo>
                    <a:pt x="717081" y="193386"/>
                  </a:lnTo>
                  <a:close/>
                </a:path>
                <a:path w="890270" h="310514">
                  <a:moveTo>
                    <a:pt x="642227" y="80240"/>
                  </a:moveTo>
                  <a:lnTo>
                    <a:pt x="635108" y="80240"/>
                  </a:lnTo>
                  <a:lnTo>
                    <a:pt x="626701" y="80529"/>
                  </a:lnTo>
                  <a:lnTo>
                    <a:pt x="584524" y="91064"/>
                  </a:lnTo>
                  <a:lnTo>
                    <a:pt x="550898" y="122652"/>
                  </a:lnTo>
                  <a:lnTo>
                    <a:pt x="546208" y="132195"/>
                  </a:lnTo>
                  <a:lnTo>
                    <a:pt x="578535" y="143740"/>
                  </a:lnTo>
                  <a:lnTo>
                    <a:pt x="581863" y="137769"/>
                  </a:lnTo>
                  <a:lnTo>
                    <a:pt x="586220" y="131978"/>
                  </a:lnTo>
                  <a:lnTo>
                    <a:pt x="624726" y="110926"/>
                  </a:lnTo>
                  <a:lnTo>
                    <a:pt x="636262" y="110259"/>
                  </a:lnTo>
                  <a:lnTo>
                    <a:pt x="704450" y="110259"/>
                  </a:lnTo>
                  <a:lnTo>
                    <a:pt x="703812" y="109239"/>
                  </a:lnTo>
                  <a:lnTo>
                    <a:pt x="666578" y="84399"/>
                  </a:lnTo>
                  <a:lnTo>
                    <a:pt x="650405" y="81106"/>
                  </a:lnTo>
                  <a:lnTo>
                    <a:pt x="642227" y="80240"/>
                  </a:lnTo>
                  <a:close/>
                </a:path>
                <a:path w="890270" h="310514">
                  <a:moveTo>
                    <a:pt x="812150" y="83127"/>
                  </a:moveTo>
                  <a:lnTo>
                    <a:pt x="779246" y="83127"/>
                  </a:lnTo>
                  <a:lnTo>
                    <a:pt x="779246" y="304800"/>
                  </a:lnTo>
                  <a:lnTo>
                    <a:pt x="813305" y="304800"/>
                  </a:lnTo>
                  <a:lnTo>
                    <a:pt x="813305" y="164522"/>
                  </a:lnTo>
                  <a:lnTo>
                    <a:pt x="813756" y="157225"/>
                  </a:lnTo>
                  <a:lnTo>
                    <a:pt x="834483" y="122995"/>
                  </a:lnTo>
                  <a:lnTo>
                    <a:pt x="846504" y="116609"/>
                  </a:lnTo>
                  <a:lnTo>
                    <a:pt x="812150" y="116609"/>
                  </a:lnTo>
                  <a:lnTo>
                    <a:pt x="812150" y="83127"/>
                  </a:lnTo>
                  <a:close/>
                </a:path>
                <a:path w="890270" h="310514">
                  <a:moveTo>
                    <a:pt x="874688" y="79663"/>
                  </a:moveTo>
                  <a:lnTo>
                    <a:pt x="872186" y="79663"/>
                  </a:lnTo>
                  <a:lnTo>
                    <a:pt x="862481" y="80304"/>
                  </a:lnTo>
                  <a:lnTo>
                    <a:pt x="822974" y="101708"/>
                  </a:lnTo>
                  <a:lnTo>
                    <a:pt x="814459" y="116609"/>
                  </a:lnTo>
                  <a:lnTo>
                    <a:pt x="846504" y="116609"/>
                  </a:lnTo>
                  <a:lnTo>
                    <a:pt x="847003" y="116383"/>
                  </a:lnTo>
                  <a:lnTo>
                    <a:pt x="854002" y="114263"/>
                  </a:lnTo>
                  <a:lnTo>
                    <a:pt x="861435" y="112992"/>
                  </a:lnTo>
                  <a:lnTo>
                    <a:pt x="869300" y="112568"/>
                  </a:lnTo>
                  <a:lnTo>
                    <a:pt x="890082" y="112568"/>
                  </a:lnTo>
                  <a:lnTo>
                    <a:pt x="890082" y="80240"/>
                  </a:lnTo>
                  <a:lnTo>
                    <a:pt x="888158" y="80048"/>
                  </a:lnTo>
                  <a:lnTo>
                    <a:pt x="885319" y="79904"/>
                  </a:lnTo>
                  <a:lnTo>
                    <a:pt x="877815" y="79711"/>
                  </a:lnTo>
                  <a:lnTo>
                    <a:pt x="874688" y="79663"/>
                  </a:lnTo>
                  <a:close/>
                </a:path>
                <a:path w="890270" h="310514">
                  <a:moveTo>
                    <a:pt x="890082" y="112568"/>
                  </a:moveTo>
                  <a:lnTo>
                    <a:pt x="873822" y="112568"/>
                  </a:lnTo>
                  <a:lnTo>
                    <a:pt x="878103" y="112904"/>
                  </a:lnTo>
                  <a:lnTo>
                    <a:pt x="882144" y="113578"/>
                  </a:lnTo>
                  <a:lnTo>
                    <a:pt x="886282" y="114155"/>
                  </a:lnTo>
                  <a:lnTo>
                    <a:pt x="888927" y="114588"/>
                  </a:lnTo>
                  <a:lnTo>
                    <a:pt x="890082" y="114877"/>
                  </a:lnTo>
                  <a:lnTo>
                    <a:pt x="890082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42" name="object 42"/>
          <p:cNvSpPr/>
          <p:nvPr/>
        </p:nvSpPr>
        <p:spPr>
          <a:xfrm>
            <a:off x="5604741" y="2473283"/>
            <a:ext cx="911977" cy="213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43" name="object 43"/>
          <p:cNvGrpSpPr/>
          <p:nvPr/>
        </p:nvGrpSpPr>
        <p:grpSpPr>
          <a:xfrm>
            <a:off x="5115640" y="3659407"/>
            <a:ext cx="1879399" cy="524063"/>
            <a:chOff x="6807200" y="5143500"/>
            <a:chExt cx="2641600" cy="736600"/>
          </a:xfrm>
        </p:grpSpPr>
        <p:sp>
          <p:nvSpPr>
            <p:cNvPr id="44" name="object 44"/>
            <p:cNvSpPr/>
            <p:nvPr/>
          </p:nvSpPr>
          <p:spPr>
            <a:xfrm>
              <a:off x="6807200" y="51435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5" name="object 45"/>
            <p:cNvSpPr/>
            <p:nvPr/>
          </p:nvSpPr>
          <p:spPr>
            <a:xfrm>
              <a:off x="6858000" y="51435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6" name="object 46"/>
            <p:cNvSpPr/>
            <p:nvPr/>
          </p:nvSpPr>
          <p:spPr>
            <a:xfrm>
              <a:off x="7597648" y="5295900"/>
              <a:ext cx="1075055" cy="310515"/>
            </a:xfrm>
            <a:custGeom>
              <a:avLst/>
              <a:gdLst/>
              <a:ahLst/>
              <a:cxnLst/>
              <a:rect l="l" t="t" r="r" b="b"/>
              <a:pathLst>
                <a:path w="1075054" h="310514">
                  <a:moveTo>
                    <a:pt x="178377" y="9236"/>
                  </a:moveTo>
                  <a:lnTo>
                    <a:pt x="0" y="9236"/>
                  </a:lnTo>
                  <a:lnTo>
                    <a:pt x="0" y="304799"/>
                  </a:lnTo>
                  <a:lnTo>
                    <a:pt x="180686" y="304799"/>
                  </a:lnTo>
                  <a:lnTo>
                    <a:pt x="180686" y="273049"/>
                  </a:lnTo>
                  <a:lnTo>
                    <a:pt x="35790" y="273049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075054" h="310514">
                  <a:moveTo>
                    <a:pt x="322551" y="80240"/>
                  </a:moveTo>
                  <a:lnTo>
                    <a:pt x="284288" y="88115"/>
                  </a:lnTo>
                  <a:lnTo>
                    <a:pt x="246432" y="121813"/>
                  </a:lnTo>
                  <a:lnTo>
                    <a:pt x="230873" y="161924"/>
                  </a:lnTo>
                  <a:lnTo>
                    <a:pt x="227878" y="194540"/>
                  </a:lnTo>
                  <a:lnTo>
                    <a:pt x="228627" y="211561"/>
                  </a:lnTo>
                  <a:lnTo>
                    <a:pt x="239856" y="255587"/>
                  </a:lnTo>
                  <a:lnTo>
                    <a:pt x="263019" y="287626"/>
                  </a:lnTo>
                  <a:lnTo>
                    <a:pt x="308525" y="308543"/>
                  </a:lnTo>
                  <a:lnTo>
                    <a:pt x="321973" y="309418"/>
                  </a:lnTo>
                  <a:lnTo>
                    <a:pt x="332121" y="308976"/>
                  </a:lnTo>
                  <a:lnTo>
                    <a:pt x="367542" y="294661"/>
                  </a:lnTo>
                  <a:lnTo>
                    <a:pt x="381305" y="278822"/>
                  </a:lnTo>
                  <a:lnTo>
                    <a:pt x="326592" y="278822"/>
                  </a:lnTo>
                  <a:lnTo>
                    <a:pt x="316345" y="278119"/>
                  </a:lnTo>
                  <a:lnTo>
                    <a:pt x="278245" y="254216"/>
                  </a:lnTo>
                  <a:lnTo>
                    <a:pt x="263741" y="216549"/>
                  </a:lnTo>
                  <a:lnTo>
                    <a:pt x="261937" y="193963"/>
                  </a:lnTo>
                  <a:lnTo>
                    <a:pt x="262379" y="182562"/>
                  </a:lnTo>
                  <a:lnTo>
                    <a:pt x="273059" y="142865"/>
                  </a:lnTo>
                  <a:lnTo>
                    <a:pt x="306748" y="113614"/>
                  </a:lnTo>
                  <a:lnTo>
                    <a:pt x="326592" y="110836"/>
                  </a:lnTo>
                  <a:lnTo>
                    <a:pt x="381510" y="110836"/>
                  </a:lnTo>
                  <a:lnTo>
                    <a:pt x="380615" y="109585"/>
                  </a:lnTo>
                  <a:lnTo>
                    <a:pt x="376093" y="103620"/>
                  </a:lnTo>
                  <a:lnTo>
                    <a:pt x="371667" y="97559"/>
                  </a:lnTo>
                  <a:lnTo>
                    <a:pt x="365221" y="92171"/>
                  </a:lnTo>
                  <a:lnTo>
                    <a:pt x="356754" y="87456"/>
                  </a:lnTo>
                  <a:lnTo>
                    <a:pt x="349908" y="84299"/>
                  </a:lnTo>
                  <a:lnTo>
                    <a:pt x="341925" y="82044"/>
                  </a:lnTo>
                  <a:lnTo>
                    <a:pt x="332806" y="80691"/>
                  </a:lnTo>
                  <a:lnTo>
                    <a:pt x="322551" y="80240"/>
                  </a:lnTo>
                  <a:close/>
                </a:path>
                <a:path w="1075054" h="310514">
                  <a:moveTo>
                    <a:pt x="423573" y="270740"/>
                  </a:moveTo>
                  <a:lnTo>
                    <a:pt x="390669" y="270740"/>
                  </a:lnTo>
                  <a:lnTo>
                    <a:pt x="390669" y="304799"/>
                  </a:lnTo>
                  <a:lnTo>
                    <a:pt x="423573" y="304799"/>
                  </a:lnTo>
                  <a:lnTo>
                    <a:pt x="423573" y="270740"/>
                  </a:lnTo>
                  <a:close/>
                </a:path>
                <a:path w="1075054" h="310514">
                  <a:moveTo>
                    <a:pt x="381510" y="110836"/>
                  </a:moveTo>
                  <a:lnTo>
                    <a:pt x="326592" y="110836"/>
                  </a:lnTo>
                  <a:lnTo>
                    <a:pt x="336568" y="111494"/>
                  </a:lnTo>
                  <a:lnTo>
                    <a:pt x="345714" y="113470"/>
                  </a:lnTo>
                  <a:lnTo>
                    <a:pt x="378835" y="141666"/>
                  </a:lnTo>
                  <a:lnTo>
                    <a:pt x="389641" y="181940"/>
                  </a:lnTo>
                  <a:lnTo>
                    <a:pt x="390092" y="193963"/>
                  </a:lnTo>
                  <a:lnTo>
                    <a:pt x="389632" y="206149"/>
                  </a:lnTo>
                  <a:lnTo>
                    <a:pt x="378627" y="247280"/>
                  </a:lnTo>
                  <a:lnTo>
                    <a:pt x="345497" y="276152"/>
                  </a:lnTo>
                  <a:lnTo>
                    <a:pt x="326592" y="278822"/>
                  </a:lnTo>
                  <a:lnTo>
                    <a:pt x="381305" y="278822"/>
                  </a:lnTo>
                  <a:lnTo>
                    <a:pt x="384126" y="274781"/>
                  </a:lnTo>
                  <a:lnTo>
                    <a:pt x="386628" y="270740"/>
                  </a:lnTo>
                  <a:lnTo>
                    <a:pt x="423573" y="270740"/>
                  </a:lnTo>
                  <a:lnTo>
                    <a:pt x="423573" y="118340"/>
                  </a:lnTo>
                  <a:lnTo>
                    <a:pt x="386628" y="118340"/>
                  </a:lnTo>
                  <a:lnTo>
                    <a:pt x="384126" y="114492"/>
                  </a:lnTo>
                  <a:lnTo>
                    <a:pt x="381510" y="110836"/>
                  </a:lnTo>
                  <a:close/>
                </a:path>
                <a:path w="1075054" h="310514">
                  <a:moveTo>
                    <a:pt x="423573" y="9236"/>
                  </a:moveTo>
                  <a:lnTo>
                    <a:pt x="389514" y="9236"/>
                  </a:lnTo>
                  <a:lnTo>
                    <a:pt x="389514" y="118340"/>
                  </a:lnTo>
                  <a:lnTo>
                    <a:pt x="423573" y="118340"/>
                  </a:lnTo>
                  <a:lnTo>
                    <a:pt x="423573" y="9236"/>
                  </a:lnTo>
                  <a:close/>
                </a:path>
                <a:path w="1075054" h="310514">
                  <a:moveTo>
                    <a:pt x="524740" y="83127"/>
                  </a:moveTo>
                  <a:lnTo>
                    <a:pt x="490681" y="83127"/>
                  </a:lnTo>
                  <a:lnTo>
                    <a:pt x="490681" y="304799"/>
                  </a:lnTo>
                  <a:lnTo>
                    <a:pt x="524740" y="304799"/>
                  </a:lnTo>
                  <a:lnTo>
                    <a:pt x="524740" y="83127"/>
                  </a:lnTo>
                  <a:close/>
                </a:path>
                <a:path w="1075054" h="310514">
                  <a:moveTo>
                    <a:pt x="514638" y="0"/>
                  </a:moveTo>
                  <a:lnTo>
                    <a:pt x="501361" y="0"/>
                  </a:lnTo>
                  <a:lnTo>
                    <a:pt x="495636" y="2260"/>
                  </a:lnTo>
                  <a:lnTo>
                    <a:pt x="490826" y="6782"/>
                  </a:lnTo>
                  <a:lnTo>
                    <a:pt x="486111" y="11304"/>
                  </a:lnTo>
                  <a:lnTo>
                    <a:pt x="483754" y="16740"/>
                  </a:lnTo>
                  <a:lnTo>
                    <a:pt x="483754" y="29440"/>
                  </a:lnTo>
                  <a:lnTo>
                    <a:pt x="486111" y="34876"/>
                  </a:lnTo>
                  <a:lnTo>
                    <a:pt x="490826" y="39398"/>
                  </a:lnTo>
                  <a:lnTo>
                    <a:pt x="495636" y="43920"/>
                  </a:lnTo>
                  <a:lnTo>
                    <a:pt x="501361" y="46181"/>
                  </a:lnTo>
                  <a:lnTo>
                    <a:pt x="514638" y="46181"/>
                  </a:lnTo>
                  <a:lnTo>
                    <a:pt x="520315" y="43920"/>
                  </a:lnTo>
                  <a:lnTo>
                    <a:pt x="525029" y="39398"/>
                  </a:lnTo>
                  <a:lnTo>
                    <a:pt x="529840" y="34876"/>
                  </a:lnTo>
                  <a:lnTo>
                    <a:pt x="532245" y="29440"/>
                  </a:lnTo>
                  <a:lnTo>
                    <a:pt x="532245" y="16740"/>
                  </a:lnTo>
                  <a:lnTo>
                    <a:pt x="529840" y="11304"/>
                  </a:lnTo>
                  <a:lnTo>
                    <a:pt x="525029" y="6782"/>
                  </a:lnTo>
                  <a:lnTo>
                    <a:pt x="520315" y="2260"/>
                  </a:lnTo>
                  <a:lnTo>
                    <a:pt x="514638" y="0"/>
                  </a:lnTo>
                  <a:close/>
                </a:path>
                <a:path w="1075054" h="310514">
                  <a:moveTo>
                    <a:pt x="636190" y="30018"/>
                  </a:moveTo>
                  <a:lnTo>
                    <a:pt x="602131" y="30018"/>
                  </a:lnTo>
                  <a:lnTo>
                    <a:pt x="602154" y="250921"/>
                  </a:lnTo>
                  <a:lnTo>
                    <a:pt x="615913" y="288519"/>
                  </a:lnTo>
                  <a:lnTo>
                    <a:pt x="654988" y="307298"/>
                  </a:lnTo>
                  <a:lnTo>
                    <a:pt x="662167" y="307686"/>
                  </a:lnTo>
                  <a:lnTo>
                    <a:pt x="668517" y="307686"/>
                  </a:lnTo>
                  <a:lnTo>
                    <a:pt x="673761" y="307205"/>
                  </a:lnTo>
                  <a:lnTo>
                    <a:pt x="677898" y="306243"/>
                  </a:lnTo>
                  <a:lnTo>
                    <a:pt x="682035" y="305377"/>
                  </a:lnTo>
                  <a:lnTo>
                    <a:pt x="685258" y="304511"/>
                  </a:lnTo>
                  <a:lnTo>
                    <a:pt x="687567" y="303645"/>
                  </a:lnTo>
                  <a:lnTo>
                    <a:pt x="681032" y="274781"/>
                  </a:lnTo>
                  <a:lnTo>
                    <a:pt x="660628" y="274781"/>
                  </a:lnTo>
                  <a:lnTo>
                    <a:pt x="655865" y="274012"/>
                  </a:lnTo>
                  <a:lnTo>
                    <a:pt x="636190" y="250921"/>
                  </a:lnTo>
                  <a:lnTo>
                    <a:pt x="636190" y="30018"/>
                  </a:lnTo>
                  <a:close/>
                </a:path>
                <a:path w="1075054" h="310514">
                  <a:moveTo>
                    <a:pt x="680640" y="273049"/>
                  </a:moveTo>
                  <a:lnTo>
                    <a:pt x="674867" y="274204"/>
                  </a:lnTo>
                  <a:lnTo>
                    <a:pt x="672462" y="274589"/>
                  </a:lnTo>
                  <a:lnTo>
                    <a:pt x="669383" y="274781"/>
                  </a:lnTo>
                  <a:lnTo>
                    <a:pt x="681032" y="274781"/>
                  </a:lnTo>
                  <a:lnTo>
                    <a:pt x="680640" y="273049"/>
                  </a:lnTo>
                  <a:close/>
                </a:path>
                <a:path w="1075054" h="310514">
                  <a:moveTo>
                    <a:pt x="602131" y="83127"/>
                  </a:moveTo>
                  <a:lnTo>
                    <a:pt x="568649" y="83127"/>
                  </a:lnTo>
                  <a:lnTo>
                    <a:pt x="568649" y="111990"/>
                  </a:lnTo>
                  <a:lnTo>
                    <a:pt x="602131" y="111990"/>
                  </a:lnTo>
                  <a:lnTo>
                    <a:pt x="602131" y="83127"/>
                  </a:lnTo>
                  <a:close/>
                </a:path>
                <a:path w="1075054" h="310514">
                  <a:moveTo>
                    <a:pt x="683527" y="83127"/>
                  </a:moveTo>
                  <a:lnTo>
                    <a:pt x="636190" y="83127"/>
                  </a:lnTo>
                  <a:lnTo>
                    <a:pt x="636190" y="111990"/>
                  </a:lnTo>
                  <a:lnTo>
                    <a:pt x="683527" y="111990"/>
                  </a:lnTo>
                  <a:lnTo>
                    <a:pt x="683527" y="83127"/>
                  </a:lnTo>
                  <a:close/>
                </a:path>
                <a:path w="1075054" h="310514">
                  <a:moveTo>
                    <a:pt x="888960" y="110259"/>
                  </a:moveTo>
                  <a:lnTo>
                    <a:pt x="820773" y="110259"/>
                  </a:lnTo>
                  <a:lnTo>
                    <a:pt x="831786" y="110998"/>
                  </a:lnTo>
                  <a:lnTo>
                    <a:pt x="841302" y="113217"/>
                  </a:lnTo>
                  <a:lnTo>
                    <a:pt x="866802" y="145202"/>
                  </a:lnTo>
                  <a:lnTo>
                    <a:pt x="867532" y="155286"/>
                  </a:lnTo>
                  <a:lnTo>
                    <a:pt x="867532" y="161924"/>
                  </a:lnTo>
                  <a:lnTo>
                    <a:pt x="865560" y="165773"/>
                  </a:lnTo>
                  <a:lnTo>
                    <a:pt x="861615" y="167986"/>
                  </a:lnTo>
                  <a:lnTo>
                    <a:pt x="857767" y="170199"/>
                  </a:lnTo>
                  <a:lnTo>
                    <a:pt x="851609" y="171786"/>
                  </a:lnTo>
                  <a:lnTo>
                    <a:pt x="836387" y="173479"/>
                  </a:lnTo>
                  <a:lnTo>
                    <a:pt x="810382" y="176645"/>
                  </a:lnTo>
                  <a:lnTo>
                    <a:pt x="772228" y="184005"/>
                  </a:lnTo>
                  <a:lnTo>
                    <a:pt x="735941" y="205328"/>
                  </a:lnTo>
                  <a:lnTo>
                    <a:pt x="724473" y="243609"/>
                  </a:lnTo>
                  <a:lnTo>
                    <a:pt x="725000" y="252304"/>
                  </a:lnTo>
                  <a:lnTo>
                    <a:pt x="746341" y="292208"/>
                  </a:lnTo>
                  <a:lnTo>
                    <a:pt x="789700" y="309499"/>
                  </a:lnTo>
                  <a:lnTo>
                    <a:pt x="799991" y="309995"/>
                  </a:lnTo>
                  <a:lnTo>
                    <a:pt x="809291" y="309634"/>
                  </a:lnTo>
                  <a:lnTo>
                    <a:pt x="849880" y="294183"/>
                  </a:lnTo>
                  <a:lnTo>
                    <a:pt x="863584" y="279399"/>
                  </a:lnTo>
                  <a:lnTo>
                    <a:pt x="805187" y="279399"/>
                  </a:lnTo>
                  <a:lnTo>
                    <a:pt x="795359" y="278822"/>
                  </a:lnTo>
                  <a:lnTo>
                    <a:pt x="761711" y="259195"/>
                  </a:lnTo>
                  <a:lnTo>
                    <a:pt x="758428" y="234949"/>
                  </a:lnTo>
                  <a:lnTo>
                    <a:pt x="760737" y="228118"/>
                  </a:lnTo>
                  <a:lnTo>
                    <a:pt x="795806" y="208359"/>
                  </a:lnTo>
                  <a:lnTo>
                    <a:pt x="822938" y="204354"/>
                  </a:lnTo>
                  <a:lnTo>
                    <a:pt x="828903" y="203584"/>
                  </a:lnTo>
                  <a:lnTo>
                    <a:pt x="866089" y="195118"/>
                  </a:lnTo>
                  <a:lnTo>
                    <a:pt x="867532" y="193386"/>
                  </a:lnTo>
                  <a:lnTo>
                    <a:pt x="901591" y="193386"/>
                  </a:lnTo>
                  <a:lnTo>
                    <a:pt x="901591" y="158749"/>
                  </a:lnTo>
                  <a:lnTo>
                    <a:pt x="901050" y="146212"/>
                  </a:lnTo>
                  <a:lnTo>
                    <a:pt x="899427" y="135009"/>
                  </a:lnTo>
                  <a:lnTo>
                    <a:pt x="896721" y="125141"/>
                  </a:lnTo>
                  <a:lnTo>
                    <a:pt x="892932" y="116609"/>
                  </a:lnTo>
                  <a:lnTo>
                    <a:pt x="888960" y="110259"/>
                  </a:lnTo>
                  <a:close/>
                </a:path>
                <a:path w="1075054" h="310514">
                  <a:moveTo>
                    <a:pt x="901591" y="274781"/>
                  </a:moveTo>
                  <a:lnTo>
                    <a:pt x="867532" y="274781"/>
                  </a:lnTo>
                  <a:lnTo>
                    <a:pt x="867532" y="304799"/>
                  </a:lnTo>
                  <a:lnTo>
                    <a:pt x="901591" y="304799"/>
                  </a:lnTo>
                  <a:lnTo>
                    <a:pt x="901591" y="274781"/>
                  </a:lnTo>
                  <a:close/>
                </a:path>
                <a:path w="1075054" h="310514">
                  <a:moveTo>
                    <a:pt x="901591" y="193386"/>
                  </a:moveTo>
                  <a:lnTo>
                    <a:pt x="867532" y="193386"/>
                  </a:lnTo>
                  <a:lnTo>
                    <a:pt x="867527" y="224631"/>
                  </a:lnTo>
                  <a:lnTo>
                    <a:pt x="867081" y="231405"/>
                  </a:lnTo>
                  <a:lnTo>
                    <a:pt x="845812" y="267205"/>
                  </a:lnTo>
                  <a:lnTo>
                    <a:pt x="805187" y="279399"/>
                  </a:lnTo>
                  <a:lnTo>
                    <a:pt x="863584" y="279399"/>
                  </a:lnTo>
                  <a:lnTo>
                    <a:pt x="865800" y="274781"/>
                  </a:lnTo>
                  <a:lnTo>
                    <a:pt x="901591" y="274781"/>
                  </a:lnTo>
                  <a:lnTo>
                    <a:pt x="901591" y="193386"/>
                  </a:lnTo>
                  <a:close/>
                </a:path>
                <a:path w="1075054" h="310514">
                  <a:moveTo>
                    <a:pt x="826738" y="80240"/>
                  </a:moveTo>
                  <a:lnTo>
                    <a:pt x="819619" y="80240"/>
                  </a:lnTo>
                  <a:lnTo>
                    <a:pt x="811212" y="80529"/>
                  </a:lnTo>
                  <a:lnTo>
                    <a:pt x="769035" y="91064"/>
                  </a:lnTo>
                  <a:lnTo>
                    <a:pt x="735409" y="122652"/>
                  </a:lnTo>
                  <a:lnTo>
                    <a:pt x="730719" y="132195"/>
                  </a:lnTo>
                  <a:lnTo>
                    <a:pt x="763046" y="143740"/>
                  </a:lnTo>
                  <a:lnTo>
                    <a:pt x="766374" y="137769"/>
                  </a:lnTo>
                  <a:lnTo>
                    <a:pt x="770731" y="131978"/>
                  </a:lnTo>
                  <a:lnTo>
                    <a:pt x="809237" y="110926"/>
                  </a:lnTo>
                  <a:lnTo>
                    <a:pt x="820773" y="110259"/>
                  </a:lnTo>
                  <a:lnTo>
                    <a:pt x="888960" y="110259"/>
                  </a:lnTo>
                  <a:lnTo>
                    <a:pt x="888323" y="109239"/>
                  </a:lnTo>
                  <a:lnTo>
                    <a:pt x="851089" y="84399"/>
                  </a:lnTo>
                  <a:lnTo>
                    <a:pt x="834916" y="81106"/>
                  </a:lnTo>
                  <a:lnTo>
                    <a:pt x="826738" y="80240"/>
                  </a:lnTo>
                  <a:close/>
                </a:path>
                <a:path w="1075054" h="310514">
                  <a:moveTo>
                    <a:pt x="996661" y="83127"/>
                  </a:moveTo>
                  <a:lnTo>
                    <a:pt x="963756" y="83127"/>
                  </a:lnTo>
                  <a:lnTo>
                    <a:pt x="963756" y="304799"/>
                  </a:lnTo>
                  <a:lnTo>
                    <a:pt x="997815" y="304799"/>
                  </a:lnTo>
                  <a:lnTo>
                    <a:pt x="997815" y="164522"/>
                  </a:lnTo>
                  <a:lnTo>
                    <a:pt x="998266" y="157225"/>
                  </a:lnTo>
                  <a:lnTo>
                    <a:pt x="1018994" y="122995"/>
                  </a:lnTo>
                  <a:lnTo>
                    <a:pt x="1031015" y="116609"/>
                  </a:lnTo>
                  <a:lnTo>
                    <a:pt x="996661" y="116609"/>
                  </a:lnTo>
                  <a:lnTo>
                    <a:pt x="996661" y="83127"/>
                  </a:lnTo>
                  <a:close/>
                </a:path>
                <a:path w="1075054" h="310514">
                  <a:moveTo>
                    <a:pt x="1059199" y="79663"/>
                  </a:moveTo>
                  <a:lnTo>
                    <a:pt x="1056697" y="79663"/>
                  </a:lnTo>
                  <a:lnTo>
                    <a:pt x="1046992" y="80304"/>
                  </a:lnTo>
                  <a:lnTo>
                    <a:pt x="1007485" y="101708"/>
                  </a:lnTo>
                  <a:lnTo>
                    <a:pt x="998970" y="116609"/>
                  </a:lnTo>
                  <a:lnTo>
                    <a:pt x="1031015" y="116609"/>
                  </a:lnTo>
                  <a:lnTo>
                    <a:pt x="1031514" y="116383"/>
                  </a:lnTo>
                  <a:lnTo>
                    <a:pt x="1038513" y="114263"/>
                  </a:lnTo>
                  <a:lnTo>
                    <a:pt x="1045946" y="112992"/>
                  </a:lnTo>
                  <a:lnTo>
                    <a:pt x="1053811" y="112568"/>
                  </a:lnTo>
                  <a:lnTo>
                    <a:pt x="1074593" y="112568"/>
                  </a:lnTo>
                  <a:lnTo>
                    <a:pt x="1074593" y="80240"/>
                  </a:lnTo>
                  <a:lnTo>
                    <a:pt x="1072668" y="80048"/>
                  </a:lnTo>
                  <a:lnTo>
                    <a:pt x="1069830" y="79904"/>
                  </a:lnTo>
                  <a:lnTo>
                    <a:pt x="1062326" y="79711"/>
                  </a:lnTo>
                  <a:lnTo>
                    <a:pt x="1059199" y="79663"/>
                  </a:lnTo>
                  <a:close/>
                </a:path>
                <a:path w="1075054" h="310514">
                  <a:moveTo>
                    <a:pt x="1074593" y="112568"/>
                  </a:moveTo>
                  <a:lnTo>
                    <a:pt x="1058333" y="112568"/>
                  </a:lnTo>
                  <a:lnTo>
                    <a:pt x="1062614" y="112904"/>
                  </a:lnTo>
                  <a:lnTo>
                    <a:pt x="1066655" y="113578"/>
                  </a:lnTo>
                  <a:lnTo>
                    <a:pt x="1070792" y="114155"/>
                  </a:lnTo>
                  <a:lnTo>
                    <a:pt x="1073438" y="114588"/>
                  </a:lnTo>
                  <a:lnTo>
                    <a:pt x="1074593" y="114877"/>
                  </a:lnTo>
                  <a:lnTo>
                    <a:pt x="107459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5115640" y="4364182"/>
            <a:ext cx="1879399" cy="524063"/>
            <a:chOff x="6807200" y="6134100"/>
            <a:chExt cx="2641600" cy="736600"/>
          </a:xfrm>
        </p:grpSpPr>
        <p:sp>
          <p:nvSpPr>
            <p:cNvPr id="48" name="object 48"/>
            <p:cNvSpPr/>
            <p:nvPr/>
          </p:nvSpPr>
          <p:spPr>
            <a:xfrm>
              <a:off x="6807200" y="6134100"/>
              <a:ext cx="2641600" cy="736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49" name="object 49"/>
            <p:cNvSpPr/>
            <p:nvPr/>
          </p:nvSpPr>
          <p:spPr>
            <a:xfrm>
              <a:off x="6858000" y="61341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3553" y="6286500"/>
              <a:ext cx="1216025" cy="309880"/>
            </a:xfrm>
            <a:custGeom>
              <a:avLst/>
              <a:gdLst/>
              <a:ahLst/>
              <a:cxnLst/>
              <a:rect l="l" t="t" r="r" b="b"/>
              <a:pathLst>
                <a:path w="1216025" h="309879">
                  <a:moveTo>
                    <a:pt x="178377" y="9236"/>
                  </a:moveTo>
                  <a:lnTo>
                    <a:pt x="0" y="9236"/>
                  </a:lnTo>
                  <a:lnTo>
                    <a:pt x="0" y="304800"/>
                  </a:lnTo>
                  <a:lnTo>
                    <a:pt x="180686" y="304800"/>
                  </a:lnTo>
                  <a:lnTo>
                    <a:pt x="180686" y="273050"/>
                  </a:lnTo>
                  <a:lnTo>
                    <a:pt x="35790" y="273050"/>
                  </a:lnTo>
                  <a:lnTo>
                    <a:pt x="35790" y="172604"/>
                  </a:lnTo>
                  <a:lnTo>
                    <a:pt x="169140" y="172604"/>
                  </a:lnTo>
                  <a:lnTo>
                    <a:pt x="169140" y="140854"/>
                  </a:lnTo>
                  <a:lnTo>
                    <a:pt x="35790" y="140854"/>
                  </a:lnTo>
                  <a:lnTo>
                    <a:pt x="35790" y="40986"/>
                  </a:lnTo>
                  <a:lnTo>
                    <a:pt x="178377" y="40986"/>
                  </a:lnTo>
                  <a:lnTo>
                    <a:pt x="178377" y="9236"/>
                  </a:lnTo>
                  <a:close/>
                </a:path>
                <a:path w="1216025" h="309879">
                  <a:moveTo>
                    <a:pt x="263669" y="83127"/>
                  </a:moveTo>
                  <a:lnTo>
                    <a:pt x="224414" y="83127"/>
                  </a:lnTo>
                  <a:lnTo>
                    <a:pt x="294842" y="193963"/>
                  </a:lnTo>
                  <a:lnTo>
                    <a:pt x="224414" y="304800"/>
                  </a:lnTo>
                  <a:lnTo>
                    <a:pt x="263669" y="304800"/>
                  </a:lnTo>
                  <a:lnTo>
                    <a:pt x="316778" y="218786"/>
                  </a:lnTo>
                  <a:lnTo>
                    <a:pt x="353591" y="218786"/>
                  </a:lnTo>
                  <a:lnTo>
                    <a:pt x="337560" y="193963"/>
                  </a:lnTo>
                  <a:lnTo>
                    <a:pt x="350609" y="173759"/>
                  </a:lnTo>
                  <a:lnTo>
                    <a:pt x="316778" y="173759"/>
                  </a:lnTo>
                  <a:lnTo>
                    <a:pt x="263669" y="83127"/>
                  </a:lnTo>
                  <a:close/>
                </a:path>
                <a:path w="1216025" h="309879">
                  <a:moveTo>
                    <a:pt x="353591" y="218786"/>
                  </a:moveTo>
                  <a:lnTo>
                    <a:pt x="316778" y="218786"/>
                  </a:lnTo>
                  <a:lnTo>
                    <a:pt x="369887" y="304800"/>
                  </a:lnTo>
                  <a:lnTo>
                    <a:pt x="409142" y="304800"/>
                  </a:lnTo>
                  <a:lnTo>
                    <a:pt x="353591" y="218786"/>
                  </a:lnTo>
                  <a:close/>
                </a:path>
                <a:path w="1216025" h="309879">
                  <a:moveTo>
                    <a:pt x="409142" y="83127"/>
                  </a:moveTo>
                  <a:lnTo>
                    <a:pt x="369887" y="83127"/>
                  </a:lnTo>
                  <a:lnTo>
                    <a:pt x="316778" y="173759"/>
                  </a:lnTo>
                  <a:lnTo>
                    <a:pt x="350609" y="173759"/>
                  </a:lnTo>
                  <a:lnTo>
                    <a:pt x="409142" y="83127"/>
                  </a:lnTo>
                  <a:close/>
                </a:path>
                <a:path w="1216025" h="309879">
                  <a:moveTo>
                    <a:pt x="538090" y="80240"/>
                  </a:moveTo>
                  <a:lnTo>
                    <a:pt x="497284" y="88521"/>
                  </a:lnTo>
                  <a:lnTo>
                    <a:pt x="465642" y="112387"/>
                  </a:lnTo>
                  <a:lnTo>
                    <a:pt x="445203" y="148927"/>
                  </a:lnTo>
                  <a:lnTo>
                    <a:pt x="438222" y="195118"/>
                  </a:lnTo>
                  <a:lnTo>
                    <a:pt x="438979" y="211254"/>
                  </a:lnTo>
                  <a:lnTo>
                    <a:pt x="450344" y="254144"/>
                  </a:lnTo>
                  <a:lnTo>
                    <a:pt x="474373" y="286642"/>
                  </a:lnTo>
                  <a:lnTo>
                    <a:pt x="509659" y="305738"/>
                  </a:lnTo>
                  <a:lnTo>
                    <a:pt x="538667" y="309418"/>
                  </a:lnTo>
                  <a:lnTo>
                    <a:pt x="550555" y="308849"/>
                  </a:lnTo>
                  <a:lnTo>
                    <a:pt x="590522" y="295311"/>
                  </a:lnTo>
                  <a:lnTo>
                    <a:pt x="608815" y="278822"/>
                  </a:lnTo>
                  <a:lnTo>
                    <a:pt x="538667" y="278822"/>
                  </a:lnTo>
                  <a:lnTo>
                    <a:pt x="528890" y="278164"/>
                  </a:lnTo>
                  <a:lnTo>
                    <a:pt x="490248" y="255623"/>
                  </a:lnTo>
                  <a:lnTo>
                    <a:pt x="474301" y="217992"/>
                  </a:lnTo>
                  <a:lnTo>
                    <a:pt x="472281" y="193963"/>
                  </a:lnTo>
                  <a:lnTo>
                    <a:pt x="472795" y="181813"/>
                  </a:lnTo>
                  <a:lnTo>
                    <a:pt x="485098" y="141386"/>
                  </a:lnTo>
                  <a:lnTo>
                    <a:pt x="519978" y="113434"/>
                  </a:lnTo>
                  <a:lnTo>
                    <a:pt x="538667" y="110836"/>
                  </a:lnTo>
                  <a:lnTo>
                    <a:pt x="608959" y="110836"/>
                  </a:lnTo>
                  <a:lnTo>
                    <a:pt x="604557" y="105785"/>
                  </a:lnTo>
                  <a:lnTo>
                    <a:pt x="570561" y="85111"/>
                  </a:lnTo>
                  <a:lnTo>
                    <a:pt x="549491" y="80782"/>
                  </a:lnTo>
                  <a:lnTo>
                    <a:pt x="538090" y="80240"/>
                  </a:lnTo>
                  <a:close/>
                </a:path>
                <a:path w="1216025" h="309879">
                  <a:moveTo>
                    <a:pt x="625835" y="240145"/>
                  </a:moveTo>
                  <a:lnTo>
                    <a:pt x="591776" y="240145"/>
                  </a:lnTo>
                  <a:lnTo>
                    <a:pt x="589660" y="248227"/>
                  </a:lnTo>
                  <a:lnTo>
                    <a:pt x="586100" y="255154"/>
                  </a:lnTo>
                  <a:lnTo>
                    <a:pt x="576094" y="266700"/>
                  </a:lnTo>
                  <a:lnTo>
                    <a:pt x="569984" y="271125"/>
                  </a:lnTo>
                  <a:lnTo>
                    <a:pt x="555552" y="277283"/>
                  </a:lnTo>
                  <a:lnTo>
                    <a:pt x="547519" y="278822"/>
                  </a:lnTo>
                  <a:lnTo>
                    <a:pt x="608815" y="278822"/>
                  </a:lnTo>
                  <a:lnTo>
                    <a:pt x="611548" y="275503"/>
                  </a:lnTo>
                  <a:lnTo>
                    <a:pt x="616716" y="267394"/>
                  </a:lnTo>
                  <a:lnTo>
                    <a:pt x="620820" y="258798"/>
                  </a:lnTo>
                  <a:lnTo>
                    <a:pt x="623860" y="249715"/>
                  </a:lnTo>
                  <a:lnTo>
                    <a:pt x="625835" y="240145"/>
                  </a:lnTo>
                  <a:close/>
                </a:path>
                <a:path w="1216025" h="309879">
                  <a:moveTo>
                    <a:pt x="608959" y="110836"/>
                  </a:moveTo>
                  <a:lnTo>
                    <a:pt x="538667" y="110836"/>
                  </a:lnTo>
                  <a:lnTo>
                    <a:pt x="549347" y="111575"/>
                  </a:lnTo>
                  <a:lnTo>
                    <a:pt x="558872" y="113794"/>
                  </a:lnTo>
                  <a:lnTo>
                    <a:pt x="589233" y="142153"/>
                  </a:lnTo>
                  <a:lnTo>
                    <a:pt x="591776" y="149513"/>
                  </a:lnTo>
                  <a:lnTo>
                    <a:pt x="625835" y="149513"/>
                  </a:lnTo>
                  <a:lnTo>
                    <a:pt x="623824" y="139447"/>
                  </a:lnTo>
                  <a:lnTo>
                    <a:pt x="620676" y="130030"/>
                  </a:lnTo>
                  <a:lnTo>
                    <a:pt x="616367" y="121227"/>
                  </a:lnTo>
                  <a:lnTo>
                    <a:pt x="610971" y="113145"/>
                  </a:lnTo>
                  <a:lnTo>
                    <a:pt x="608959" y="110836"/>
                  </a:lnTo>
                  <a:close/>
                </a:path>
                <a:path w="1216025" h="309879">
                  <a:moveTo>
                    <a:pt x="709684" y="9236"/>
                  </a:moveTo>
                  <a:lnTo>
                    <a:pt x="675625" y="9236"/>
                  </a:lnTo>
                  <a:lnTo>
                    <a:pt x="675625" y="304800"/>
                  </a:lnTo>
                  <a:lnTo>
                    <a:pt x="709684" y="304800"/>
                  </a:lnTo>
                  <a:lnTo>
                    <a:pt x="709684" y="9236"/>
                  </a:lnTo>
                  <a:close/>
                </a:path>
                <a:path w="1216025" h="309879">
                  <a:moveTo>
                    <a:pt x="806125" y="83127"/>
                  </a:moveTo>
                  <a:lnTo>
                    <a:pt x="772066" y="83127"/>
                  </a:lnTo>
                  <a:lnTo>
                    <a:pt x="772071" y="224099"/>
                  </a:lnTo>
                  <a:lnTo>
                    <a:pt x="781302" y="270885"/>
                  </a:lnTo>
                  <a:lnTo>
                    <a:pt x="815073" y="302572"/>
                  </a:lnTo>
                  <a:lnTo>
                    <a:pt x="843648" y="307686"/>
                  </a:lnTo>
                  <a:lnTo>
                    <a:pt x="855662" y="306955"/>
                  </a:lnTo>
                  <a:lnTo>
                    <a:pt x="892896" y="289763"/>
                  </a:lnTo>
                  <a:lnTo>
                    <a:pt x="905359" y="274781"/>
                  </a:lnTo>
                  <a:lnTo>
                    <a:pt x="854616" y="274781"/>
                  </a:lnTo>
                  <a:lnTo>
                    <a:pt x="844477" y="273879"/>
                  </a:lnTo>
                  <a:lnTo>
                    <a:pt x="809516" y="243464"/>
                  </a:lnTo>
                  <a:lnTo>
                    <a:pt x="806125" y="221672"/>
                  </a:lnTo>
                  <a:lnTo>
                    <a:pt x="806125" y="83127"/>
                  </a:lnTo>
                  <a:close/>
                </a:path>
                <a:path w="1216025" h="309879">
                  <a:moveTo>
                    <a:pt x="945825" y="267277"/>
                  </a:moveTo>
                  <a:lnTo>
                    <a:pt x="911766" y="267277"/>
                  </a:lnTo>
                  <a:lnTo>
                    <a:pt x="911766" y="304800"/>
                  </a:lnTo>
                  <a:lnTo>
                    <a:pt x="945825" y="304800"/>
                  </a:lnTo>
                  <a:lnTo>
                    <a:pt x="945825" y="267277"/>
                  </a:lnTo>
                  <a:close/>
                </a:path>
                <a:path w="1216025" h="309879">
                  <a:moveTo>
                    <a:pt x="945825" y="83127"/>
                  </a:moveTo>
                  <a:lnTo>
                    <a:pt x="911766" y="83127"/>
                  </a:lnTo>
                  <a:lnTo>
                    <a:pt x="911766" y="214168"/>
                  </a:lnTo>
                  <a:lnTo>
                    <a:pt x="911197" y="224099"/>
                  </a:lnTo>
                  <a:lnTo>
                    <a:pt x="892644" y="260061"/>
                  </a:lnTo>
                  <a:lnTo>
                    <a:pt x="854616" y="274781"/>
                  </a:lnTo>
                  <a:lnTo>
                    <a:pt x="905359" y="274781"/>
                  </a:lnTo>
                  <a:lnTo>
                    <a:pt x="909457" y="267277"/>
                  </a:lnTo>
                  <a:lnTo>
                    <a:pt x="945825" y="267277"/>
                  </a:lnTo>
                  <a:lnTo>
                    <a:pt x="945825" y="83127"/>
                  </a:lnTo>
                  <a:close/>
                </a:path>
                <a:path w="1216025" h="309879">
                  <a:moveTo>
                    <a:pt x="1042265" y="83127"/>
                  </a:moveTo>
                  <a:lnTo>
                    <a:pt x="1008206" y="83127"/>
                  </a:lnTo>
                  <a:lnTo>
                    <a:pt x="1008206" y="304800"/>
                  </a:lnTo>
                  <a:lnTo>
                    <a:pt x="1042265" y="304800"/>
                  </a:lnTo>
                  <a:lnTo>
                    <a:pt x="1042265" y="83127"/>
                  </a:lnTo>
                  <a:close/>
                </a:path>
                <a:path w="1216025" h="309879">
                  <a:moveTo>
                    <a:pt x="1032163" y="0"/>
                  </a:moveTo>
                  <a:lnTo>
                    <a:pt x="1018886" y="0"/>
                  </a:lnTo>
                  <a:lnTo>
                    <a:pt x="1013161" y="2260"/>
                  </a:lnTo>
                  <a:lnTo>
                    <a:pt x="1008351" y="6782"/>
                  </a:lnTo>
                  <a:lnTo>
                    <a:pt x="1003636" y="11304"/>
                  </a:lnTo>
                  <a:lnTo>
                    <a:pt x="1001279" y="16740"/>
                  </a:lnTo>
                  <a:lnTo>
                    <a:pt x="1001279" y="29440"/>
                  </a:lnTo>
                  <a:lnTo>
                    <a:pt x="1003636" y="34876"/>
                  </a:lnTo>
                  <a:lnTo>
                    <a:pt x="1008351" y="39398"/>
                  </a:lnTo>
                  <a:lnTo>
                    <a:pt x="1013161" y="43920"/>
                  </a:lnTo>
                  <a:lnTo>
                    <a:pt x="1018886" y="46181"/>
                  </a:lnTo>
                  <a:lnTo>
                    <a:pt x="1032163" y="46181"/>
                  </a:lnTo>
                  <a:lnTo>
                    <a:pt x="1037840" y="43920"/>
                  </a:lnTo>
                  <a:lnTo>
                    <a:pt x="1042554" y="39398"/>
                  </a:lnTo>
                  <a:lnTo>
                    <a:pt x="1047365" y="34876"/>
                  </a:lnTo>
                  <a:lnTo>
                    <a:pt x="1049770" y="29440"/>
                  </a:lnTo>
                  <a:lnTo>
                    <a:pt x="1049770" y="16740"/>
                  </a:lnTo>
                  <a:lnTo>
                    <a:pt x="1047365" y="11304"/>
                  </a:lnTo>
                  <a:lnTo>
                    <a:pt x="1042554" y="6782"/>
                  </a:lnTo>
                  <a:lnTo>
                    <a:pt x="1037840" y="2260"/>
                  </a:lnTo>
                  <a:lnTo>
                    <a:pt x="1032163" y="0"/>
                  </a:lnTo>
                  <a:close/>
                </a:path>
                <a:path w="1216025" h="309879">
                  <a:moveTo>
                    <a:pt x="1137552" y="83127"/>
                  </a:moveTo>
                  <a:lnTo>
                    <a:pt x="1104647" y="83127"/>
                  </a:lnTo>
                  <a:lnTo>
                    <a:pt x="1104647" y="304800"/>
                  </a:lnTo>
                  <a:lnTo>
                    <a:pt x="1138706" y="304800"/>
                  </a:lnTo>
                  <a:lnTo>
                    <a:pt x="1138706" y="164522"/>
                  </a:lnTo>
                  <a:lnTo>
                    <a:pt x="1139157" y="157225"/>
                  </a:lnTo>
                  <a:lnTo>
                    <a:pt x="1159885" y="122995"/>
                  </a:lnTo>
                  <a:lnTo>
                    <a:pt x="1171905" y="116609"/>
                  </a:lnTo>
                  <a:lnTo>
                    <a:pt x="1137552" y="116609"/>
                  </a:lnTo>
                  <a:lnTo>
                    <a:pt x="1137552" y="83127"/>
                  </a:lnTo>
                  <a:close/>
                </a:path>
                <a:path w="1216025" h="309879">
                  <a:moveTo>
                    <a:pt x="1200089" y="79663"/>
                  </a:moveTo>
                  <a:lnTo>
                    <a:pt x="1197588" y="79663"/>
                  </a:lnTo>
                  <a:lnTo>
                    <a:pt x="1187882" y="80304"/>
                  </a:lnTo>
                  <a:lnTo>
                    <a:pt x="1148375" y="101708"/>
                  </a:lnTo>
                  <a:lnTo>
                    <a:pt x="1139861" y="116609"/>
                  </a:lnTo>
                  <a:lnTo>
                    <a:pt x="1171905" y="116609"/>
                  </a:lnTo>
                  <a:lnTo>
                    <a:pt x="1172404" y="116383"/>
                  </a:lnTo>
                  <a:lnTo>
                    <a:pt x="1179404" y="114263"/>
                  </a:lnTo>
                  <a:lnTo>
                    <a:pt x="1186836" y="112992"/>
                  </a:lnTo>
                  <a:lnTo>
                    <a:pt x="1194702" y="112568"/>
                  </a:lnTo>
                  <a:lnTo>
                    <a:pt x="1215483" y="112568"/>
                  </a:lnTo>
                  <a:lnTo>
                    <a:pt x="1215483" y="80240"/>
                  </a:lnTo>
                  <a:lnTo>
                    <a:pt x="1213559" y="80048"/>
                  </a:lnTo>
                  <a:lnTo>
                    <a:pt x="1210721" y="79904"/>
                  </a:lnTo>
                  <a:lnTo>
                    <a:pt x="1203216" y="79711"/>
                  </a:lnTo>
                  <a:lnTo>
                    <a:pt x="1200089" y="79663"/>
                  </a:lnTo>
                  <a:close/>
                </a:path>
                <a:path w="1216025" h="309879">
                  <a:moveTo>
                    <a:pt x="1215483" y="112568"/>
                  </a:moveTo>
                  <a:lnTo>
                    <a:pt x="1199223" y="112568"/>
                  </a:lnTo>
                  <a:lnTo>
                    <a:pt x="1203505" y="112904"/>
                  </a:lnTo>
                  <a:lnTo>
                    <a:pt x="1207546" y="113578"/>
                  </a:lnTo>
                  <a:lnTo>
                    <a:pt x="1211683" y="114155"/>
                  </a:lnTo>
                  <a:lnTo>
                    <a:pt x="1214329" y="114588"/>
                  </a:lnTo>
                  <a:lnTo>
                    <a:pt x="1215483" y="114877"/>
                  </a:lnTo>
                  <a:lnTo>
                    <a:pt x="1215483" y="112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51" name="object 51"/>
          <p:cNvSpPr/>
          <p:nvPr/>
        </p:nvSpPr>
        <p:spPr>
          <a:xfrm>
            <a:off x="4731991" y="1061782"/>
            <a:ext cx="2632965" cy="270164"/>
          </a:xfrm>
          <a:custGeom>
            <a:avLst/>
            <a:gdLst/>
            <a:ahLst/>
            <a:cxnLst/>
            <a:rect l="l" t="t" r="r" b="b"/>
            <a:pathLst>
              <a:path w="3700779" h="379730">
                <a:moveTo>
                  <a:pt x="78112" y="5051"/>
                </a:moveTo>
                <a:lnTo>
                  <a:pt x="0" y="5051"/>
                </a:lnTo>
                <a:lnTo>
                  <a:pt x="0" y="374505"/>
                </a:lnTo>
                <a:lnTo>
                  <a:pt x="78112" y="374505"/>
                </a:lnTo>
                <a:lnTo>
                  <a:pt x="78112" y="221889"/>
                </a:lnTo>
                <a:lnTo>
                  <a:pt x="314613" y="221889"/>
                </a:lnTo>
                <a:lnTo>
                  <a:pt x="314613" y="157487"/>
                </a:lnTo>
                <a:lnTo>
                  <a:pt x="78112" y="157487"/>
                </a:lnTo>
                <a:lnTo>
                  <a:pt x="78112" y="5051"/>
                </a:lnTo>
                <a:close/>
              </a:path>
              <a:path w="3700779" h="379730">
                <a:moveTo>
                  <a:pt x="314613" y="221889"/>
                </a:moveTo>
                <a:lnTo>
                  <a:pt x="236681" y="221889"/>
                </a:lnTo>
                <a:lnTo>
                  <a:pt x="236681" y="374505"/>
                </a:lnTo>
                <a:lnTo>
                  <a:pt x="314613" y="374505"/>
                </a:lnTo>
                <a:lnTo>
                  <a:pt x="314613" y="221889"/>
                </a:lnTo>
                <a:close/>
              </a:path>
              <a:path w="3700779" h="379730">
                <a:moveTo>
                  <a:pt x="314613" y="5051"/>
                </a:moveTo>
                <a:lnTo>
                  <a:pt x="236681" y="5051"/>
                </a:lnTo>
                <a:lnTo>
                  <a:pt x="236681" y="157487"/>
                </a:lnTo>
                <a:lnTo>
                  <a:pt x="314613" y="157487"/>
                </a:lnTo>
                <a:lnTo>
                  <a:pt x="314613" y="5051"/>
                </a:lnTo>
                <a:close/>
              </a:path>
              <a:path w="3700779" h="379730">
                <a:moveTo>
                  <a:pt x="545522" y="0"/>
                </a:moveTo>
                <a:lnTo>
                  <a:pt x="498799" y="5592"/>
                </a:lnTo>
                <a:lnTo>
                  <a:pt x="457127" y="22369"/>
                </a:lnTo>
                <a:lnTo>
                  <a:pt x="422085" y="49609"/>
                </a:lnTo>
                <a:lnTo>
                  <a:pt x="395251" y="86951"/>
                </a:lnTo>
                <a:lnTo>
                  <a:pt x="378203" y="133855"/>
                </a:lnTo>
                <a:lnTo>
                  <a:pt x="372521" y="189778"/>
                </a:lnTo>
                <a:lnTo>
                  <a:pt x="373954" y="218867"/>
                </a:lnTo>
                <a:lnTo>
                  <a:pt x="385307" y="270111"/>
                </a:lnTo>
                <a:lnTo>
                  <a:pt x="407642" y="312369"/>
                </a:lnTo>
                <a:lnTo>
                  <a:pt x="438580" y="344751"/>
                </a:lnTo>
                <a:lnTo>
                  <a:pt x="477332" y="366974"/>
                </a:lnTo>
                <a:lnTo>
                  <a:pt x="521529" y="378158"/>
                </a:lnTo>
                <a:lnTo>
                  <a:pt x="545522" y="379556"/>
                </a:lnTo>
                <a:lnTo>
                  <a:pt x="569419" y="378158"/>
                </a:lnTo>
                <a:lnTo>
                  <a:pt x="613374" y="367075"/>
                </a:lnTo>
                <a:lnTo>
                  <a:pt x="652182" y="344931"/>
                </a:lnTo>
                <a:lnTo>
                  <a:pt x="683211" y="312550"/>
                </a:lnTo>
                <a:lnTo>
                  <a:pt x="684508" y="310464"/>
                </a:lnTo>
                <a:lnTo>
                  <a:pt x="545522" y="310464"/>
                </a:lnTo>
                <a:lnTo>
                  <a:pt x="531812" y="309596"/>
                </a:lnTo>
                <a:lnTo>
                  <a:pt x="486126" y="288816"/>
                </a:lnTo>
                <a:lnTo>
                  <a:pt x="463261" y="255803"/>
                </a:lnTo>
                <a:lnTo>
                  <a:pt x="452437" y="208584"/>
                </a:lnTo>
                <a:lnTo>
                  <a:pt x="451715" y="189778"/>
                </a:lnTo>
                <a:lnTo>
                  <a:pt x="452437" y="170971"/>
                </a:lnTo>
                <a:lnTo>
                  <a:pt x="463261" y="123752"/>
                </a:lnTo>
                <a:lnTo>
                  <a:pt x="486126" y="90740"/>
                </a:lnTo>
                <a:lnTo>
                  <a:pt x="531812" y="69960"/>
                </a:lnTo>
                <a:lnTo>
                  <a:pt x="545522" y="69092"/>
                </a:lnTo>
                <a:lnTo>
                  <a:pt x="684502" y="69092"/>
                </a:lnTo>
                <a:lnTo>
                  <a:pt x="683211" y="67017"/>
                </a:lnTo>
                <a:lnTo>
                  <a:pt x="652182" y="34726"/>
                </a:lnTo>
                <a:lnTo>
                  <a:pt x="613374" y="12582"/>
                </a:lnTo>
                <a:lnTo>
                  <a:pt x="569357" y="1398"/>
                </a:lnTo>
                <a:lnTo>
                  <a:pt x="545522" y="0"/>
                </a:lnTo>
                <a:close/>
              </a:path>
              <a:path w="3700779" h="379730">
                <a:moveTo>
                  <a:pt x="684502" y="69092"/>
                </a:moveTo>
                <a:lnTo>
                  <a:pt x="545522" y="69092"/>
                </a:lnTo>
                <a:lnTo>
                  <a:pt x="559232" y="69960"/>
                </a:lnTo>
                <a:lnTo>
                  <a:pt x="572041" y="72565"/>
                </a:lnTo>
                <a:lnTo>
                  <a:pt x="613667" y="100120"/>
                </a:lnTo>
                <a:lnTo>
                  <a:pt x="632733" y="137959"/>
                </a:lnTo>
                <a:lnTo>
                  <a:pt x="639329" y="189778"/>
                </a:lnTo>
                <a:lnTo>
                  <a:pt x="638596" y="208584"/>
                </a:lnTo>
                <a:lnTo>
                  <a:pt x="627603" y="255803"/>
                </a:lnTo>
                <a:lnTo>
                  <a:pt x="604907" y="288816"/>
                </a:lnTo>
                <a:lnTo>
                  <a:pt x="559232" y="309596"/>
                </a:lnTo>
                <a:lnTo>
                  <a:pt x="545522" y="310464"/>
                </a:lnTo>
                <a:lnTo>
                  <a:pt x="684508" y="310464"/>
                </a:lnTo>
                <a:lnTo>
                  <a:pt x="705636" y="270280"/>
                </a:lnTo>
                <a:lnTo>
                  <a:pt x="717096" y="218788"/>
                </a:lnTo>
                <a:lnTo>
                  <a:pt x="718524" y="189778"/>
                </a:lnTo>
                <a:lnTo>
                  <a:pt x="717092" y="160689"/>
                </a:lnTo>
                <a:lnTo>
                  <a:pt x="712796" y="133855"/>
                </a:lnTo>
                <a:lnTo>
                  <a:pt x="705636" y="109275"/>
                </a:lnTo>
                <a:lnTo>
                  <a:pt x="695613" y="86951"/>
                </a:lnTo>
                <a:lnTo>
                  <a:pt x="684502" y="69092"/>
                </a:lnTo>
                <a:close/>
              </a:path>
              <a:path w="3700779" h="379730">
                <a:moveTo>
                  <a:pt x="872719" y="5051"/>
                </a:moveTo>
                <a:lnTo>
                  <a:pt x="776386" y="5051"/>
                </a:lnTo>
                <a:lnTo>
                  <a:pt x="776386" y="374505"/>
                </a:lnTo>
                <a:lnTo>
                  <a:pt x="852153" y="374505"/>
                </a:lnTo>
                <a:lnTo>
                  <a:pt x="852153" y="133133"/>
                </a:lnTo>
                <a:lnTo>
                  <a:pt x="925218" y="133133"/>
                </a:lnTo>
                <a:lnTo>
                  <a:pt x="872719" y="5051"/>
                </a:lnTo>
                <a:close/>
              </a:path>
              <a:path w="3700779" h="379730">
                <a:moveTo>
                  <a:pt x="1176869" y="134035"/>
                </a:moveTo>
                <a:lnTo>
                  <a:pt x="1101102" y="134035"/>
                </a:lnTo>
                <a:lnTo>
                  <a:pt x="1101102" y="374505"/>
                </a:lnTo>
                <a:lnTo>
                  <a:pt x="1176869" y="374505"/>
                </a:lnTo>
                <a:lnTo>
                  <a:pt x="1176869" y="134035"/>
                </a:lnTo>
                <a:close/>
              </a:path>
              <a:path w="3700779" h="379730">
                <a:moveTo>
                  <a:pt x="925218" y="133133"/>
                </a:moveTo>
                <a:lnTo>
                  <a:pt x="855220" y="133133"/>
                </a:lnTo>
                <a:lnTo>
                  <a:pt x="950831" y="372701"/>
                </a:lnTo>
                <a:lnTo>
                  <a:pt x="1002425" y="372701"/>
                </a:lnTo>
                <a:lnTo>
                  <a:pt x="1050266" y="253278"/>
                </a:lnTo>
                <a:lnTo>
                  <a:pt x="974463" y="253278"/>
                </a:lnTo>
                <a:lnTo>
                  <a:pt x="925218" y="133133"/>
                </a:lnTo>
                <a:close/>
              </a:path>
              <a:path w="3700779" h="379730">
                <a:moveTo>
                  <a:pt x="1176869" y="5051"/>
                </a:moveTo>
                <a:lnTo>
                  <a:pt x="1080537" y="5051"/>
                </a:lnTo>
                <a:lnTo>
                  <a:pt x="978793" y="253278"/>
                </a:lnTo>
                <a:lnTo>
                  <a:pt x="1050266" y="253278"/>
                </a:lnTo>
                <a:lnTo>
                  <a:pt x="1098035" y="134035"/>
                </a:lnTo>
                <a:lnTo>
                  <a:pt x="1176869" y="134035"/>
                </a:lnTo>
                <a:lnTo>
                  <a:pt x="1176869" y="5051"/>
                </a:lnTo>
                <a:close/>
              </a:path>
              <a:path w="3700779" h="379730">
                <a:moveTo>
                  <a:pt x="1490175" y="5051"/>
                </a:moveTo>
                <a:lnTo>
                  <a:pt x="1241226" y="5051"/>
                </a:lnTo>
                <a:lnTo>
                  <a:pt x="1241226" y="374505"/>
                </a:lnTo>
                <a:lnTo>
                  <a:pt x="1490897" y="374505"/>
                </a:lnTo>
                <a:lnTo>
                  <a:pt x="1490897" y="310103"/>
                </a:lnTo>
                <a:lnTo>
                  <a:pt x="1319338" y="310103"/>
                </a:lnTo>
                <a:lnTo>
                  <a:pt x="1319338" y="221889"/>
                </a:lnTo>
                <a:lnTo>
                  <a:pt x="1477367" y="221889"/>
                </a:lnTo>
                <a:lnTo>
                  <a:pt x="1477367" y="157487"/>
                </a:lnTo>
                <a:lnTo>
                  <a:pt x="1319338" y="157487"/>
                </a:lnTo>
                <a:lnTo>
                  <a:pt x="1319338" y="69453"/>
                </a:lnTo>
                <a:lnTo>
                  <a:pt x="1490175" y="69453"/>
                </a:lnTo>
                <a:lnTo>
                  <a:pt x="1490175" y="5051"/>
                </a:lnTo>
                <a:close/>
              </a:path>
              <a:path w="3700779" h="379730">
                <a:moveTo>
                  <a:pt x="1815612" y="5051"/>
                </a:moveTo>
                <a:lnTo>
                  <a:pt x="1669851" y="5051"/>
                </a:lnTo>
                <a:lnTo>
                  <a:pt x="1669851" y="374505"/>
                </a:lnTo>
                <a:lnTo>
                  <a:pt x="1747963" y="374505"/>
                </a:lnTo>
                <a:lnTo>
                  <a:pt x="1747963" y="254721"/>
                </a:lnTo>
                <a:lnTo>
                  <a:pt x="1720723" y="254721"/>
                </a:lnTo>
                <a:lnTo>
                  <a:pt x="1720723" y="192123"/>
                </a:lnTo>
                <a:lnTo>
                  <a:pt x="1747963" y="192123"/>
                </a:lnTo>
                <a:lnTo>
                  <a:pt x="1747963" y="68911"/>
                </a:lnTo>
                <a:lnTo>
                  <a:pt x="1934025" y="68911"/>
                </a:lnTo>
                <a:lnTo>
                  <a:pt x="1901143" y="29821"/>
                </a:lnTo>
                <a:lnTo>
                  <a:pt x="1854533" y="9064"/>
                </a:lnTo>
                <a:lnTo>
                  <a:pt x="1835851" y="6054"/>
                </a:lnTo>
                <a:lnTo>
                  <a:pt x="1815612" y="5051"/>
                </a:lnTo>
                <a:close/>
              </a:path>
              <a:path w="3700779" h="379730">
                <a:moveTo>
                  <a:pt x="1747963" y="192123"/>
                </a:moveTo>
                <a:lnTo>
                  <a:pt x="1720723" y="192123"/>
                </a:lnTo>
                <a:lnTo>
                  <a:pt x="1720723" y="254721"/>
                </a:lnTo>
                <a:lnTo>
                  <a:pt x="1747963" y="254721"/>
                </a:lnTo>
                <a:lnTo>
                  <a:pt x="1747963" y="192123"/>
                </a:lnTo>
                <a:close/>
              </a:path>
              <a:path w="3700779" h="379730">
                <a:moveTo>
                  <a:pt x="1934025" y="68911"/>
                </a:moveTo>
                <a:lnTo>
                  <a:pt x="1800639" y="68911"/>
                </a:lnTo>
                <a:lnTo>
                  <a:pt x="1811508" y="69396"/>
                </a:lnTo>
                <a:lnTo>
                  <a:pt x="1821385" y="70851"/>
                </a:lnTo>
                <a:lnTo>
                  <a:pt x="1856089" y="91585"/>
                </a:lnTo>
                <a:lnTo>
                  <a:pt x="1867567" y="130247"/>
                </a:lnTo>
                <a:lnTo>
                  <a:pt x="1867105" y="139097"/>
                </a:lnTo>
                <a:lnTo>
                  <a:pt x="1851061" y="174940"/>
                </a:lnTo>
                <a:lnTo>
                  <a:pt x="1811779" y="191638"/>
                </a:lnTo>
                <a:lnTo>
                  <a:pt x="1801000" y="192123"/>
                </a:lnTo>
                <a:lnTo>
                  <a:pt x="1747963" y="192123"/>
                </a:lnTo>
                <a:lnTo>
                  <a:pt x="1747963" y="254721"/>
                </a:lnTo>
                <a:lnTo>
                  <a:pt x="1813628" y="254721"/>
                </a:lnTo>
                <a:lnTo>
                  <a:pt x="1834126" y="253740"/>
                </a:lnTo>
                <a:lnTo>
                  <a:pt x="1886148" y="239026"/>
                </a:lnTo>
                <a:lnTo>
                  <a:pt x="1923321" y="208483"/>
                </a:lnTo>
                <a:lnTo>
                  <a:pt x="1944056" y="164883"/>
                </a:lnTo>
                <a:lnTo>
                  <a:pt x="1948024" y="130247"/>
                </a:lnTo>
                <a:lnTo>
                  <a:pt x="1947044" y="112387"/>
                </a:lnTo>
                <a:lnTo>
                  <a:pt x="1944101" y="95610"/>
                </a:lnTo>
                <a:lnTo>
                  <a:pt x="1939196" y="79916"/>
                </a:lnTo>
                <a:lnTo>
                  <a:pt x="1934025" y="68911"/>
                </a:lnTo>
                <a:close/>
              </a:path>
              <a:path w="3700779" h="379730">
                <a:moveTo>
                  <a:pt x="2144523" y="5051"/>
                </a:moveTo>
                <a:lnTo>
                  <a:pt x="1998761" y="5051"/>
                </a:lnTo>
                <a:lnTo>
                  <a:pt x="1998761" y="374505"/>
                </a:lnTo>
                <a:lnTo>
                  <a:pt x="2076873" y="374505"/>
                </a:lnTo>
                <a:lnTo>
                  <a:pt x="2076873" y="243536"/>
                </a:lnTo>
                <a:lnTo>
                  <a:pt x="2044943" y="243536"/>
                </a:lnTo>
                <a:lnTo>
                  <a:pt x="2044943" y="180758"/>
                </a:lnTo>
                <a:lnTo>
                  <a:pt x="2076873" y="180758"/>
                </a:lnTo>
                <a:lnTo>
                  <a:pt x="2076873" y="68911"/>
                </a:lnTo>
                <a:lnTo>
                  <a:pt x="2264572" y="68911"/>
                </a:lnTo>
                <a:lnTo>
                  <a:pt x="2242163" y="37928"/>
                </a:lnTo>
                <a:lnTo>
                  <a:pt x="2200401" y="13473"/>
                </a:lnTo>
                <a:lnTo>
                  <a:pt x="2164682" y="5986"/>
                </a:lnTo>
                <a:lnTo>
                  <a:pt x="2144523" y="5051"/>
                </a:lnTo>
                <a:close/>
              </a:path>
              <a:path w="3700779" h="379730">
                <a:moveTo>
                  <a:pt x="2198281" y="206375"/>
                </a:moveTo>
                <a:lnTo>
                  <a:pt x="2114035" y="206375"/>
                </a:lnTo>
                <a:lnTo>
                  <a:pt x="2203873" y="374505"/>
                </a:lnTo>
                <a:lnTo>
                  <a:pt x="2290104" y="374505"/>
                </a:lnTo>
                <a:lnTo>
                  <a:pt x="2218577" y="243536"/>
                </a:lnTo>
                <a:lnTo>
                  <a:pt x="2142538" y="243536"/>
                </a:lnTo>
                <a:lnTo>
                  <a:pt x="2163036" y="242657"/>
                </a:lnTo>
                <a:lnTo>
                  <a:pt x="2181955" y="240019"/>
                </a:lnTo>
                <a:lnTo>
                  <a:pt x="2199296" y="235621"/>
                </a:lnTo>
                <a:lnTo>
                  <a:pt x="2211624" y="230807"/>
                </a:lnTo>
                <a:lnTo>
                  <a:pt x="2198281" y="206375"/>
                </a:lnTo>
                <a:close/>
              </a:path>
              <a:path w="3700779" h="379730">
                <a:moveTo>
                  <a:pt x="2076873" y="180758"/>
                </a:moveTo>
                <a:lnTo>
                  <a:pt x="2044943" y="180758"/>
                </a:lnTo>
                <a:lnTo>
                  <a:pt x="2044943" y="243536"/>
                </a:lnTo>
                <a:lnTo>
                  <a:pt x="2076873" y="243536"/>
                </a:lnTo>
                <a:lnTo>
                  <a:pt x="2076873" y="180758"/>
                </a:lnTo>
                <a:close/>
              </a:path>
              <a:path w="3700779" h="379730">
                <a:moveTo>
                  <a:pt x="2264572" y="68911"/>
                </a:moveTo>
                <a:lnTo>
                  <a:pt x="2129550" y="68911"/>
                </a:lnTo>
                <a:lnTo>
                  <a:pt x="2140340" y="69329"/>
                </a:lnTo>
                <a:lnTo>
                  <a:pt x="2150160" y="70580"/>
                </a:lnTo>
                <a:lnTo>
                  <a:pt x="2184988" y="88778"/>
                </a:lnTo>
                <a:lnTo>
                  <a:pt x="2196477" y="125737"/>
                </a:lnTo>
                <a:lnTo>
                  <a:pt x="2196015" y="134475"/>
                </a:lnTo>
                <a:lnTo>
                  <a:pt x="2173995" y="171174"/>
                </a:lnTo>
                <a:lnTo>
                  <a:pt x="2129910" y="180758"/>
                </a:lnTo>
                <a:lnTo>
                  <a:pt x="2076873" y="180758"/>
                </a:lnTo>
                <a:lnTo>
                  <a:pt x="2076873" y="243536"/>
                </a:lnTo>
                <a:lnTo>
                  <a:pt x="2133892" y="243536"/>
                </a:lnTo>
                <a:lnTo>
                  <a:pt x="2114035" y="206375"/>
                </a:lnTo>
                <a:lnTo>
                  <a:pt x="2247433" y="206375"/>
                </a:lnTo>
                <a:lnTo>
                  <a:pt x="2272966" y="159967"/>
                </a:lnTo>
                <a:lnTo>
                  <a:pt x="2276935" y="125737"/>
                </a:lnTo>
                <a:lnTo>
                  <a:pt x="2275954" y="108024"/>
                </a:lnTo>
                <a:lnTo>
                  <a:pt x="2273011" y="91506"/>
                </a:lnTo>
                <a:lnTo>
                  <a:pt x="2268106" y="76184"/>
                </a:lnTo>
                <a:lnTo>
                  <a:pt x="2264572" y="68911"/>
                </a:lnTo>
                <a:close/>
              </a:path>
              <a:path w="3700779" h="379730">
                <a:moveTo>
                  <a:pt x="2211624" y="230807"/>
                </a:moveTo>
                <a:lnTo>
                  <a:pt x="2199296" y="235621"/>
                </a:lnTo>
                <a:lnTo>
                  <a:pt x="2181955" y="240019"/>
                </a:lnTo>
                <a:lnTo>
                  <a:pt x="2163036" y="242657"/>
                </a:lnTo>
                <a:lnTo>
                  <a:pt x="2142538" y="243536"/>
                </a:lnTo>
                <a:lnTo>
                  <a:pt x="2218577" y="243536"/>
                </a:lnTo>
                <a:lnTo>
                  <a:pt x="2211624" y="230807"/>
                </a:lnTo>
                <a:close/>
              </a:path>
              <a:path w="3700779" h="379730">
                <a:moveTo>
                  <a:pt x="2247433" y="206375"/>
                </a:moveTo>
                <a:lnTo>
                  <a:pt x="2198281" y="206375"/>
                </a:lnTo>
                <a:lnTo>
                  <a:pt x="2211624" y="230807"/>
                </a:lnTo>
                <a:lnTo>
                  <a:pt x="2215058" y="229465"/>
                </a:lnTo>
                <a:lnTo>
                  <a:pt x="2229231" y="221663"/>
                </a:lnTo>
                <a:lnTo>
                  <a:pt x="2241622" y="212328"/>
                </a:lnTo>
                <a:lnTo>
                  <a:pt x="2247433" y="206375"/>
                </a:lnTo>
                <a:close/>
              </a:path>
              <a:path w="3700779" h="379730">
                <a:moveTo>
                  <a:pt x="2410248" y="5051"/>
                </a:moveTo>
                <a:lnTo>
                  <a:pt x="2332136" y="5051"/>
                </a:lnTo>
                <a:lnTo>
                  <a:pt x="2332136" y="374505"/>
                </a:lnTo>
                <a:lnTo>
                  <a:pt x="2410248" y="374505"/>
                </a:lnTo>
                <a:lnTo>
                  <a:pt x="2410248" y="5051"/>
                </a:lnTo>
                <a:close/>
              </a:path>
              <a:path w="3700779" h="379730">
                <a:moveTo>
                  <a:pt x="2640120" y="0"/>
                </a:moveTo>
                <a:lnTo>
                  <a:pt x="2593848" y="5592"/>
                </a:lnTo>
                <a:lnTo>
                  <a:pt x="2552447" y="22369"/>
                </a:lnTo>
                <a:lnTo>
                  <a:pt x="2517540" y="49609"/>
                </a:lnTo>
                <a:lnTo>
                  <a:pt x="2490751" y="86951"/>
                </a:lnTo>
                <a:lnTo>
                  <a:pt x="2473703" y="133855"/>
                </a:lnTo>
                <a:lnTo>
                  <a:pt x="2468021" y="189778"/>
                </a:lnTo>
                <a:lnTo>
                  <a:pt x="2469419" y="218788"/>
                </a:lnTo>
                <a:lnTo>
                  <a:pt x="2480604" y="270111"/>
                </a:lnTo>
                <a:lnTo>
                  <a:pt x="2502680" y="312369"/>
                </a:lnTo>
                <a:lnTo>
                  <a:pt x="2533347" y="344751"/>
                </a:lnTo>
                <a:lnTo>
                  <a:pt x="2571862" y="366974"/>
                </a:lnTo>
                <a:lnTo>
                  <a:pt x="2616060" y="378158"/>
                </a:lnTo>
                <a:lnTo>
                  <a:pt x="2640120" y="379556"/>
                </a:lnTo>
                <a:lnTo>
                  <a:pt x="2657427" y="378891"/>
                </a:lnTo>
                <a:lnTo>
                  <a:pt x="2703801" y="368913"/>
                </a:lnTo>
                <a:lnTo>
                  <a:pt x="2741819" y="348415"/>
                </a:lnTo>
                <a:lnTo>
                  <a:pt x="2770954" y="319890"/>
                </a:lnTo>
                <a:lnTo>
                  <a:pt x="2777608" y="310464"/>
                </a:lnTo>
                <a:lnTo>
                  <a:pt x="2641383" y="310464"/>
                </a:lnTo>
                <a:lnTo>
                  <a:pt x="2627819" y="309607"/>
                </a:lnTo>
                <a:lnTo>
                  <a:pt x="2582077" y="289076"/>
                </a:lnTo>
                <a:lnTo>
                  <a:pt x="2558941" y="256164"/>
                </a:lnTo>
                <a:lnTo>
                  <a:pt x="2547948" y="208742"/>
                </a:lnTo>
                <a:lnTo>
                  <a:pt x="2547215" y="189778"/>
                </a:lnTo>
                <a:lnTo>
                  <a:pt x="2547948" y="171287"/>
                </a:lnTo>
                <a:lnTo>
                  <a:pt x="2558941" y="124474"/>
                </a:lnTo>
                <a:lnTo>
                  <a:pt x="2581908" y="91191"/>
                </a:lnTo>
                <a:lnTo>
                  <a:pt x="2628045" y="69983"/>
                </a:lnTo>
                <a:lnTo>
                  <a:pt x="2641924" y="69092"/>
                </a:lnTo>
                <a:lnTo>
                  <a:pt x="2778201" y="69092"/>
                </a:lnTo>
                <a:lnTo>
                  <a:pt x="2776005" y="65428"/>
                </a:lnTo>
                <a:lnTo>
                  <a:pt x="2748539" y="35357"/>
                </a:lnTo>
                <a:lnTo>
                  <a:pt x="2713057" y="14048"/>
                </a:lnTo>
                <a:lnTo>
                  <a:pt x="2671058" y="2254"/>
                </a:lnTo>
                <a:lnTo>
                  <a:pt x="2655882" y="563"/>
                </a:lnTo>
                <a:lnTo>
                  <a:pt x="2640120" y="0"/>
                </a:lnTo>
                <a:close/>
              </a:path>
              <a:path w="3700779" h="379730">
                <a:moveTo>
                  <a:pt x="2721480" y="248227"/>
                </a:moveTo>
                <a:lnTo>
                  <a:pt x="2703981" y="285253"/>
                </a:lnTo>
                <a:lnTo>
                  <a:pt x="2670427" y="306315"/>
                </a:lnTo>
                <a:lnTo>
                  <a:pt x="2641383" y="310464"/>
                </a:lnTo>
                <a:lnTo>
                  <a:pt x="2777608" y="310464"/>
                </a:lnTo>
                <a:lnTo>
                  <a:pt x="2795127" y="273573"/>
                </a:lnTo>
                <a:lnTo>
                  <a:pt x="2800494" y="248588"/>
                </a:lnTo>
                <a:lnTo>
                  <a:pt x="2721480" y="248227"/>
                </a:lnTo>
                <a:close/>
              </a:path>
              <a:path w="3700779" h="379730">
                <a:moveTo>
                  <a:pt x="2778201" y="69092"/>
                </a:moveTo>
                <a:lnTo>
                  <a:pt x="2641924" y="69092"/>
                </a:lnTo>
                <a:lnTo>
                  <a:pt x="2649715" y="69374"/>
                </a:lnTo>
                <a:lnTo>
                  <a:pt x="2657213" y="70219"/>
                </a:lnTo>
                <a:lnTo>
                  <a:pt x="2695502" y="86590"/>
                </a:lnTo>
                <a:lnTo>
                  <a:pt x="2718187" y="119919"/>
                </a:lnTo>
                <a:lnTo>
                  <a:pt x="2721480" y="134396"/>
                </a:lnTo>
                <a:lnTo>
                  <a:pt x="2800494" y="134396"/>
                </a:lnTo>
                <a:lnTo>
                  <a:pt x="2797991" y="118791"/>
                </a:lnTo>
                <a:lnTo>
                  <a:pt x="2794270" y="104089"/>
                </a:lnTo>
                <a:lnTo>
                  <a:pt x="2789332" y="90289"/>
                </a:lnTo>
                <a:lnTo>
                  <a:pt x="2783176" y="77390"/>
                </a:lnTo>
                <a:lnTo>
                  <a:pt x="2778201" y="69092"/>
                </a:lnTo>
                <a:close/>
              </a:path>
              <a:path w="3700779" h="379730">
                <a:moveTo>
                  <a:pt x="2934619" y="5051"/>
                </a:moveTo>
                <a:lnTo>
                  <a:pt x="2856507" y="5051"/>
                </a:lnTo>
                <a:lnTo>
                  <a:pt x="2856507" y="374505"/>
                </a:lnTo>
                <a:lnTo>
                  <a:pt x="2934619" y="374505"/>
                </a:lnTo>
                <a:lnTo>
                  <a:pt x="2934619" y="5051"/>
                </a:lnTo>
                <a:close/>
              </a:path>
              <a:path w="3700779" h="379730">
                <a:moveTo>
                  <a:pt x="3067437" y="5051"/>
                </a:moveTo>
                <a:lnTo>
                  <a:pt x="2998886" y="5051"/>
                </a:lnTo>
                <a:lnTo>
                  <a:pt x="2998886" y="374505"/>
                </a:lnTo>
                <a:lnTo>
                  <a:pt x="3076998" y="374505"/>
                </a:lnTo>
                <a:lnTo>
                  <a:pt x="3076998" y="141973"/>
                </a:lnTo>
                <a:lnTo>
                  <a:pt x="3161412" y="141973"/>
                </a:lnTo>
                <a:lnTo>
                  <a:pt x="3067437" y="5051"/>
                </a:lnTo>
                <a:close/>
              </a:path>
              <a:path w="3700779" h="379730">
                <a:moveTo>
                  <a:pt x="3161412" y="141973"/>
                </a:moveTo>
                <a:lnTo>
                  <a:pt x="3079704" y="141973"/>
                </a:lnTo>
                <a:lnTo>
                  <a:pt x="3240439" y="374505"/>
                </a:lnTo>
                <a:lnTo>
                  <a:pt x="3307908" y="374505"/>
                </a:lnTo>
                <a:lnTo>
                  <a:pt x="3307908" y="237403"/>
                </a:lnTo>
                <a:lnTo>
                  <a:pt x="3226909" y="237403"/>
                </a:lnTo>
                <a:lnTo>
                  <a:pt x="3161412" y="141973"/>
                </a:lnTo>
                <a:close/>
              </a:path>
              <a:path w="3700779" h="379730">
                <a:moveTo>
                  <a:pt x="3307908" y="5051"/>
                </a:moveTo>
                <a:lnTo>
                  <a:pt x="3230156" y="5051"/>
                </a:lnTo>
                <a:lnTo>
                  <a:pt x="3230156" y="237403"/>
                </a:lnTo>
                <a:lnTo>
                  <a:pt x="3307908" y="237403"/>
                </a:lnTo>
                <a:lnTo>
                  <a:pt x="3307908" y="5051"/>
                </a:lnTo>
                <a:close/>
              </a:path>
              <a:path w="3700779" h="379730">
                <a:moveTo>
                  <a:pt x="3538772" y="0"/>
                </a:moveTo>
                <a:lnTo>
                  <a:pt x="3486783" y="7204"/>
                </a:lnTo>
                <a:lnTo>
                  <a:pt x="3441312" y="28547"/>
                </a:lnTo>
                <a:lnTo>
                  <a:pt x="3404578" y="63094"/>
                </a:lnTo>
                <a:lnTo>
                  <a:pt x="3378939" y="110042"/>
                </a:lnTo>
                <a:lnTo>
                  <a:pt x="3369198" y="147655"/>
                </a:lnTo>
                <a:lnTo>
                  <a:pt x="3365951" y="190139"/>
                </a:lnTo>
                <a:lnTo>
                  <a:pt x="3367315" y="218371"/>
                </a:lnTo>
                <a:lnTo>
                  <a:pt x="3378229" y="268882"/>
                </a:lnTo>
                <a:lnTo>
                  <a:pt x="3399865" y="311152"/>
                </a:lnTo>
                <a:lnTo>
                  <a:pt x="3430533" y="343894"/>
                </a:lnTo>
                <a:lnTo>
                  <a:pt x="3469566" y="366669"/>
                </a:lnTo>
                <a:lnTo>
                  <a:pt x="3515207" y="378124"/>
                </a:lnTo>
                <a:lnTo>
                  <a:pt x="3540395" y="379556"/>
                </a:lnTo>
                <a:lnTo>
                  <a:pt x="3563012" y="378384"/>
                </a:lnTo>
                <a:lnTo>
                  <a:pt x="3604323" y="369003"/>
                </a:lnTo>
                <a:lnTo>
                  <a:pt x="3640087" y="350332"/>
                </a:lnTo>
                <a:lnTo>
                  <a:pt x="3668410" y="323453"/>
                </a:lnTo>
                <a:lnTo>
                  <a:pt x="3677313" y="310464"/>
                </a:lnTo>
                <a:lnTo>
                  <a:pt x="3540756" y="310464"/>
                </a:lnTo>
                <a:lnTo>
                  <a:pt x="3526628" y="309585"/>
                </a:lnTo>
                <a:lnTo>
                  <a:pt x="3490064" y="296393"/>
                </a:lnTo>
                <a:lnTo>
                  <a:pt x="3463343" y="267811"/>
                </a:lnTo>
                <a:lnTo>
                  <a:pt x="3448077" y="225136"/>
                </a:lnTo>
                <a:lnTo>
                  <a:pt x="3445145" y="189417"/>
                </a:lnTo>
                <a:lnTo>
                  <a:pt x="3445889" y="170859"/>
                </a:lnTo>
                <a:lnTo>
                  <a:pt x="3457051" y="124113"/>
                </a:lnTo>
                <a:lnTo>
                  <a:pt x="3480187" y="90999"/>
                </a:lnTo>
                <a:lnTo>
                  <a:pt x="3526302" y="69971"/>
                </a:lnTo>
                <a:lnTo>
                  <a:pt x="3540034" y="69092"/>
                </a:lnTo>
                <a:lnTo>
                  <a:pt x="3676276" y="69092"/>
                </a:lnTo>
                <a:lnTo>
                  <a:pt x="3672502" y="63263"/>
                </a:lnTo>
                <a:lnTo>
                  <a:pt x="3645206" y="34816"/>
                </a:lnTo>
                <a:lnTo>
                  <a:pt x="3610367" y="14183"/>
                </a:lnTo>
                <a:lnTo>
                  <a:pt x="3569078" y="2300"/>
                </a:lnTo>
                <a:lnTo>
                  <a:pt x="3554196" y="575"/>
                </a:lnTo>
                <a:lnTo>
                  <a:pt x="3538772" y="0"/>
                </a:lnTo>
                <a:close/>
              </a:path>
              <a:path w="3700779" h="379730">
                <a:moveTo>
                  <a:pt x="3625002" y="233254"/>
                </a:moveTo>
                <a:lnTo>
                  <a:pt x="3614899" y="274204"/>
                </a:lnTo>
                <a:lnTo>
                  <a:pt x="3586036" y="301083"/>
                </a:lnTo>
                <a:lnTo>
                  <a:pt x="3540756" y="310464"/>
                </a:lnTo>
                <a:lnTo>
                  <a:pt x="3677313" y="310464"/>
                </a:lnTo>
                <a:lnTo>
                  <a:pt x="3695086" y="268612"/>
                </a:lnTo>
                <a:lnTo>
                  <a:pt x="3699557" y="235599"/>
                </a:lnTo>
                <a:lnTo>
                  <a:pt x="3640877" y="235599"/>
                </a:lnTo>
                <a:lnTo>
                  <a:pt x="3625002" y="233254"/>
                </a:lnTo>
                <a:close/>
              </a:path>
              <a:path w="3700779" h="379730">
                <a:moveTo>
                  <a:pt x="3700228" y="176789"/>
                </a:moveTo>
                <a:lnTo>
                  <a:pt x="3545627" y="176789"/>
                </a:lnTo>
                <a:lnTo>
                  <a:pt x="3545627" y="235599"/>
                </a:lnTo>
                <a:lnTo>
                  <a:pt x="3624872" y="235599"/>
                </a:lnTo>
                <a:lnTo>
                  <a:pt x="3625002" y="233254"/>
                </a:lnTo>
                <a:lnTo>
                  <a:pt x="3699685" y="233254"/>
                </a:lnTo>
                <a:lnTo>
                  <a:pt x="3700129" y="225136"/>
                </a:lnTo>
                <a:lnTo>
                  <a:pt x="3700228" y="176789"/>
                </a:lnTo>
                <a:close/>
              </a:path>
              <a:path w="3700779" h="379730">
                <a:moveTo>
                  <a:pt x="3699685" y="233254"/>
                </a:moveTo>
                <a:lnTo>
                  <a:pt x="3625002" y="233254"/>
                </a:lnTo>
                <a:lnTo>
                  <a:pt x="3640877" y="235599"/>
                </a:lnTo>
                <a:lnTo>
                  <a:pt x="3699557" y="235599"/>
                </a:lnTo>
                <a:lnTo>
                  <a:pt x="3699685" y="233254"/>
                </a:lnTo>
                <a:close/>
              </a:path>
              <a:path w="3700779" h="379730">
                <a:moveTo>
                  <a:pt x="3676276" y="69092"/>
                </a:moveTo>
                <a:lnTo>
                  <a:pt x="3540034" y="69092"/>
                </a:lnTo>
                <a:lnTo>
                  <a:pt x="3547442" y="69329"/>
                </a:lnTo>
                <a:lnTo>
                  <a:pt x="3554511" y="70039"/>
                </a:lnTo>
                <a:lnTo>
                  <a:pt x="3590004" y="83884"/>
                </a:lnTo>
                <a:lnTo>
                  <a:pt x="3596619" y="88575"/>
                </a:lnTo>
                <a:lnTo>
                  <a:pt x="3617425" y="124474"/>
                </a:lnTo>
                <a:lnTo>
                  <a:pt x="3696800" y="124474"/>
                </a:lnTo>
                <a:lnTo>
                  <a:pt x="3694308" y="111057"/>
                </a:lnTo>
                <a:lnTo>
                  <a:pt x="3690621" y="98226"/>
                </a:lnTo>
                <a:lnTo>
                  <a:pt x="3685739" y="85982"/>
                </a:lnTo>
                <a:lnTo>
                  <a:pt x="3679662" y="74323"/>
                </a:lnTo>
                <a:lnTo>
                  <a:pt x="3676276" y="69092"/>
                </a:lnTo>
                <a:close/>
              </a:path>
            </a:pathLst>
          </a:custGeom>
          <a:solidFill>
            <a:srgbClr val="DDA15E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2" name="object 52"/>
          <p:cNvSpPr/>
          <p:nvPr/>
        </p:nvSpPr>
        <p:spPr>
          <a:xfrm>
            <a:off x="272573" y="0"/>
            <a:ext cx="2412498" cy="22588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3" name="object 53"/>
          <p:cNvSpPr/>
          <p:nvPr/>
        </p:nvSpPr>
        <p:spPr>
          <a:xfrm>
            <a:off x="10907443" y="460814"/>
            <a:ext cx="379494" cy="379494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4" name="object 54"/>
          <p:cNvSpPr/>
          <p:nvPr/>
        </p:nvSpPr>
        <p:spPr>
          <a:xfrm>
            <a:off x="9508674" y="575812"/>
            <a:ext cx="1260010" cy="214143"/>
          </a:xfrm>
          <a:custGeom>
            <a:avLst/>
            <a:gdLst/>
            <a:ahLst/>
            <a:cxnLst/>
            <a:rect l="l" t="t" r="r" b="b"/>
            <a:pathLst>
              <a:path w="1771015" h="300990">
                <a:moveTo>
                  <a:pt x="35790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99736"/>
                </a:lnTo>
                <a:lnTo>
                  <a:pt x="72736" y="158172"/>
                </a:lnTo>
                <a:lnTo>
                  <a:pt x="113665" y="158172"/>
                </a:lnTo>
                <a:lnTo>
                  <a:pt x="104831" y="146627"/>
                </a:lnTo>
                <a:lnTo>
                  <a:pt x="35790" y="146627"/>
                </a:lnTo>
                <a:lnTo>
                  <a:pt x="35790" y="0"/>
                </a:lnTo>
                <a:close/>
              </a:path>
              <a:path w="1771015" h="300990">
                <a:moveTo>
                  <a:pt x="113665" y="158172"/>
                </a:moveTo>
                <a:lnTo>
                  <a:pt x="72736" y="158172"/>
                </a:lnTo>
                <a:lnTo>
                  <a:pt x="175490" y="295563"/>
                </a:lnTo>
                <a:lnTo>
                  <a:pt x="218786" y="295563"/>
                </a:lnTo>
                <a:lnTo>
                  <a:pt x="113665" y="158172"/>
                </a:lnTo>
                <a:close/>
              </a:path>
              <a:path w="1771015" h="300990">
                <a:moveTo>
                  <a:pt x="218786" y="0"/>
                </a:moveTo>
                <a:lnTo>
                  <a:pt x="172027" y="0"/>
                </a:lnTo>
                <a:lnTo>
                  <a:pt x="39254" y="146627"/>
                </a:lnTo>
                <a:lnTo>
                  <a:pt x="104831" y="146627"/>
                </a:lnTo>
                <a:lnTo>
                  <a:pt x="94672" y="133349"/>
                </a:lnTo>
                <a:lnTo>
                  <a:pt x="218786" y="0"/>
                </a:lnTo>
                <a:close/>
              </a:path>
              <a:path w="1771015" h="300990">
                <a:moveTo>
                  <a:pt x="414695" y="101022"/>
                </a:moveTo>
                <a:lnTo>
                  <a:pt x="346507" y="101022"/>
                </a:lnTo>
                <a:lnTo>
                  <a:pt x="357521" y="101762"/>
                </a:lnTo>
                <a:lnTo>
                  <a:pt x="367037" y="103981"/>
                </a:lnTo>
                <a:lnTo>
                  <a:pt x="392536" y="135965"/>
                </a:lnTo>
                <a:lnTo>
                  <a:pt x="393266" y="146049"/>
                </a:lnTo>
                <a:lnTo>
                  <a:pt x="393266" y="152688"/>
                </a:lnTo>
                <a:lnTo>
                  <a:pt x="391294" y="156537"/>
                </a:lnTo>
                <a:lnTo>
                  <a:pt x="387350" y="158749"/>
                </a:lnTo>
                <a:lnTo>
                  <a:pt x="383501" y="160962"/>
                </a:lnTo>
                <a:lnTo>
                  <a:pt x="377343" y="162550"/>
                </a:lnTo>
                <a:lnTo>
                  <a:pt x="362121" y="164243"/>
                </a:lnTo>
                <a:lnTo>
                  <a:pt x="336116" y="167409"/>
                </a:lnTo>
                <a:lnTo>
                  <a:pt x="297962" y="174769"/>
                </a:lnTo>
                <a:lnTo>
                  <a:pt x="261675" y="196092"/>
                </a:lnTo>
                <a:lnTo>
                  <a:pt x="250208" y="234372"/>
                </a:lnTo>
                <a:lnTo>
                  <a:pt x="250734" y="243067"/>
                </a:lnTo>
                <a:lnTo>
                  <a:pt x="272075" y="282971"/>
                </a:lnTo>
                <a:lnTo>
                  <a:pt x="315434" y="300262"/>
                </a:lnTo>
                <a:lnTo>
                  <a:pt x="325726" y="300759"/>
                </a:lnTo>
                <a:lnTo>
                  <a:pt x="335025" y="300398"/>
                </a:lnTo>
                <a:lnTo>
                  <a:pt x="375615" y="284947"/>
                </a:lnTo>
                <a:lnTo>
                  <a:pt x="389318" y="270163"/>
                </a:lnTo>
                <a:lnTo>
                  <a:pt x="330921" y="270163"/>
                </a:lnTo>
                <a:lnTo>
                  <a:pt x="321093" y="269586"/>
                </a:lnTo>
                <a:lnTo>
                  <a:pt x="287445" y="249959"/>
                </a:lnTo>
                <a:lnTo>
                  <a:pt x="284162" y="225713"/>
                </a:lnTo>
                <a:lnTo>
                  <a:pt x="286471" y="218882"/>
                </a:lnTo>
                <a:lnTo>
                  <a:pt x="321540" y="199123"/>
                </a:lnTo>
                <a:lnTo>
                  <a:pt x="348672" y="195118"/>
                </a:lnTo>
                <a:lnTo>
                  <a:pt x="354637" y="194348"/>
                </a:lnTo>
                <a:lnTo>
                  <a:pt x="391823" y="185881"/>
                </a:lnTo>
                <a:lnTo>
                  <a:pt x="393266" y="184149"/>
                </a:lnTo>
                <a:lnTo>
                  <a:pt x="427326" y="184149"/>
                </a:lnTo>
                <a:lnTo>
                  <a:pt x="427326" y="149513"/>
                </a:lnTo>
                <a:lnTo>
                  <a:pt x="426784" y="136976"/>
                </a:lnTo>
                <a:lnTo>
                  <a:pt x="425161" y="125773"/>
                </a:lnTo>
                <a:lnTo>
                  <a:pt x="422455" y="115905"/>
                </a:lnTo>
                <a:lnTo>
                  <a:pt x="418666" y="107372"/>
                </a:lnTo>
                <a:lnTo>
                  <a:pt x="414695" y="101022"/>
                </a:lnTo>
                <a:close/>
              </a:path>
              <a:path w="1771015" h="300990">
                <a:moveTo>
                  <a:pt x="427326" y="265545"/>
                </a:moveTo>
                <a:lnTo>
                  <a:pt x="393266" y="265545"/>
                </a:lnTo>
                <a:lnTo>
                  <a:pt x="393266" y="295563"/>
                </a:lnTo>
                <a:lnTo>
                  <a:pt x="427326" y="295563"/>
                </a:lnTo>
                <a:lnTo>
                  <a:pt x="427326" y="265545"/>
                </a:lnTo>
                <a:close/>
              </a:path>
              <a:path w="1771015" h="300990">
                <a:moveTo>
                  <a:pt x="427326" y="184149"/>
                </a:moveTo>
                <a:lnTo>
                  <a:pt x="393266" y="184149"/>
                </a:lnTo>
                <a:lnTo>
                  <a:pt x="393262" y="215394"/>
                </a:lnTo>
                <a:lnTo>
                  <a:pt x="392815" y="222168"/>
                </a:lnTo>
                <a:lnTo>
                  <a:pt x="371547" y="257968"/>
                </a:lnTo>
                <a:lnTo>
                  <a:pt x="330921" y="270163"/>
                </a:lnTo>
                <a:lnTo>
                  <a:pt x="389318" y="270163"/>
                </a:lnTo>
                <a:lnTo>
                  <a:pt x="391535" y="265545"/>
                </a:lnTo>
                <a:lnTo>
                  <a:pt x="427326" y="265545"/>
                </a:lnTo>
                <a:lnTo>
                  <a:pt x="427326" y="184149"/>
                </a:lnTo>
                <a:close/>
              </a:path>
              <a:path w="1771015" h="300990">
                <a:moveTo>
                  <a:pt x="352473" y="71004"/>
                </a:moveTo>
                <a:lnTo>
                  <a:pt x="345353" y="71004"/>
                </a:lnTo>
                <a:lnTo>
                  <a:pt x="336946" y="71293"/>
                </a:lnTo>
                <a:lnTo>
                  <a:pt x="294769" y="81828"/>
                </a:lnTo>
                <a:lnTo>
                  <a:pt x="261143" y="113416"/>
                </a:lnTo>
                <a:lnTo>
                  <a:pt x="256453" y="122959"/>
                </a:lnTo>
                <a:lnTo>
                  <a:pt x="288780" y="134504"/>
                </a:lnTo>
                <a:lnTo>
                  <a:pt x="292108" y="128533"/>
                </a:lnTo>
                <a:lnTo>
                  <a:pt x="296465" y="122742"/>
                </a:lnTo>
                <a:lnTo>
                  <a:pt x="334971" y="101690"/>
                </a:lnTo>
                <a:lnTo>
                  <a:pt x="346507" y="101022"/>
                </a:lnTo>
                <a:lnTo>
                  <a:pt x="414695" y="101022"/>
                </a:lnTo>
                <a:lnTo>
                  <a:pt x="414057" y="100003"/>
                </a:lnTo>
                <a:lnTo>
                  <a:pt x="376823" y="75162"/>
                </a:lnTo>
                <a:lnTo>
                  <a:pt x="360651" y="71870"/>
                </a:lnTo>
                <a:lnTo>
                  <a:pt x="352473" y="71004"/>
                </a:lnTo>
                <a:close/>
              </a:path>
              <a:path w="1771015" h="300990">
                <a:moveTo>
                  <a:pt x="522395" y="73890"/>
                </a:moveTo>
                <a:lnTo>
                  <a:pt x="489491" y="73890"/>
                </a:lnTo>
                <a:lnTo>
                  <a:pt x="489491" y="295563"/>
                </a:lnTo>
                <a:lnTo>
                  <a:pt x="523550" y="295563"/>
                </a:lnTo>
                <a:lnTo>
                  <a:pt x="523550" y="155286"/>
                </a:lnTo>
                <a:lnTo>
                  <a:pt x="524001" y="147989"/>
                </a:lnTo>
                <a:lnTo>
                  <a:pt x="544728" y="113758"/>
                </a:lnTo>
                <a:lnTo>
                  <a:pt x="556749" y="107372"/>
                </a:lnTo>
                <a:lnTo>
                  <a:pt x="522395" y="107372"/>
                </a:lnTo>
                <a:lnTo>
                  <a:pt x="522395" y="73890"/>
                </a:lnTo>
                <a:close/>
              </a:path>
              <a:path w="1771015" h="300990">
                <a:moveTo>
                  <a:pt x="584933" y="70427"/>
                </a:moveTo>
                <a:lnTo>
                  <a:pt x="582432" y="70427"/>
                </a:lnTo>
                <a:lnTo>
                  <a:pt x="572726" y="71067"/>
                </a:lnTo>
                <a:lnTo>
                  <a:pt x="533219" y="92471"/>
                </a:lnTo>
                <a:lnTo>
                  <a:pt x="524704" y="107372"/>
                </a:lnTo>
                <a:lnTo>
                  <a:pt x="556749" y="107372"/>
                </a:lnTo>
                <a:lnTo>
                  <a:pt x="557248" y="107147"/>
                </a:lnTo>
                <a:lnTo>
                  <a:pt x="564247" y="105027"/>
                </a:lnTo>
                <a:lnTo>
                  <a:pt x="571680" y="103755"/>
                </a:lnTo>
                <a:lnTo>
                  <a:pt x="579545" y="103331"/>
                </a:lnTo>
                <a:lnTo>
                  <a:pt x="600327" y="103331"/>
                </a:lnTo>
                <a:lnTo>
                  <a:pt x="600327" y="71004"/>
                </a:lnTo>
                <a:lnTo>
                  <a:pt x="598403" y="70812"/>
                </a:lnTo>
                <a:lnTo>
                  <a:pt x="595565" y="70667"/>
                </a:lnTo>
                <a:lnTo>
                  <a:pt x="588060" y="70475"/>
                </a:lnTo>
                <a:lnTo>
                  <a:pt x="584933" y="70427"/>
                </a:lnTo>
                <a:close/>
              </a:path>
              <a:path w="1771015" h="300990">
                <a:moveTo>
                  <a:pt x="600327" y="103331"/>
                </a:moveTo>
                <a:lnTo>
                  <a:pt x="584067" y="103331"/>
                </a:lnTo>
                <a:lnTo>
                  <a:pt x="588349" y="103668"/>
                </a:lnTo>
                <a:lnTo>
                  <a:pt x="592390" y="104342"/>
                </a:lnTo>
                <a:lnTo>
                  <a:pt x="596527" y="104919"/>
                </a:lnTo>
                <a:lnTo>
                  <a:pt x="599173" y="105352"/>
                </a:lnTo>
                <a:lnTo>
                  <a:pt x="600327" y="105640"/>
                </a:lnTo>
                <a:lnTo>
                  <a:pt x="600327" y="103331"/>
                </a:lnTo>
                <a:close/>
              </a:path>
              <a:path w="1771015" h="300990">
                <a:moveTo>
                  <a:pt x="674759" y="0"/>
                </a:moveTo>
                <a:lnTo>
                  <a:pt x="640700" y="0"/>
                </a:lnTo>
                <a:lnTo>
                  <a:pt x="640700" y="295563"/>
                </a:lnTo>
                <a:lnTo>
                  <a:pt x="674759" y="295563"/>
                </a:lnTo>
                <a:lnTo>
                  <a:pt x="674759" y="0"/>
                </a:lnTo>
                <a:close/>
              </a:path>
              <a:path w="1771015" h="300990">
                <a:moveTo>
                  <a:pt x="898777" y="0"/>
                </a:moveTo>
                <a:lnTo>
                  <a:pt x="856059" y="0"/>
                </a:lnTo>
                <a:lnTo>
                  <a:pt x="856059" y="295563"/>
                </a:lnTo>
                <a:lnTo>
                  <a:pt x="889541" y="295563"/>
                </a:lnTo>
                <a:lnTo>
                  <a:pt x="889541" y="71004"/>
                </a:lnTo>
                <a:lnTo>
                  <a:pt x="927847" y="71004"/>
                </a:lnTo>
                <a:lnTo>
                  <a:pt x="898777" y="0"/>
                </a:lnTo>
                <a:close/>
              </a:path>
              <a:path w="1771015" h="300990">
                <a:moveTo>
                  <a:pt x="927847" y="71004"/>
                </a:moveTo>
                <a:lnTo>
                  <a:pt x="892427" y="71004"/>
                </a:lnTo>
                <a:lnTo>
                  <a:pt x="984791" y="295563"/>
                </a:lnTo>
                <a:lnTo>
                  <a:pt x="1017118" y="295563"/>
                </a:lnTo>
                <a:lnTo>
                  <a:pt x="1037775" y="245340"/>
                </a:lnTo>
                <a:lnTo>
                  <a:pt x="999223" y="245340"/>
                </a:lnTo>
                <a:lnTo>
                  <a:pt x="927847" y="71004"/>
                </a:lnTo>
                <a:close/>
              </a:path>
              <a:path w="1771015" h="300990">
                <a:moveTo>
                  <a:pt x="1145850" y="71004"/>
                </a:moveTo>
                <a:lnTo>
                  <a:pt x="1112368" y="71004"/>
                </a:lnTo>
                <a:lnTo>
                  <a:pt x="1112368" y="295563"/>
                </a:lnTo>
                <a:lnTo>
                  <a:pt x="1145850" y="295563"/>
                </a:lnTo>
                <a:lnTo>
                  <a:pt x="1145850" y="71004"/>
                </a:lnTo>
                <a:close/>
              </a:path>
              <a:path w="1771015" h="300990">
                <a:moveTo>
                  <a:pt x="1145850" y="0"/>
                </a:moveTo>
                <a:lnTo>
                  <a:pt x="1103132" y="0"/>
                </a:lnTo>
                <a:lnTo>
                  <a:pt x="1002686" y="245340"/>
                </a:lnTo>
                <a:lnTo>
                  <a:pt x="1037775" y="245340"/>
                </a:lnTo>
                <a:lnTo>
                  <a:pt x="1109482" y="71004"/>
                </a:lnTo>
                <a:lnTo>
                  <a:pt x="1145850" y="71004"/>
                </a:lnTo>
                <a:lnTo>
                  <a:pt x="1145850" y="0"/>
                </a:lnTo>
                <a:close/>
              </a:path>
              <a:path w="1771015" h="300990">
                <a:moveTo>
                  <a:pt x="1367195" y="101022"/>
                </a:moveTo>
                <a:lnTo>
                  <a:pt x="1299008" y="101022"/>
                </a:lnTo>
                <a:lnTo>
                  <a:pt x="1310021" y="101762"/>
                </a:lnTo>
                <a:lnTo>
                  <a:pt x="1319537" y="103981"/>
                </a:lnTo>
                <a:lnTo>
                  <a:pt x="1345036" y="135965"/>
                </a:lnTo>
                <a:lnTo>
                  <a:pt x="1345766" y="146049"/>
                </a:lnTo>
                <a:lnTo>
                  <a:pt x="1345766" y="152688"/>
                </a:lnTo>
                <a:lnTo>
                  <a:pt x="1343794" y="156537"/>
                </a:lnTo>
                <a:lnTo>
                  <a:pt x="1339849" y="158749"/>
                </a:lnTo>
                <a:lnTo>
                  <a:pt x="1336001" y="160962"/>
                </a:lnTo>
                <a:lnTo>
                  <a:pt x="1329843" y="162550"/>
                </a:lnTo>
                <a:lnTo>
                  <a:pt x="1314621" y="164243"/>
                </a:lnTo>
                <a:lnTo>
                  <a:pt x="1288616" y="167409"/>
                </a:lnTo>
                <a:lnTo>
                  <a:pt x="1250462" y="174769"/>
                </a:lnTo>
                <a:lnTo>
                  <a:pt x="1214175" y="196092"/>
                </a:lnTo>
                <a:lnTo>
                  <a:pt x="1202708" y="234372"/>
                </a:lnTo>
                <a:lnTo>
                  <a:pt x="1203234" y="243067"/>
                </a:lnTo>
                <a:lnTo>
                  <a:pt x="1224575" y="282971"/>
                </a:lnTo>
                <a:lnTo>
                  <a:pt x="1267934" y="300262"/>
                </a:lnTo>
                <a:lnTo>
                  <a:pt x="1278226" y="300759"/>
                </a:lnTo>
                <a:lnTo>
                  <a:pt x="1287525" y="300398"/>
                </a:lnTo>
                <a:lnTo>
                  <a:pt x="1328115" y="284947"/>
                </a:lnTo>
                <a:lnTo>
                  <a:pt x="1341818" y="270163"/>
                </a:lnTo>
                <a:lnTo>
                  <a:pt x="1283421" y="270163"/>
                </a:lnTo>
                <a:lnTo>
                  <a:pt x="1273593" y="269586"/>
                </a:lnTo>
                <a:lnTo>
                  <a:pt x="1239945" y="249959"/>
                </a:lnTo>
                <a:lnTo>
                  <a:pt x="1236662" y="225713"/>
                </a:lnTo>
                <a:lnTo>
                  <a:pt x="1238971" y="218882"/>
                </a:lnTo>
                <a:lnTo>
                  <a:pt x="1274040" y="199123"/>
                </a:lnTo>
                <a:lnTo>
                  <a:pt x="1301172" y="195118"/>
                </a:lnTo>
                <a:lnTo>
                  <a:pt x="1307137" y="194348"/>
                </a:lnTo>
                <a:lnTo>
                  <a:pt x="1344323" y="185881"/>
                </a:lnTo>
                <a:lnTo>
                  <a:pt x="1345766" y="184149"/>
                </a:lnTo>
                <a:lnTo>
                  <a:pt x="1379826" y="184149"/>
                </a:lnTo>
                <a:lnTo>
                  <a:pt x="1379826" y="149513"/>
                </a:lnTo>
                <a:lnTo>
                  <a:pt x="1379284" y="136976"/>
                </a:lnTo>
                <a:lnTo>
                  <a:pt x="1377661" y="125773"/>
                </a:lnTo>
                <a:lnTo>
                  <a:pt x="1374955" y="115905"/>
                </a:lnTo>
                <a:lnTo>
                  <a:pt x="1371166" y="107372"/>
                </a:lnTo>
                <a:lnTo>
                  <a:pt x="1367195" y="101022"/>
                </a:lnTo>
                <a:close/>
              </a:path>
              <a:path w="1771015" h="300990">
                <a:moveTo>
                  <a:pt x="1379826" y="265545"/>
                </a:moveTo>
                <a:lnTo>
                  <a:pt x="1345766" y="265545"/>
                </a:lnTo>
                <a:lnTo>
                  <a:pt x="1345766" y="295563"/>
                </a:lnTo>
                <a:lnTo>
                  <a:pt x="1379826" y="295563"/>
                </a:lnTo>
                <a:lnTo>
                  <a:pt x="1379826" y="265545"/>
                </a:lnTo>
                <a:close/>
              </a:path>
              <a:path w="1771015" h="300990">
                <a:moveTo>
                  <a:pt x="1379826" y="184149"/>
                </a:moveTo>
                <a:lnTo>
                  <a:pt x="1345766" y="184149"/>
                </a:lnTo>
                <a:lnTo>
                  <a:pt x="1345762" y="215394"/>
                </a:lnTo>
                <a:lnTo>
                  <a:pt x="1345315" y="222168"/>
                </a:lnTo>
                <a:lnTo>
                  <a:pt x="1324047" y="257968"/>
                </a:lnTo>
                <a:lnTo>
                  <a:pt x="1283421" y="270163"/>
                </a:lnTo>
                <a:lnTo>
                  <a:pt x="1341818" y="270163"/>
                </a:lnTo>
                <a:lnTo>
                  <a:pt x="1344035" y="265545"/>
                </a:lnTo>
                <a:lnTo>
                  <a:pt x="1379826" y="265545"/>
                </a:lnTo>
                <a:lnTo>
                  <a:pt x="1379826" y="184149"/>
                </a:lnTo>
                <a:close/>
              </a:path>
              <a:path w="1771015" h="300990">
                <a:moveTo>
                  <a:pt x="1304973" y="71004"/>
                </a:moveTo>
                <a:lnTo>
                  <a:pt x="1297853" y="71004"/>
                </a:lnTo>
                <a:lnTo>
                  <a:pt x="1289446" y="71293"/>
                </a:lnTo>
                <a:lnTo>
                  <a:pt x="1247269" y="81828"/>
                </a:lnTo>
                <a:lnTo>
                  <a:pt x="1213643" y="113416"/>
                </a:lnTo>
                <a:lnTo>
                  <a:pt x="1208953" y="122959"/>
                </a:lnTo>
                <a:lnTo>
                  <a:pt x="1241280" y="134504"/>
                </a:lnTo>
                <a:lnTo>
                  <a:pt x="1244609" y="128533"/>
                </a:lnTo>
                <a:lnTo>
                  <a:pt x="1248965" y="122742"/>
                </a:lnTo>
                <a:lnTo>
                  <a:pt x="1287471" y="101690"/>
                </a:lnTo>
                <a:lnTo>
                  <a:pt x="1299008" y="101022"/>
                </a:lnTo>
                <a:lnTo>
                  <a:pt x="1367195" y="101022"/>
                </a:lnTo>
                <a:lnTo>
                  <a:pt x="1366557" y="100003"/>
                </a:lnTo>
                <a:lnTo>
                  <a:pt x="1329323" y="75162"/>
                </a:lnTo>
                <a:lnTo>
                  <a:pt x="1313151" y="71870"/>
                </a:lnTo>
                <a:lnTo>
                  <a:pt x="1304973" y="71004"/>
                </a:lnTo>
                <a:close/>
              </a:path>
              <a:path w="1771015" h="300990">
                <a:moveTo>
                  <a:pt x="1474895" y="73890"/>
                </a:moveTo>
                <a:lnTo>
                  <a:pt x="1441991" y="73890"/>
                </a:lnTo>
                <a:lnTo>
                  <a:pt x="1441991" y="295563"/>
                </a:lnTo>
                <a:lnTo>
                  <a:pt x="1476050" y="295563"/>
                </a:lnTo>
                <a:lnTo>
                  <a:pt x="1476050" y="155286"/>
                </a:lnTo>
                <a:lnTo>
                  <a:pt x="1476501" y="147989"/>
                </a:lnTo>
                <a:lnTo>
                  <a:pt x="1497228" y="113758"/>
                </a:lnTo>
                <a:lnTo>
                  <a:pt x="1509249" y="107372"/>
                </a:lnTo>
                <a:lnTo>
                  <a:pt x="1474895" y="107372"/>
                </a:lnTo>
                <a:lnTo>
                  <a:pt x="1474895" y="73890"/>
                </a:lnTo>
                <a:close/>
              </a:path>
              <a:path w="1771015" h="300990">
                <a:moveTo>
                  <a:pt x="1537433" y="70427"/>
                </a:moveTo>
                <a:lnTo>
                  <a:pt x="1534932" y="70427"/>
                </a:lnTo>
                <a:lnTo>
                  <a:pt x="1525226" y="71067"/>
                </a:lnTo>
                <a:lnTo>
                  <a:pt x="1485719" y="92471"/>
                </a:lnTo>
                <a:lnTo>
                  <a:pt x="1477204" y="107372"/>
                </a:lnTo>
                <a:lnTo>
                  <a:pt x="1509249" y="107372"/>
                </a:lnTo>
                <a:lnTo>
                  <a:pt x="1509748" y="107147"/>
                </a:lnTo>
                <a:lnTo>
                  <a:pt x="1516747" y="105027"/>
                </a:lnTo>
                <a:lnTo>
                  <a:pt x="1524180" y="103755"/>
                </a:lnTo>
                <a:lnTo>
                  <a:pt x="1532045" y="103331"/>
                </a:lnTo>
                <a:lnTo>
                  <a:pt x="1552827" y="103331"/>
                </a:lnTo>
                <a:lnTo>
                  <a:pt x="1552827" y="71004"/>
                </a:lnTo>
                <a:lnTo>
                  <a:pt x="1550903" y="70812"/>
                </a:lnTo>
                <a:lnTo>
                  <a:pt x="1548065" y="70667"/>
                </a:lnTo>
                <a:lnTo>
                  <a:pt x="1540560" y="70475"/>
                </a:lnTo>
                <a:lnTo>
                  <a:pt x="1537433" y="70427"/>
                </a:lnTo>
                <a:close/>
              </a:path>
              <a:path w="1771015" h="300990">
                <a:moveTo>
                  <a:pt x="1552827" y="103331"/>
                </a:moveTo>
                <a:lnTo>
                  <a:pt x="1536567" y="103331"/>
                </a:lnTo>
                <a:lnTo>
                  <a:pt x="1540849" y="103668"/>
                </a:lnTo>
                <a:lnTo>
                  <a:pt x="1544890" y="104342"/>
                </a:lnTo>
                <a:lnTo>
                  <a:pt x="1549027" y="104919"/>
                </a:lnTo>
                <a:lnTo>
                  <a:pt x="1551673" y="105352"/>
                </a:lnTo>
                <a:lnTo>
                  <a:pt x="1552827" y="105640"/>
                </a:lnTo>
                <a:lnTo>
                  <a:pt x="1552827" y="103331"/>
                </a:lnTo>
                <a:close/>
              </a:path>
              <a:path w="1771015" h="300990">
                <a:moveTo>
                  <a:pt x="1625347" y="73890"/>
                </a:moveTo>
                <a:lnTo>
                  <a:pt x="1586092" y="73890"/>
                </a:lnTo>
                <a:lnTo>
                  <a:pt x="1656520" y="184727"/>
                </a:lnTo>
                <a:lnTo>
                  <a:pt x="1586092" y="295563"/>
                </a:lnTo>
                <a:lnTo>
                  <a:pt x="1625347" y="295563"/>
                </a:lnTo>
                <a:lnTo>
                  <a:pt x="1678456" y="209549"/>
                </a:lnTo>
                <a:lnTo>
                  <a:pt x="1715269" y="209549"/>
                </a:lnTo>
                <a:lnTo>
                  <a:pt x="1699238" y="184727"/>
                </a:lnTo>
                <a:lnTo>
                  <a:pt x="1712287" y="164522"/>
                </a:lnTo>
                <a:lnTo>
                  <a:pt x="1678456" y="164522"/>
                </a:lnTo>
                <a:lnTo>
                  <a:pt x="1625347" y="73890"/>
                </a:lnTo>
                <a:close/>
              </a:path>
              <a:path w="1771015" h="300990">
                <a:moveTo>
                  <a:pt x="1715269" y="209549"/>
                </a:moveTo>
                <a:lnTo>
                  <a:pt x="1678456" y="209549"/>
                </a:lnTo>
                <a:lnTo>
                  <a:pt x="1731565" y="295563"/>
                </a:lnTo>
                <a:lnTo>
                  <a:pt x="1770820" y="295563"/>
                </a:lnTo>
                <a:lnTo>
                  <a:pt x="1715269" y="209549"/>
                </a:lnTo>
                <a:close/>
              </a:path>
              <a:path w="1771015" h="300990">
                <a:moveTo>
                  <a:pt x="1770820" y="73890"/>
                </a:moveTo>
                <a:lnTo>
                  <a:pt x="1731565" y="73890"/>
                </a:lnTo>
                <a:lnTo>
                  <a:pt x="1678456" y="164522"/>
                </a:lnTo>
                <a:lnTo>
                  <a:pt x="1712287" y="164522"/>
                </a:lnTo>
                <a:lnTo>
                  <a:pt x="1770820" y="7389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5" name="object 55"/>
          <p:cNvSpPr/>
          <p:nvPr/>
        </p:nvSpPr>
        <p:spPr>
          <a:xfrm>
            <a:off x="10952621" y="496957"/>
            <a:ext cx="289138" cy="2891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6" name="object 56"/>
          <p:cNvSpPr/>
          <p:nvPr/>
        </p:nvSpPr>
        <p:spPr>
          <a:xfrm>
            <a:off x="9750890" y="1382443"/>
            <a:ext cx="686703" cy="5873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57" name="object 57"/>
          <p:cNvSpPr/>
          <p:nvPr/>
        </p:nvSpPr>
        <p:spPr>
          <a:xfrm>
            <a:off x="8937688" y="1364372"/>
            <a:ext cx="587312" cy="5873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23726" y="981566"/>
            <a:ext cx="3835434" cy="350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" name="object 3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4" name="object 4"/>
          <p:cNvGrpSpPr/>
          <p:nvPr/>
        </p:nvGrpSpPr>
        <p:grpSpPr>
          <a:xfrm>
            <a:off x="3091672" y="5493629"/>
            <a:ext cx="1879399" cy="524063"/>
            <a:chOff x="3962400" y="7721600"/>
            <a:chExt cx="2641600" cy="736600"/>
          </a:xfrm>
        </p:grpSpPr>
        <p:sp>
          <p:nvSpPr>
            <p:cNvPr id="5" name="object 5"/>
            <p:cNvSpPr/>
            <p:nvPr/>
          </p:nvSpPr>
          <p:spPr>
            <a:xfrm>
              <a:off x="3962400" y="7721600"/>
              <a:ext cx="2641600" cy="736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6" name="object 6"/>
            <p:cNvSpPr/>
            <p:nvPr/>
          </p:nvSpPr>
          <p:spPr>
            <a:xfrm>
              <a:off x="4013200" y="77216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7" name="object 7"/>
            <p:cNvSpPr/>
            <p:nvPr/>
          </p:nvSpPr>
          <p:spPr>
            <a:xfrm>
              <a:off x="4714153" y="7879195"/>
              <a:ext cx="1152525" cy="304800"/>
            </a:xfrm>
            <a:custGeom>
              <a:avLst/>
              <a:gdLst/>
              <a:ahLst/>
              <a:cxnLst/>
              <a:rect l="l" t="t" r="r" b="b"/>
              <a:pathLst>
                <a:path w="1152525" h="304800">
                  <a:moveTo>
                    <a:pt x="36945" y="223404"/>
                  </a:moveTo>
                  <a:lnTo>
                    <a:pt x="0" y="223404"/>
                  </a:lnTo>
                  <a:lnTo>
                    <a:pt x="1578" y="235157"/>
                  </a:lnTo>
                  <a:lnTo>
                    <a:pt x="22116" y="274637"/>
                  </a:lnTo>
                  <a:lnTo>
                    <a:pt x="63382" y="299036"/>
                  </a:lnTo>
                  <a:lnTo>
                    <a:pt x="106218" y="304800"/>
                  </a:lnTo>
                  <a:lnTo>
                    <a:pt x="122607" y="304087"/>
                  </a:lnTo>
                  <a:lnTo>
                    <a:pt x="164089" y="293398"/>
                  </a:lnTo>
                  <a:lnTo>
                    <a:pt x="192875" y="272472"/>
                  </a:lnTo>
                  <a:lnTo>
                    <a:pt x="106218" y="272472"/>
                  </a:lnTo>
                  <a:lnTo>
                    <a:pt x="97559" y="272148"/>
                  </a:lnTo>
                  <a:lnTo>
                    <a:pt x="59459" y="260566"/>
                  </a:lnTo>
                  <a:lnTo>
                    <a:pt x="38190" y="231414"/>
                  </a:lnTo>
                  <a:lnTo>
                    <a:pt x="36945" y="223404"/>
                  </a:lnTo>
                  <a:close/>
                </a:path>
                <a:path w="1152525" h="304800">
                  <a:moveTo>
                    <a:pt x="109104" y="0"/>
                  </a:moveTo>
                  <a:lnTo>
                    <a:pt x="69678" y="5844"/>
                  </a:lnTo>
                  <a:lnTo>
                    <a:pt x="28863" y="30469"/>
                  </a:lnTo>
                  <a:lnTo>
                    <a:pt x="8920" y="70535"/>
                  </a:lnTo>
                  <a:lnTo>
                    <a:pt x="8081" y="82550"/>
                  </a:lnTo>
                  <a:lnTo>
                    <a:pt x="9344" y="96774"/>
                  </a:lnTo>
                  <a:lnTo>
                    <a:pt x="28286" y="130896"/>
                  </a:lnTo>
                  <a:lnTo>
                    <a:pt x="66711" y="153816"/>
                  </a:lnTo>
                  <a:lnTo>
                    <a:pt x="127153" y="171973"/>
                  </a:lnTo>
                  <a:lnTo>
                    <a:pt x="134540" y="174408"/>
                  </a:lnTo>
                  <a:lnTo>
                    <a:pt x="170151" y="194829"/>
                  </a:lnTo>
                  <a:lnTo>
                    <a:pt x="178377" y="208972"/>
                  </a:lnTo>
                  <a:lnTo>
                    <a:pt x="178333" y="219363"/>
                  </a:lnTo>
                  <a:lnTo>
                    <a:pt x="157631" y="257752"/>
                  </a:lnTo>
                  <a:lnTo>
                    <a:pt x="116203" y="272057"/>
                  </a:lnTo>
                  <a:lnTo>
                    <a:pt x="106218" y="272472"/>
                  </a:lnTo>
                  <a:lnTo>
                    <a:pt x="192875" y="272472"/>
                  </a:lnTo>
                  <a:lnTo>
                    <a:pt x="212228" y="231053"/>
                  </a:lnTo>
                  <a:lnTo>
                    <a:pt x="213013" y="219363"/>
                  </a:lnTo>
                  <a:lnTo>
                    <a:pt x="212481" y="209378"/>
                  </a:lnTo>
                  <a:lnTo>
                    <a:pt x="194829" y="171305"/>
                  </a:lnTo>
                  <a:lnTo>
                    <a:pt x="162637" y="149252"/>
                  </a:lnTo>
                  <a:lnTo>
                    <a:pt x="94384" y="128443"/>
                  </a:lnTo>
                  <a:lnTo>
                    <a:pt x="88370" y="126567"/>
                  </a:lnTo>
                  <a:lnTo>
                    <a:pt x="52195" y="106747"/>
                  </a:lnTo>
                  <a:lnTo>
                    <a:pt x="42718" y="88707"/>
                  </a:lnTo>
                  <a:lnTo>
                    <a:pt x="42718" y="80818"/>
                  </a:lnTo>
                  <a:lnTo>
                    <a:pt x="60613" y="45640"/>
                  </a:lnTo>
                  <a:lnTo>
                    <a:pt x="98443" y="32146"/>
                  </a:lnTo>
                  <a:lnTo>
                    <a:pt x="107950" y="31750"/>
                  </a:lnTo>
                  <a:lnTo>
                    <a:pt x="189852" y="31750"/>
                  </a:lnTo>
                  <a:lnTo>
                    <a:pt x="188046" y="29621"/>
                  </a:lnTo>
                  <a:lnTo>
                    <a:pt x="148395" y="5763"/>
                  </a:lnTo>
                  <a:lnTo>
                    <a:pt x="122995" y="640"/>
                  </a:lnTo>
                  <a:lnTo>
                    <a:pt x="109104" y="0"/>
                  </a:lnTo>
                  <a:close/>
                </a:path>
                <a:path w="1152525" h="304800">
                  <a:moveTo>
                    <a:pt x="189852" y="31750"/>
                  </a:moveTo>
                  <a:lnTo>
                    <a:pt x="107950" y="31750"/>
                  </a:lnTo>
                  <a:lnTo>
                    <a:pt x="120848" y="32507"/>
                  </a:lnTo>
                  <a:lnTo>
                    <a:pt x="132700" y="34780"/>
                  </a:lnTo>
                  <a:lnTo>
                    <a:pt x="167769" y="58448"/>
                  </a:lnTo>
                  <a:lnTo>
                    <a:pt x="174336" y="77931"/>
                  </a:lnTo>
                  <a:lnTo>
                    <a:pt x="208972" y="77931"/>
                  </a:lnTo>
                  <a:lnTo>
                    <a:pt x="207836" y="67044"/>
                  </a:lnTo>
                  <a:lnTo>
                    <a:pt x="205148" y="56753"/>
                  </a:lnTo>
                  <a:lnTo>
                    <a:pt x="200908" y="47056"/>
                  </a:lnTo>
                  <a:lnTo>
                    <a:pt x="195118" y="37955"/>
                  </a:lnTo>
                  <a:lnTo>
                    <a:pt x="189852" y="31750"/>
                  </a:lnTo>
                  <a:close/>
                </a:path>
                <a:path w="1152525" h="304800">
                  <a:moveTo>
                    <a:pt x="421442" y="105063"/>
                  </a:moveTo>
                  <a:lnTo>
                    <a:pt x="353254" y="105063"/>
                  </a:lnTo>
                  <a:lnTo>
                    <a:pt x="364268" y="105803"/>
                  </a:lnTo>
                  <a:lnTo>
                    <a:pt x="373784" y="108022"/>
                  </a:lnTo>
                  <a:lnTo>
                    <a:pt x="399283" y="140006"/>
                  </a:lnTo>
                  <a:lnTo>
                    <a:pt x="400013" y="150090"/>
                  </a:lnTo>
                  <a:lnTo>
                    <a:pt x="400013" y="156729"/>
                  </a:lnTo>
                  <a:lnTo>
                    <a:pt x="398041" y="160578"/>
                  </a:lnTo>
                  <a:lnTo>
                    <a:pt x="394096" y="162790"/>
                  </a:lnTo>
                  <a:lnTo>
                    <a:pt x="390248" y="165003"/>
                  </a:lnTo>
                  <a:lnTo>
                    <a:pt x="384090" y="166591"/>
                  </a:lnTo>
                  <a:lnTo>
                    <a:pt x="368868" y="168284"/>
                  </a:lnTo>
                  <a:lnTo>
                    <a:pt x="342863" y="171450"/>
                  </a:lnTo>
                  <a:lnTo>
                    <a:pt x="304709" y="178810"/>
                  </a:lnTo>
                  <a:lnTo>
                    <a:pt x="268422" y="200133"/>
                  </a:lnTo>
                  <a:lnTo>
                    <a:pt x="256955" y="238413"/>
                  </a:lnTo>
                  <a:lnTo>
                    <a:pt x="257481" y="247108"/>
                  </a:lnTo>
                  <a:lnTo>
                    <a:pt x="278822" y="287012"/>
                  </a:lnTo>
                  <a:lnTo>
                    <a:pt x="322181" y="304303"/>
                  </a:lnTo>
                  <a:lnTo>
                    <a:pt x="332473" y="304800"/>
                  </a:lnTo>
                  <a:lnTo>
                    <a:pt x="341772" y="304439"/>
                  </a:lnTo>
                  <a:lnTo>
                    <a:pt x="382361" y="288988"/>
                  </a:lnTo>
                  <a:lnTo>
                    <a:pt x="396065" y="274204"/>
                  </a:lnTo>
                  <a:lnTo>
                    <a:pt x="337668" y="274204"/>
                  </a:lnTo>
                  <a:lnTo>
                    <a:pt x="327840" y="273627"/>
                  </a:lnTo>
                  <a:lnTo>
                    <a:pt x="294192" y="254000"/>
                  </a:lnTo>
                  <a:lnTo>
                    <a:pt x="290909" y="229754"/>
                  </a:lnTo>
                  <a:lnTo>
                    <a:pt x="293218" y="222923"/>
                  </a:lnTo>
                  <a:lnTo>
                    <a:pt x="328287" y="203163"/>
                  </a:lnTo>
                  <a:lnTo>
                    <a:pt x="355419" y="199159"/>
                  </a:lnTo>
                  <a:lnTo>
                    <a:pt x="361384" y="198389"/>
                  </a:lnTo>
                  <a:lnTo>
                    <a:pt x="398570" y="189922"/>
                  </a:lnTo>
                  <a:lnTo>
                    <a:pt x="400013" y="188190"/>
                  </a:lnTo>
                  <a:lnTo>
                    <a:pt x="434073" y="188190"/>
                  </a:lnTo>
                  <a:lnTo>
                    <a:pt x="434073" y="153554"/>
                  </a:lnTo>
                  <a:lnTo>
                    <a:pt x="433531" y="141016"/>
                  </a:lnTo>
                  <a:lnTo>
                    <a:pt x="431908" y="129814"/>
                  </a:lnTo>
                  <a:lnTo>
                    <a:pt x="429202" y="119946"/>
                  </a:lnTo>
                  <a:lnTo>
                    <a:pt x="425413" y="111413"/>
                  </a:lnTo>
                  <a:lnTo>
                    <a:pt x="421442" y="105063"/>
                  </a:lnTo>
                  <a:close/>
                </a:path>
                <a:path w="1152525" h="304800">
                  <a:moveTo>
                    <a:pt x="434073" y="269586"/>
                  </a:moveTo>
                  <a:lnTo>
                    <a:pt x="400013" y="269586"/>
                  </a:lnTo>
                  <a:lnTo>
                    <a:pt x="400013" y="299604"/>
                  </a:lnTo>
                  <a:lnTo>
                    <a:pt x="434073" y="299604"/>
                  </a:lnTo>
                  <a:lnTo>
                    <a:pt x="434073" y="269586"/>
                  </a:lnTo>
                  <a:close/>
                </a:path>
                <a:path w="1152525" h="304800">
                  <a:moveTo>
                    <a:pt x="434073" y="188190"/>
                  </a:moveTo>
                  <a:lnTo>
                    <a:pt x="400013" y="188190"/>
                  </a:lnTo>
                  <a:lnTo>
                    <a:pt x="400009" y="219435"/>
                  </a:lnTo>
                  <a:lnTo>
                    <a:pt x="399562" y="226209"/>
                  </a:lnTo>
                  <a:lnTo>
                    <a:pt x="378294" y="262009"/>
                  </a:lnTo>
                  <a:lnTo>
                    <a:pt x="337668" y="274204"/>
                  </a:lnTo>
                  <a:lnTo>
                    <a:pt x="396065" y="274204"/>
                  </a:lnTo>
                  <a:lnTo>
                    <a:pt x="398282" y="269586"/>
                  </a:lnTo>
                  <a:lnTo>
                    <a:pt x="434073" y="269586"/>
                  </a:lnTo>
                  <a:lnTo>
                    <a:pt x="434073" y="188190"/>
                  </a:lnTo>
                  <a:close/>
                </a:path>
                <a:path w="1152525" h="304800">
                  <a:moveTo>
                    <a:pt x="359219" y="75045"/>
                  </a:moveTo>
                  <a:lnTo>
                    <a:pt x="352100" y="75045"/>
                  </a:lnTo>
                  <a:lnTo>
                    <a:pt x="343693" y="75334"/>
                  </a:lnTo>
                  <a:lnTo>
                    <a:pt x="301516" y="85869"/>
                  </a:lnTo>
                  <a:lnTo>
                    <a:pt x="267890" y="117456"/>
                  </a:lnTo>
                  <a:lnTo>
                    <a:pt x="263200" y="127000"/>
                  </a:lnTo>
                  <a:lnTo>
                    <a:pt x="295527" y="138545"/>
                  </a:lnTo>
                  <a:lnTo>
                    <a:pt x="298855" y="132574"/>
                  </a:lnTo>
                  <a:lnTo>
                    <a:pt x="303212" y="126783"/>
                  </a:lnTo>
                  <a:lnTo>
                    <a:pt x="341718" y="105731"/>
                  </a:lnTo>
                  <a:lnTo>
                    <a:pt x="353254" y="105063"/>
                  </a:lnTo>
                  <a:lnTo>
                    <a:pt x="421442" y="105063"/>
                  </a:lnTo>
                  <a:lnTo>
                    <a:pt x="420804" y="104044"/>
                  </a:lnTo>
                  <a:lnTo>
                    <a:pt x="383570" y="79203"/>
                  </a:lnTo>
                  <a:lnTo>
                    <a:pt x="367397" y="75911"/>
                  </a:lnTo>
                  <a:lnTo>
                    <a:pt x="359219" y="75045"/>
                  </a:lnTo>
                  <a:close/>
                </a:path>
                <a:path w="1152525" h="304800">
                  <a:moveTo>
                    <a:pt x="530297" y="4040"/>
                  </a:moveTo>
                  <a:lnTo>
                    <a:pt x="496238" y="4040"/>
                  </a:lnTo>
                  <a:lnTo>
                    <a:pt x="496238" y="299604"/>
                  </a:lnTo>
                  <a:lnTo>
                    <a:pt x="530297" y="299604"/>
                  </a:lnTo>
                  <a:lnTo>
                    <a:pt x="530297" y="4040"/>
                  </a:lnTo>
                  <a:close/>
                </a:path>
                <a:path w="1152525" h="304800">
                  <a:moveTo>
                    <a:pt x="612305" y="77931"/>
                  </a:moveTo>
                  <a:lnTo>
                    <a:pt x="575360" y="77931"/>
                  </a:lnTo>
                  <a:lnTo>
                    <a:pt x="657333" y="299604"/>
                  </a:lnTo>
                  <a:lnTo>
                    <a:pt x="691969" y="299604"/>
                  </a:lnTo>
                  <a:lnTo>
                    <a:pt x="708620" y="254577"/>
                  </a:lnTo>
                  <a:lnTo>
                    <a:pt x="673496" y="254577"/>
                  </a:lnTo>
                  <a:lnTo>
                    <a:pt x="612305" y="77931"/>
                  </a:lnTo>
                  <a:close/>
                </a:path>
                <a:path w="1152525" h="304800">
                  <a:moveTo>
                    <a:pt x="773942" y="77931"/>
                  </a:moveTo>
                  <a:lnTo>
                    <a:pt x="736996" y="77931"/>
                  </a:lnTo>
                  <a:lnTo>
                    <a:pt x="675805" y="254577"/>
                  </a:lnTo>
                  <a:lnTo>
                    <a:pt x="708620" y="254577"/>
                  </a:lnTo>
                  <a:lnTo>
                    <a:pt x="773942" y="77931"/>
                  </a:lnTo>
                  <a:close/>
                </a:path>
                <a:path w="1152525" h="304800">
                  <a:moveTo>
                    <a:pt x="966351" y="105063"/>
                  </a:moveTo>
                  <a:lnTo>
                    <a:pt x="898164" y="105063"/>
                  </a:lnTo>
                  <a:lnTo>
                    <a:pt x="909177" y="105803"/>
                  </a:lnTo>
                  <a:lnTo>
                    <a:pt x="918693" y="108022"/>
                  </a:lnTo>
                  <a:lnTo>
                    <a:pt x="944192" y="140006"/>
                  </a:lnTo>
                  <a:lnTo>
                    <a:pt x="944923" y="150090"/>
                  </a:lnTo>
                  <a:lnTo>
                    <a:pt x="944923" y="156729"/>
                  </a:lnTo>
                  <a:lnTo>
                    <a:pt x="942950" y="160578"/>
                  </a:lnTo>
                  <a:lnTo>
                    <a:pt x="939006" y="162790"/>
                  </a:lnTo>
                  <a:lnTo>
                    <a:pt x="935157" y="165003"/>
                  </a:lnTo>
                  <a:lnTo>
                    <a:pt x="929000" y="166591"/>
                  </a:lnTo>
                  <a:lnTo>
                    <a:pt x="913777" y="168284"/>
                  </a:lnTo>
                  <a:lnTo>
                    <a:pt x="887773" y="171450"/>
                  </a:lnTo>
                  <a:lnTo>
                    <a:pt x="849619" y="178810"/>
                  </a:lnTo>
                  <a:lnTo>
                    <a:pt x="813332" y="200133"/>
                  </a:lnTo>
                  <a:lnTo>
                    <a:pt x="801864" y="238413"/>
                  </a:lnTo>
                  <a:lnTo>
                    <a:pt x="802391" y="247108"/>
                  </a:lnTo>
                  <a:lnTo>
                    <a:pt x="823732" y="287012"/>
                  </a:lnTo>
                  <a:lnTo>
                    <a:pt x="867090" y="304303"/>
                  </a:lnTo>
                  <a:lnTo>
                    <a:pt x="877382" y="304800"/>
                  </a:lnTo>
                  <a:lnTo>
                    <a:pt x="886681" y="304439"/>
                  </a:lnTo>
                  <a:lnTo>
                    <a:pt x="927271" y="288988"/>
                  </a:lnTo>
                  <a:lnTo>
                    <a:pt x="940974" y="274204"/>
                  </a:lnTo>
                  <a:lnTo>
                    <a:pt x="882577" y="274204"/>
                  </a:lnTo>
                  <a:lnTo>
                    <a:pt x="872750" y="273627"/>
                  </a:lnTo>
                  <a:lnTo>
                    <a:pt x="839102" y="254000"/>
                  </a:lnTo>
                  <a:lnTo>
                    <a:pt x="835818" y="229754"/>
                  </a:lnTo>
                  <a:lnTo>
                    <a:pt x="838127" y="222923"/>
                  </a:lnTo>
                  <a:lnTo>
                    <a:pt x="873197" y="203163"/>
                  </a:lnTo>
                  <a:lnTo>
                    <a:pt x="900328" y="199159"/>
                  </a:lnTo>
                  <a:lnTo>
                    <a:pt x="906294" y="198389"/>
                  </a:lnTo>
                  <a:lnTo>
                    <a:pt x="943480" y="189922"/>
                  </a:lnTo>
                  <a:lnTo>
                    <a:pt x="944923" y="188190"/>
                  </a:lnTo>
                  <a:lnTo>
                    <a:pt x="978982" y="188190"/>
                  </a:lnTo>
                  <a:lnTo>
                    <a:pt x="978982" y="153554"/>
                  </a:lnTo>
                  <a:lnTo>
                    <a:pt x="978441" y="141016"/>
                  </a:lnTo>
                  <a:lnTo>
                    <a:pt x="976817" y="129814"/>
                  </a:lnTo>
                  <a:lnTo>
                    <a:pt x="974111" y="119946"/>
                  </a:lnTo>
                  <a:lnTo>
                    <a:pt x="970323" y="111413"/>
                  </a:lnTo>
                  <a:lnTo>
                    <a:pt x="966351" y="105063"/>
                  </a:lnTo>
                  <a:close/>
                </a:path>
                <a:path w="1152525" h="304800">
                  <a:moveTo>
                    <a:pt x="978982" y="269586"/>
                  </a:moveTo>
                  <a:lnTo>
                    <a:pt x="944923" y="269586"/>
                  </a:lnTo>
                  <a:lnTo>
                    <a:pt x="944923" y="299604"/>
                  </a:lnTo>
                  <a:lnTo>
                    <a:pt x="978982" y="299604"/>
                  </a:lnTo>
                  <a:lnTo>
                    <a:pt x="978982" y="269586"/>
                  </a:lnTo>
                  <a:close/>
                </a:path>
                <a:path w="1152525" h="304800">
                  <a:moveTo>
                    <a:pt x="978982" y="188190"/>
                  </a:moveTo>
                  <a:lnTo>
                    <a:pt x="944923" y="188190"/>
                  </a:lnTo>
                  <a:lnTo>
                    <a:pt x="944918" y="219435"/>
                  </a:lnTo>
                  <a:lnTo>
                    <a:pt x="944472" y="226209"/>
                  </a:lnTo>
                  <a:lnTo>
                    <a:pt x="923203" y="262009"/>
                  </a:lnTo>
                  <a:lnTo>
                    <a:pt x="882577" y="274204"/>
                  </a:lnTo>
                  <a:lnTo>
                    <a:pt x="940974" y="274204"/>
                  </a:lnTo>
                  <a:lnTo>
                    <a:pt x="943191" y="269586"/>
                  </a:lnTo>
                  <a:lnTo>
                    <a:pt x="978982" y="269586"/>
                  </a:lnTo>
                  <a:lnTo>
                    <a:pt x="978982" y="188190"/>
                  </a:lnTo>
                  <a:close/>
                </a:path>
                <a:path w="1152525" h="304800">
                  <a:moveTo>
                    <a:pt x="904129" y="75045"/>
                  </a:moveTo>
                  <a:lnTo>
                    <a:pt x="897009" y="75045"/>
                  </a:lnTo>
                  <a:lnTo>
                    <a:pt x="888603" y="75334"/>
                  </a:lnTo>
                  <a:lnTo>
                    <a:pt x="846426" y="85869"/>
                  </a:lnTo>
                  <a:lnTo>
                    <a:pt x="812799" y="117456"/>
                  </a:lnTo>
                  <a:lnTo>
                    <a:pt x="808109" y="127000"/>
                  </a:lnTo>
                  <a:lnTo>
                    <a:pt x="840436" y="138545"/>
                  </a:lnTo>
                  <a:lnTo>
                    <a:pt x="843765" y="132574"/>
                  </a:lnTo>
                  <a:lnTo>
                    <a:pt x="848121" y="126783"/>
                  </a:lnTo>
                  <a:lnTo>
                    <a:pt x="886627" y="105731"/>
                  </a:lnTo>
                  <a:lnTo>
                    <a:pt x="898164" y="105063"/>
                  </a:lnTo>
                  <a:lnTo>
                    <a:pt x="966351" y="105063"/>
                  </a:lnTo>
                  <a:lnTo>
                    <a:pt x="965714" y="104044"/>
                  </a:lnTo>
                  <a:lnTo>
                    <a:pt x="928480" y="79203"/>
                  </a:lnTo>
                  <a:lnTo>
                    <a:pt x="912307" y="75911"/>
                  </a:lnTo>
                  <a:lnTo>
                    <a:pt x="904129" y="75045"/>
                  </a:lnTo>
                  <a:close/>
                </a:path>
                <a:path w="1152525" h="304800">
                  <a:moveTo>
                    <a:pt x="1074052" y="77931"/>
                  </a:moveTo>
                  <a:lnTo>
                    <a:pt x="1041147" y="77931"/>
                  </a:lnTo>
                  <a:lnTo>
                    <a:pt x="1041147" y="299604"/>
                  </a:lnTo>
                  <a:lnTo>
                    <a:pt x="1075206" y="299604"/>
                  </a:lnTo>
                  <a:lnTo>
                    <a:pt x="1075206" y="159327"/>
                  </a:lnTo>
                  <a:lnTo>
                    <a:pt x="1075657" y="152030"/>
                  </a:lnTo>
                  <a:lnTo>
                    <a:pt x="1096385" y="117799"/>
                  </a:lnTo>
                  <a:lnTo>
                    <a:pt x="1108405" y="111413"/>
                  </a:lnTo>
                  <a:lnTo>
                    <a:pt x="1074052" y="111413"/>
                  </a:lnTo>
                  <a:lnTo>
                    <a:pt x="1074052" y="77931"/>
                  </a:lnTo>
                  <a:close/>
                </a:path>
                <a:path w="1152525" h="304800">
                  <a:moveTo>
                    <a:pt x="1136589" y="74468"/>
                  </a:moveTo>
                  <a:lnTo>
                    <a:pt x="1134088" y="74468"/>
                  </a:lnTo>
                  <a:lnTo>
                    <a:pt x="1124382" y="75108"/>
                  </a:lnTo>
                  <a:lnTo>
                    <a:pt x="1084875" y="96512"/>
                  </a:lnTo>
                  <a:lnTo>
                    <a:pt x="1076361" y="111413"/>
                  </a:lnTo>
                  <a:lnTo>
                    <a:pt x="1108405" y="111413"/>
                  </a:lnTo>
                  <a:lnTo>
                    <a:pt x="1108904" y="111188"/>
                  </a:lnTo>
                  <a:lnTo>
                    <a:pt x="1115904" y="109068"/>
                  </a:lnTo>
                  <a:lnTo>
                    <a:pt x="1123336" y="107796"/>
                  </a:lnTo>
                  <a:lnTo>
                    <a:pt x="1131202" y="107372"/>
                  </a:lnTo>
                  <a:lnTo>
                    <a:pt x="1151983" y="107372"/>
                  </a:lnTo>
                  <a:lnTo>
                    <a:pt x="1151983" y="75045"/>
                  </a:lnTo>
                  <a:lnTo>
                    <a:pt x="1150059" y="74853"/>
                  </a:lnTo>
                  <a:lnTo>
                    <a:pt x="1147221" y="74708"/>
                  </a:lnTo>
                  <a:lnTo>
                    <a:pt x="1139716" y="74516"/>
                  </a:lnTo>
                  <a:lnTo>
                    <a:pt x="1136589" y="74468"/>
                  </a:lnTo>
                  <a:close/>
                </a:path>
                <a:path w="1152525" h="304800">
                  <a:moveTo>
                    <a:pt x="1151983" y="107372"/>
                  </a:moveTo>
                  <a:lnTo>
                    <a:pt x="1135723" y="107372"/>
                  </a:lnTo>
                  <a:lnTo>
                    <a:pt x="1140005" y="107709"/>
                  </a:lnTo>
                  <a:lnTo>
                    <a:pt x="1144046" y="108382"/>
                  </a:lnTo>
                  <a:lnTo>
                    <a:pt x="1148183" y="108960"/>
                  </a:lnTo>
                  <a:lnTo>
                    <a:pt x="1150829" y="109393"/>
                  </a:lnTo>
                  <a:lnTo>
                    <a:pt x="1151983" y="109681"/>
                  </a:lnTo>
                  <a:lnTo>
                    <a:pt x="1151983" y="107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139609" y="5493629"/>
            <a:ext cx="1879399" cy="524063"/>
            <a:chOff x="9652000" y="7721600"/>
            <a:chExt cx="2641600" cy="736600"/>
          </a:xfrm>
        </p:grpSpPr>
        <p:sp>
          <p:nvSpPr>
            <p:cNvPr id="9" name="object 9"/>
            <p:cNvSpPr/>
            <p:nvPr/>
          </p:nvSpPr>
          <p:spPr>
            <a:xfrm>
              <a:off x="9652000" y="7721600"/>
              <a:ext cx="2641600" cy="736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0" name="object 10"/>
            <p:cNvSpPr/>
            <p:nvPr/>
          </p:nvSpPr>
          <p:spPr>
            <a:xfrm>
              <a:off x="9702800" y="7721600"/>
              <a:ext cx="2540000" cy="6350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1" name="object 11"/>
          <p:cNvSpPr/>
          <p:nvPr/>
        </p:nvSpPr>
        <p:spPr>
          <a:xfrm>
            <a:off x="2115830" y="2105289"/>
            <a:ext cx="7879020" cy="30453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115830" y="2105289"/>
          <a:ext cx="7879019" cy="3044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8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42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8378509" y="2750100"/>
            <a:ext cx="1484882" cy="2159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4" name="object 14"/>
          <p:cNvSpPr/>
          <p:nvPr/>
        </p:nvSpPr>
        <p:spPr>
          <a:xfrm>
            <a:off x="8360438" y="3165736"/>
            <a:ext cx="1488270" cy="2159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5" name="object 15"/>
          <p:cNvSpPr/>
          <p:nvPr/>
        </p:nvSpPr>
        <p:spPr>
          <a:xfrm>
            <a:off x="8360438" y="3536195"/>
            <a:ext cx="1454386" cy="2159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6" name="object 16"/>
          <p:cNvGrpSpPr/>
          <p:nvPr/>
        </p:nvGrpSpPr>
        <p:grpSpPr>
          <a:xfrm>
            <a:off x="10907443" y="460814"/>
            <a:ext cx="379494" cy="379494"/>
            <a:chOff x="14947900" y="647700"/>
            <a:chExt cx="533400" cy="533400"/>
          </a:xfrm>
        </p:grpSpPr>
        <p:sp>
          <p:nvSpPr>
            <p:cNvPr id="17" name="object 17"/>
            <p:cNvSpPr/>
            <p:nvPr/>
          </p:nvSpPr>
          <p:spPr>
            <a:xfrm>
              <a:off x="14947900" y="647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8760" y="4296"/>
                  </a:lnTo>
                  <a:lnTo>
                    <a:pt x="173639" y="16685"/>
                  </a:lnTo>
                  <a:lnTo>
                    <a:pt x="132091" y="36412"/>
                  </a:lnTo>
                  <a:lnTo>
                    <a:pt x="94868" y="62724"/>
                  </a:lnTo>
                  <a:lnTo>
                    <a:pt x="62724" y="94868"/>
                  </a:lnTo>
                  <a:lnTo>
                    <a:pt x="36412" y="132091"/>
                  </a:lnTo>
                  <a:lnTo>
                    <a:pt x="16685" y="173639"/>
                  </a:lnTo>
                  <a:lnTo>
                    <a:pt x="4296" y="218760"/>
                  </a:lnTo>
                  <a:lnTo>
                    <a:pt x="0" y="266700"/>
                  </a:lnTo>
                  <a:lnTo>
                    <a:pt x="4296" y="314639"/>
                  </a:lnTo>
                  <a:lnTo>
                    <a:pt x="16685" y="359760"/>
                  </a:lnTo>
                  <a:lnTo>
                    <a:pt x="36412" y="401308"/>
                  </a:lnTo>
                  <a:lnTo>
                    <a:pt x="62724" y="438531"/>
                  </a:lnTo>
                  <a:lnTo>
                    <a:pt x="94868" y="470675"/>
                  </a:lnTo>
                  <a:lnTo>
                    <a:pt x="132091" y="496987"/>
                  </a:lnTo>
                  <a:lnTo>
                    <a:pt x="173639" y="516714"/>
                  </a:lnTo>
                  <a:lnTo>
                    <a:pt x="218760" y="529103"/>
                  </a:lnTo>
                  <a:lnTo>
                    <a:pt x="266700" y="533400"/>
                  </a:lnTo>
                  <a:lnTo>
                    <a:pt x="314639" y="529103"/>
                  </a:lnTo>
                  <a:lnTo>
                    <a:pt x="359760" y="516714"/>
                  </a:lnTo>
                  <a:lnTo>
                    <a:pt x="401308" y="496987"/>
                  </a:lnTo>
                  <a:lnTo>
                    <a:pt x="438531" y="470675"/>
                  </a:lnTo>
                  <a:lnTo>
                    <a:pt x="470675" y="438531"/>
                  </a:lnTo>
                  <a:lnTo>
                    <a:pt x="496987" y="401308"/>
                  </a:lnTo>
                  <a:lnTo>
                    <a:pt x="516714" y="359760"/>
                  </a:lnTo>
                  <a:lnTo>
                    <a:pt x="529103" y="314639"/>
                  </a:lnTo>
                  <a:lnTo>
                    <a:pt x="533400" y="266700"/>
                  </a:lnTo>
                  <a:lnTo>
                    <a:pt x="529103" y="218760"/>
                  </a:lnTo>
                  <a:lnTo>
                    <a:pt x="516714" y="173639"/>
                  </a:lnTo>
                  <a:lnTo>
                    <a:pt x="496987" y="132091"/>
                  </a:lnTo>
                  <a:lnTo>
                    <a:pt x="470675" y="94868"/>
                  </a:lnTo>
                  <a:lnTo>
                    <a:pt x="438531" y="62724"/>
                  </a:lnTo>
                  <a:lnTo>
                    <a:pt x="401308" y="36412"/>
                  </a:lnTo>
                  <a:lnTo>
                    <a:pt x="359760" y="16685"/>
                  </a:lnTo>
                  <a:lnTo>
                    <a:pt x="314639" y="429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8" name="object 18"/>
            <p:cNvSpPr/>
            <p:nvPr/>
          </p:nvSpPr>
          <p:spPr>
            <a:xfrm>
              <a:off x="15011400" y="698500"/>
              <a:ext cx="406400" cy="4064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9" name="object 19"/>
          <p:cNvSpPr/>
          <p:nvPr/>
        </p:nvSpPr>
        <p:spPr>
          <a:xfrm>
            <a:off x="9508674" y="575812"/>
            <a:ext cx="1260010" cy="214143"/>
          </a:xfrm>
          <a:custGeom>
            <a:avLst/>
            <a:gdLst/>
            <a:ahLst/>
            <a:cxnLst/>
            <a:rect l="l" t="t" r="r" b="b"/>
            <a:pathLst>
              <a:path w="1771015" h="300990">
                <a:moveTo>
                  <a:pt x="35790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99736"/>
                </a:lnTo>
                <a:lnTo>
                  <a:pt x="72736" y="158172"/>
                </a:lnTo>
                <a:lnTo>
                  <a:pt x="113665" y="158172"/>
                </a:lnTo>
                <a:lnTo>
                  <a:pt x="104831" y="146627"/>
                </a:lnTo>
                <a:lnTo>
                  <a:pt x="35790" y="146627"/>
                </a:lnTo>
                <a:lnTo>
                  <a:pt x="35790" y="0"/>
                </a:lnTo>
                <a:close/>
              </a:path>
              <a:path w="1771015" h="300990">
                <a:moveTo>
                  <a:pt x="113665" y="158172"/>
                </a:moveTo>
                <a:lnTo>
                  <a:pt x="72736" y="158172"/>
                </a:lnTo>
                <a:lnTo>
                  <a:pt x="175490" y="295563"/>
                </a:lnTo>
                <a:lnTo>
                  <a:pt x="218786" y="295563"/>
                </a:lnTo>
                <a:lnTo>
                  <a:pt x="113665" y="158172"/>
                </a:lnTo>
                <a:close/>
              </a:path>
              <a:path w="1771015" h="300990">
                <a:moveTo>
                  <a:pt x="218786" y="0"/>
                </a:moveTo>
                <a:lnTo>
                  <a:pt x="172027" y="0"/>
                </a:lnTo>
                <a:lnTo>
                  <a:pt x="39254" y="146627"/>
                </a:lnTo>
                <a:lnTo>
                  <a:pt x="104831" y="146627"/>
                </a:lnTo>
                <a:lnTo>
                  <a:pt x="94672" y="133349"/>
                </a:lnTo>
                <a:lnTo>
                  <a:pt x="218786" y="0"/>
                </a:lnTo>
                <a:close/>
              </a:path>
              <a:path w="1771015" h="300990">
                <a:moveTo>
                  <a:pt x="414695" y="101022"/>
                </a:moveTo>
                <a:lnTo>
                  <a:pt x="346507" y="101022"/>
                </a:lnTo>
                <a:lnTo>
                  <a:pt x="357521" y="101762"/>
                </a:lnTo>
                <a:lnTo>
                  <a:pt x="367037" y="103981"/>
                </a:lnTo>
                <a:lnTo>
                  <a:pt x="392536" y="135965"/>
                </a:lnTo>
                <a:lnTo>
                  <a:pt x="393266" y="146049"/>
                </a:lnTo>
                <a:lnTo>
                  <a:pt x="393266" y="152688"/>
                </a:lnTo>
                <a:lnTo>
                  <a:pt x="391294" y="156537"/>
                </a:lnTo>
                <a:lnTo>
                  <a:pt x="387350" y="158749"/>
                </a:lnTo>
                <a:lnTo>
                  <a:pt x="383501" y="160962"/>
                </a:lnTo>
                <a:lnTo>
                  <a:pt x="377343" y="162550"/>
                </a:lnTo>
                <a:lnTo>
                  <a:pt x="362121" y="164243"/>
                </a:lnTo>
                <a:lnTo>
                  <a:pt x="336116" y="167409"/>
                </a:lnTo>
                <a:lnTo>
                  <a:pt x="297962" y="174769"/>
                </a:lnTo>
                <a:lnTo>
                  <a:pt x="261675" y="196092"/>
                </a:lnTo>
                <a:lnTo>
                  <a:pt x="250208" y="234372"/>
                </a:lnTo>
                <a:lnTo>
                  <a:pt x="250734" y="243067"/>
                </a:lnTo>
                <a:lnTo>
                  <a:pt x="272075" y="282971"/>
                </a:lnTo>
                <a:lnTo>
                  <a:pt x="315434" y="300262"/>
                </a:lnTo>
                <a:lnTo>
                  <a:pt x="325726" y="300759"/>
                </a:lnTo>
                <a:lnTo>
                  <a:pt x="335025" y="300398"/>
                </a:lnTo>
                <a:lnTo>
                  <a:pt x="375615" y="284947"/>
                </a:lnTo>
                <a:lnTo>
                  <a:pt x="389318" y="270163"/>
                </a:lnTo>
                <a:lnTo>
                  <a:pt x="330921" y="270163"/>
                </a:lnTo>
                <a:lnTo>
                  <a:pt x="321093" y="269586"/>
                </a:lnTo>
                <a:lnTo>
                  <a:pt x="287445" y="249959"/>
                </a:lnTo>
                <a:lnTo>
                  <a:pt x="284162" y="225713"/>
                </a:lnTo>
                <a:lnTo>
                  <a:pt x="286471" y="218882"/>
                </a:lnTo>
                <a:lnTo>
                  <a:pt x="321540" y="199123"/>
                </a:lnTo>
                <a:lnTo>
                  <a:pt x="348672" y="195118"/>
                </a:lnTo>
                <a:lnTo>
                  <a:pt x="354637" y="194348"/>
                </a:lnTo>
                <a:lnTo>
                  <a:pt x="391823" y="185881"/>
                </a:lnTo>
                <a:lnTo>
                  <a:pt x="393266" y="184149"/>
                </a:lnTo>
                <a:lnTo>
                  <a:pt x="427326" y="184149"/>
                </a:lnTo>
                <a:lnTo>
                  <a:pt x="427326" y="149513"/>
                </a:lnTo>
                <a:lnTo>
                  <a:pt x="426784" y="136976"/>
                </a:lnTo>
                <a:lnTo>
                  <a:pt x="425161" y="125773"/>
                </a:lnTo>
                <a:lnTo>
                  <a:pt x="422455" y="115905"/>
                </a:lnTo>
                <a:lnTo>
                  <a:pt x="418666" y="107372"/>
                </a:lnTo>
                <a:lnTo>
                  <a:pt x="414695" y="101022"/>
                </a:lnTo>
                <a:close/>
              </a:path>
              <a:path w="1771015" h="300990">
                <a:moveTo>
                  <a:pt x="427326" y="265545"/>
                </a:moveTo>
                <a:lnTo>
                  <a:pt x="393266" y="265545"/>
                </a:lnTo>
                <a:lnTo>
                  <a:pt x="393266" y="295563"/>
                </a:lnTo>
                <a:lnTo>
                  <a:pt x="427326" y="295563"/>
                </a:lnTo>
                <a:lnTo>
                  <a:pt x="427326" y="265545"/>
                </a:lnTo>
                <a:close/>
              </a:path>
              <a:path w="1771015" h="300990">
                <a:moveTo>
                  <a:pt x="427326" y="184149"/>
                </a:moveTo>
                <a:lnTo>
                  <a:pt x="393266" y="184149"/>
                </a:lnTo>
                <a:lnTo>
                  <a:pt x="393262" y="215394"/>
                </a:lnTo>
                <a:lnTo>
                  <a:pt x="392815" y="222168"/>
                </a:lnTo>
                <a:lnTo>
                  <a:pt x="371547" y="257968"/>
                </a:lnTo>
                <a:lnTo>
                  <a:pt x="330921" y="270163"/>
                </a:lnTo>
                <a:lnTo>
                  <a:pt x="389318" y="270163"/>
                </a:lnTo>
                <a:lnTo>
                  <a:pt x="391535" y="265545"/>
                </a:lnTo>
                <a:lnTo>
                  <a:pt x="427326" y="265545"/>
                </a:lnTo>
                <a:lnTo>
                  <a:pt x="427326" y="184149"/>
                </a:lnTo>
                <a:close/>
              </a:path>
              <a:path w="1771015" h="300990">
                <a:moveTo>
                  <a:pt x="352473" y="71004"/>
                </a:moveTo>
                <a:lnTo>
                  <a:pt x="345353" y="71004"/>
                </a:lnTo>
                <a:lnTo>
                  <a:pt x="336946" y="71293"/>
                </a:lnTo>
                <a:lnTo>
                  <a:pt x="294769" y="81828"/>
                </a:lnTo>
                <a:lnTo>
                  <a:pt x="261143" y="113416"/>
                </a:lnTo>
                <a:lnTo>
                  <a:pt x="256453" y="122959"/>
                </a:lnTo>
                <a:lnTo>
                  <a:pt x="288780" y="134504"/>
                </a:lnTo>
                <a:lnTo>
                  <a:pt x="292108" y="128533"/>
                </a:lnTo>
                <a:lnTo>
                  <a:pt x="296465" y="122742"/>
                </a:lnTo>
                <a:lnTo>
                  <a:pt x="334971" y="101690"/>
                </a:lnTo>
                <a:lnTo>
                  <a:pt x="346507" y="101022"/>
                </a:lnTo>
                <a:lnTo>
                  <a:pt x="414695" y="101022"/>
                </a:lnTo>
                <a:lnTo>
                  <a:pt x="414057" y="100003"/>
                </a:lnTo>
                <a:lnTo>
                  <a:pt x="376823" y="75162"/>
                </a:lnTo>
                <a:lnTo>
                  <a:pt x="360651" y="71870"/>
                </a:lnTo>
                <a:lnTo>
                  <a:pt x="352473" y="71004"/>
                </a:lnTo>
                <a:close/>
              </a:path>
              <a:path w="1771015" h="300990">
                <a:moveTo>
                  <a:pt x="522395" y="73890"/>
                </a:moveTo>
                <a:lnTo>
                  <a:pt x="489491" y="73890"/>
                </a:lnTo>
                <a:lnTo>
                  <a:pt x="489491" y="295563"/>
                </a:lnTo>
                <a:lnTo>
                  <a:pt x="523550" y="295563"/>
                </a:lnTo>
                <a:lnTo>
                  <a:pt x="523550" y="155286"/>
                </a:lnTo>
                <a:lnTo>
                  <a:pt x="524001" y="147989"/>
                </a:lnTo>
                <a:lnTo>
                  <a:pt x="544728" y="113758"/>
                </a:lnTo>
                <a:lnTo>
                  <a:pt x="556749" y="107372"/>
                </a:lnTo>
                <a:lnTo>
                  <a:pt x="522395" y="107372"/>
                </a:lnTo>
                <a:lnTo>
                  <a:pt x="522395" y="73890"/>
                </a:lnTo>
                <a:close/>
              </a:path>
              <a:path w="1771015" h="300990">
                <a:moveTo>
                  <a:pt x="584933" y="70427"/>
                </a:moveTo>
                <a:lnTo>
                  <a:pt x="582432" y="70427"/>
                </a:lnTo>
                <a:lnTo>
                  <a:pt x="572726" y="71067"/>
                </a:lnTo>
                <a:lnTo>
                  <a:pt x="533219" y="92471"/>
                </a:lnTo>
                <a:lnTo>
                  <a:pt x="524704" y="107372"/>
                </a:lnTo>
                <a:lnTo>
                  <a:pt x="556749" y="107372"/>
                </a:lnTo>
                <a:lnTo>
                  <a:pt x="557248" y="107147"/>
                </a:lnTo>
                <a:lnTo>
                  <a:pt x="564247" y="105027"/>
                </a:lnTo>
                <a:lnTo>
                  <a:pt x="571680" y="103755"/>
                </a:lnTo>
                <a:lnTo>
                  <a:pt x="579545" y="103331"/>
                </a:lnTo>
                <a:lnTo>
                  <a:pt x="600327" y="103331"/>
                </a:lnTo>
                <a:lnTo>
                  <a:pt x="600327" y="71004"/>
                </a:lnTo>
                <a:lnTo>
                  <a:pt x="598403" y="70812"/>
                </a:lnTo>
                <a:lnTo>
                  <a:pt x="595565" y="70667"/>
                </a:lnTo>
                <a:lnTo>
                  <a:pt x="588060" y="70475"/>
                </a:lnTo>
                <a:lnTo>
                  <a:pt x="584933" y="70427"/>
                </a:lnTo>
                <a:close/>
              </a:path>
              <a:path w="1771015" h="300990">
                <a:moveTo>
                  <a:pt x="600327" y="103331"/>
                </a:moveTo>
                <a:lnTo>
                  <a:pt x="584067" y="103331"/>
                </a:lnTo>
                <a:lnTo>
                  <a:pt x="588349" y="103668"/>
                </a:lnTo>
                <a:lnTo>
                  <a:pt x="592390" y="104342"/>
                </a:lnTo>
                <a:lnTo>
                  <a:pt x="596527" y="104919"/>
                </a:lnTo>
                <a:lnTo>
                  <a:pt x="599173" y="105352"/>
                </a:lnTo>
                <a:lnTo>
                  <a:pt x="600327" y="105640"/>
                </a:lnTo>
                <a:lnTo>
                  <a:pt x="600327" y="103331"/>
                </a:lnTo>
                <a:close/>
              </a:path>
              <a:path w="1771015" h="300990">
                <a:moveTo>
                  <a:pt x="674759" y="0"/>
                </a:moveTo>
                <a:lnTo>
                  <a:pt x="640700" y="0"/>
                </a:lnTo>
                <a:lnTo>
                  <a:pt x="640700" y="295563"/>
                </a:lnTo>
                <a:lnTo>
                  <a:pt x="674759" y="295563"/>
                </a:lnTo>
                <a:lnTo>
                  <a:pt x="674759" y="0"/>
                </a:lnTo>
                <a:close/>
              </a:path>
              <a:path w="1771015" h="300990">
                <a:moveTo>
                  <a:pt x="898777" y="0"/>
                </a:moveTo>
                <a:lnTo>
                  <a:pt x="856059" y="0"/>
                </a:lnTo>
                <a:lnTo>
                  <a:pt x="856059" y="295563"/>
                </a:lnTo>
                <a:lnTo>
                  <a:pt x="889541" y="295563"/>
                </a:lnTo>
                <a:lnTo>
                  <a:pt x="889541" y="71004"/>
                </a:lnTo>
                <a:lnTo>
                  <a:pt x="927847" y="71004"/>
                </a:lnTo>
                <a:lnTo>
                  <a:pt x="898777" y="0"/>
                </a:lnTo>
                <a:close/>
              </a:path>
              <a:path w="1771015" h="300990">
                <a:moveTo>
                  <a:pt x="927847" y="71004"/>
                </a:moveTo>
                <a:lnTo>
                  <a:pt x="892427" y="71004"/>
                </a:lnTo>
                <a:lnTo>
                  <a:pt x="984791" y="295563"/>
                </a:lnTo>
                <a:lnTo>
                  <a:pt x="1017118" y="295563"/>
                </a:lnTo>
                <a:lnTo>
                  <a:pt x="1037775" y="245340"/>
                </a:lnTo>
                <a:lnTo>
                  <a:pt x="999223" y="245340"/>
                </a:lnTo>
                <a:lnTo>
                  <a:pt x="927847" y="71004"/>
                </a:lnTo>
                <a:close/>
              </a:path>
              <a:path w="1771015" h="300990">
                <a:moveTo>
                  <a:pt x="1145850" y="71004"/>
                </a:moveTo>
                <a:lnTo>
                  <a:pt x="1112368" y="71004"/>
                </a:lnTo>
                <a:lnTo>
                  <a:pt x="1112368" y="295563"/>
                </a:lnTo>
                <a:lnTo>
                  <a:pt x="1145850" y="295563"/>
                </a:lnTo>
                <a:lnTo>
                  <a:pt x="1145850" y="71004"/>
                </a:lnTo>
                <a:close/>
              </a:path>
              <a:path w="1771015" h="300990">
                <a:moveTo>
                  <a:pt x="1145850" y="0"/>
                </a:moveTo>
                <a:lnTo>
                  <a:pt x="1103132" y="0"/>
                </a:lnTo>
                <a:lnTo>
                  <a:pt x="1002686" y="245340"/>
                </a:lnTo>
                <a:lnTo>
                  <a:pt x="1037775" y="245340"/>
                </a:lnTo>
                <a:lnTo>
                  <a:pt x="1109482" y="71004"/>
                </a:lnTo>
                <a:lnTo>
                  <a:pt x="1145850" y="71004"/>
                </a:lnTo>
                <a:lnTo>
                  <a:pt x="1145850" y="0"/>
                </a:lnTo>
                <a:close/>
              </a:path>
              <a:path w="1771015" h="300990">
                <a:moveTo>
                  <a:pt x="1367195" y="101022"/>
                </a:moveTo>
                <a:lnTo>
                  <a:pt x="1299008" y="101022"/>
                </a:lnTo>
                <a:lnTo>
                  <a:pt x="1310021" y="101762"/>
                </a:lnTo>
                <a:lnTo>
                  <a:pt x="1319537" y="103981"/>
                </a:lnTo>
                <a:lnTo>
                  <a:pt x="1345036" y="135965"/>
                </a:lnTo>
                <a:lnTo>
                  <a:pt x="1345766" y="146049"/>
                </a:lnTo>
                <a:lnTo>
                  <a:pt x="1345766" y="152688"/>
                </a:lnTo>
                <a:lnTo>
                  <a:pt x="1343794" y="156537"/>
                </a:lnTo>
                <a:lnTo>
                  <a:pt x="1339849" y="158749"/>
                </a:lnTo>
                <a:lnTo>
                  <a:pt x="1336001" y="160962"/>
                </a:lnTo>
                <a:lnTo>
                  <a:pt x="1329843" y="162550"/>
                </a:lnTo>
                <a:lnTo>
                  <a:pt x="1314621" y="164243"/>
                </a:lnTo>
                <a:lnTo>
                  <a:pt x="1288616" y="167409"/>
                </a:lnTo>
                <a:lnTo>
                  <a:pt x="1250462" y="174769"/>
                </a:lnTo>
                <a:lnTo>
                  <a:pt x="1214175" y="196092"/>
                </a:lnTo>
                <a:lnTo>
                  <a:pt x="1202708" y="234372"/>
                </a:lnTo>
                <a:lnTo>
                  <a:pt x="1203234" y="243067"/>
                </a:lnTo>
                <a:lnTo>
                  <a:pt x="1224575" y="282971"/>
                </a:lnTo>
                <a:lnTo>
                  <a:pt x="1267934" y="300262"/>
                </a:lnTo>
                <a:lnTo>
                  <a:pt x="1278226" y="300759"/>
                </a:lnTo>
                <a:lnTo>
                  <a:pt x="1287525" y="300398"/>
                </a:lnTo>
                <a:lnTo>
                  <a:pt x="1328115" y="284947"/>
                </a:lnTo>
                <a:lnTo>
                  <a:pt x="1341818" y="270163"/>
                </a:lnTo>
                <a:lnTo>
                  <a:pt x="1283421" y="270163"/>
                </a:lnTo>
                <a:lnTo>
                  <a:pt x="1273593" y="269586"/>
                </a:lnTo>
                <a:lnTo>
                  <a:pt x="1239945" y="249959"/>
                </a:lnTo>
                <a:lnTo>
                  <a:pt x="1236662" y="225713"/>
                </a:lnTo>
                <a:lnTo>
                  <a:pt x="1238971" y="218882"/>
                </a:lnTo>
                <a:lnTo>
                  <a:pt x="1274040" y="199123"/>
                </a:lnTo>
                <a:lnTo>
                  <a:pt x="1301172" y="195118"/>
                </a:lnTo>
                <a:lnTo>
                  <a:pt x="1307137" y="194348"/>
                </a:lnTo>
                <a:lnTo>
                  <a:pt x="1344323" y="185881"/>
                </a:lnTo>
                <a:lnTo>
                  <a:pt x="1345766" y="184149"/>
                </a:lnTo>
                <a:lnTo>
                  <a:pt x="1379826" y="184149"/>
                </a:lnTo>
                <a:lnTo>
                  <a:pt x="1379826" y="149513"/>
                </a:lnTo>
                <a:lnTo>
                  <a:pt x="1379284" y="136976"/>
                </a:lnTo>
                <a:lnTo>
                  <a:pt x="1377661" y="125773"/>
                </a:lnTo>
                <a:lnTo>
                  <a:pt x="1374955" y="115905"/>
                </a:lnTo>
                <a:lnTo>
                  <a:pt x="1371166" y="107372"/>
                </a:lnTo>
                <a:lnTo>
                  <a:pt x="1367195" y="101022"/>
                </a:lnTo>
                <a:close/>
              </a:path>
              <a:path w="1771015" h="300990">
                <a:moveTo>
                  <a:pt x="1379826" y="265545"/>
                </a:moveTo>
                <a:lnTo>
                  <a:pt x="1345766" y="265545"/>
                </a:lnTo>
                <a:lnTo>
                  <a:pt x="1345766" y="295563"/>
                </a:lnTo>
                <a:lnTo>
                  <a:pt x="1379826" y="295563"/>
                </a:lnTo>
                <a:lnTo>
                  <a:pt x="1379826" y="265545"/>
                </a:lnTo>
                <a:close/>
              </a:path>
              <a:path w="1771015" h="300990">
                <a:moveTo>
                  <a:pt x="1379826" y="184149"/>
                </a:moveTo>
                <a:lnTo>
                  <a:pt x="1345766" y="184149"/>
                </a:lnTo>
                <a:lnTo>
                  <a:pt x="1345762" y="215394"/>
                </a:lnTo>
                <a:lnTo>
                  <a:pt x="1345315" y="222168"/>
                </a:lnTo>
                <a:lnTo>
                  <a:pt x="1324047" y="257968"/>
                </a:lnTo>
                <a:lnTo>
                  <a:pt x="1283421" y="270163"/>
                </a:lnTo>
                <a:lnTo>
                  <a:pt x="1341818" y="270163"/>
                </a:lnTo>
                <a:lnTo>
                  <a:pt x="1344035" y="265545"/>
                </a:lnTo>
                <a:lnTo>
                  <a:pt x="1379826" y="265545"/>
                </a:lnTo>
                <a:lnTo>
                  <a:pt x="1379826" y="184149"/>
                </a:lnTo>
                <a:close/>
              </a:path>
              <a:path w="1771015" h="300990">
                <a:moveTo>
                  <a:pt x="1304973" y="71004"/>
                </a:moveTo>
                <a:lnTo>
                  <a:pt x="1297853" y="71004"/>
                </a:lnTo>
                <a:lnTo>
                  <a:pt x="1289446" y="71293"/>
                </a:lnTo>
                <a:lnTo>
                  <a:pt x="1247269" y="81828"/>
                </a:lnTo>
                <a:lnTo>
                  <a:pt x="1213643" y="113416"/>
                </a:lnTo>
                <a:lnTo>
                  <a:pt x="1208953" y="122959"/>
                </a:lnTo>
                <a:lnTo>
                  <a:pt x="1241280" y="134504"/>
                </a:lnTo>
                <a:lnTo>
                  <a:pt x="1244609" y="128533"/>
                </a:lnTo>
                <a:lnTo>
                  <a:pt x="1248965" y="122742"/>
                </a:lnTo>
                <a:lnTo>
                  <a:pt x="1287471" y="101690"/>
                </a:lnTo>
                <a:lnTo>
                  <a:pt x="1299008" y="101022"/>
                </a:lnTo>
                <a:lnTo>
                  <a:pt x="1367195" y="101022"/>
                </a:lnTo>
                <a:lnTo>
                  <a:pt x="1366557" y="100003"/>
                </a:lnTo>
                <a:lnTo>
                  <a:pt x="1329323" y="75162"/>
                </a:lnTo>
                <a:lnTo>
                  <a:pt x="1313151" y="71870"/>
                </a:lnTo>
                <a:lnTo>
                  <a:pt x="1304973" y="71004"/>
                </a:lnTo>
                <a:close/>
              </a:path>
              <a:path w="1771015" h="300990">
                <a:moveTo>
                  <a:pt x="1474895" y="73890"/>
                </a:moveTo>
                <a:lnTo>
                  <a:pt x="1441991" y="73890"/>
                </a:lnTo>
                <a:lnTo>
                  <a:pt x="1441991" y="295563"/>
                </a:lnTo>
                <a:lnTo>
                  <a:pt x="1476050" y="295563"/>
                </a:lnTo>
                <a:lnTo>
                  <a:pt x="1476050" y="155286"/>
                </a:lnTo>
                <a:lnTo>
                  <a:pt x="1476501" y="147989"/>
                </a:lnTo>
                <a:lnTo>
                  <a:pt x="1497228" y="113758"/>
                </a:lnTo>
                <a:lnTo>
                  <a:pt x="1509249" y="107372"/>
                </a:lnTo>
                <a:lnTo>
                  <a:pt x="1474895" y="107372"/>
                </a:lnTo>
                <a:lnTo>
                  <a:pt x="1474895" y="73890"/>
                </a:lnTo>
                <a:close/>
              </a:path>
              <a:path w="1771015" h="300990">
                <a:moveTo>
                  <a:pt x="1537433" y="70427"/>
                </a:moveTo>
                <a:lnTo>
                  <a:pt x="1534932" y="70427"/>
                </a:lnTo>
                <a:lnTo>
                  <a:pt x="1525226" y="71067"/>
                </a:lnTo>
                <a:lnTo>
                  <a:pt x="1485719" y="92471"/>
                </a:lnTo>
                <a:lnTo>
                  <a:pt x="1477204" y="107372"/>
                </a:lnTo>
                <a:lnTo>
                  <a:pt x="1509249" y="107372"/>
                </a:lnTo>
                <a:lnTo>
                  <a:pt x="1509748" y="107147"/>
                </a:lnTo>
                <a:lnTo>
                  <a:pt x="1516747" y="105027"/>
                </a:lnTo>
                <a:lnTo>
                  <a:pt x="1524180" y="103755"/>
                </a:lnTo>
                <a:lnTo>
                  <a:pt x="1532045" y="103331"/>
                </a:lnTo>
                <a:lnTo>
                  <a:pt x="1552827" y="103331"/>
                </a:lnTo>
                <a:lnTo>
                  <a:pt x="1552827" y="71004"/>
                </a:lnTo>
                <a:lnTo>
                  <a:pt x="1550903" y="70812"/>
                </a:lnTo>
                <a:lnTo>
                  <a:pt x="1548065" y="70667"/>
                </a:lnTo>
                <a:lnTo>
                  <a:pt x="1540560" y="70475"/>
                </a:lnTo>
                <a:lnTo>
                  <a:pt x="1537433" y="70427"/>
                </a:lnTo>
                <a:close/>
              </a:path>
              <a:path w="1771015" h="300990">
                <a:moveTo>
                  <a:pt x="1552827" y="103331"/>
                </a:moveTo>
                <a:lnTo>
                  <a:pt x="1536567" y="103331"/>
                </a:lnTo>
                <a:lnTo>
                  <a:pt x="1540849" y="103668"/>
                </a:lnTo>
                <a:lnTo>
                  <a:pt x="1544890" y="104342"/>
                </a:lnTo>
                <a:lnTo>
                  <a:pt x="1549027" y="104919"/>
                </a:lnTo>
                <a:lnTo>
                  <a:pt x="1551673" y="105352"/>
                </a:lnTo>
                <a:lnTo>
                  <a:pt x="1552827" y="105640"/>
                </a:lnTo>
                <a:lnTo>
                  <a:pt x="1552827" y="103331"/>
                </a:lnTo>
                <a:close/>
              </a:path>
              <a:path w="1771015" h="300990">
                <a:moveTo>
                  <a:pt x="1625347" y="73890"/>
                </a:moveTo>
                <a:lnTo>
                  <a:pt x="1586092" y="73890"/>
                </a:lnTo>
                <a:lnTo>
                  <a:pt x="1656520" y="184727"/>
                </a:lnTo>
                <a:lnTo>
                  <a:pt x="1586092" y="295563"/>
                </a:lnTo>
                <a:lnTo>
                  <a:pt x="1625347" y="295563"/>
                </a:lnTo>
                <a:lnTo>
                  <a:pt x="1678456" y="209549"/>
                </a:lnTo>
                <a:lnTo>
                  <a:pt x="1715269" y="209549"/>
                </a:lnTo>
                <a:lnTo>
                  <a:pt x="1699238" y="184727"/>
                </a:lnTo>
                <a:lnTo>
                  <a:pt x="1712287" y="164522"/>
                </a:lnTo>
                <a:lnTo>
                  <a:pt x="1678456" y="164522"/>
                </a:lnTo>
                <a:lnTo>
                  <a:pt x="1625347" y="73890"/>
                </a:lnTo>
                <a:close/>
              </a:path>
              <a:path w="1771015" h="300990">
                <a:moveTo>
                  <a:pt x="1715269" y="209549"/>
                </a:moveTo>
                <a:lnTo>
                  <a:pt x="1678456" y="209549"/>
                </a:lnTo>
                <a:lnTo>
                  <a:pt x="1731565" y="295563"/>
                </a:lnTo>
                <a:lnTo>
                  <a:pt x="1770820" y="295563"/>
                </a:lnTo>
                <a:lnTo>
                  <a:pt x="1715269" y="209549"/>
                </a:lnTo>
                <a:close/>
              </a:path>
              <a:path w="1771015" h="300990">
                <a:moveTo>
                  <a:pt x="1770820" y="73890"/>
                </a:moveTo>
                <a:lnTo>
                  <a:pt x="1731565" y="73890"/>
                </a:lnTo>
                <a:lnTo>
                  <a:pt x="1678456" y="164522"/>
                </a:lnTo>
                <a:lnTo>
                  <a:pt x="1712287" y="164522"/>
                </a:lnTo>
                <a:lnTo>
                  <a:pt x="1770820" y="7389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0" name="object 20"/>
          <p:cNvSpPr/>
          <p:nvPr/>
        </p:nvSpPr>
        <p:spPr>
          <a:xfrm>
            <a:off x="9777996" y="1481834"/>
            <a:ext cx="542134" cy="54213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23726" y="981566"/>
            <a:ext cx="3835434" cy="350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3" name="object 3"/>
          <p:cNvSpPr/>
          <p:nvPr/>
        </p:nvSpPr>
        <p:spPr>
          <a:xfrm>
            <a:off x="272573" y="0"/>
            <a:ext cx="2493818" cy="2258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4" name="object 4"/>
          <p:cNvGrpSpPr/>
          <p:nvPr/>
        </p:nvGrpSpPr>
        <p:grpSpPr>
          <a:xfrm>
            <a:off x="3091672" y="5493629"/>
            <a:ext cx="1879399" cy="524063"/>
            <a:chOff x="3962400" y="7721600"/>
            <a:chExt cx="2641600" cy="736600"/>
          </a:xfrm>
        </p:grpSpPr>
        <p:sp>
          <p:nvSpPr>
            <p:cNvPr id="5" name="object 5"/>
            <p:cNvSpPr/>
            <p:nvPr/>
          </p:nvSpPr>
          <p:spPr>
            <a:xfrm>
              <a:off x="3962400" y="7721600"/>
              <a:ext cx="2641600" cy="736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6" name="object 6"/>
            <p:cNvSpPr/>
            <p:nvPr/>
          </p:nvSpPr>
          <p:spPr>
            <a:xfrm>
              <a:off x="4013200" y="7721600"/>
              <a:ext cx="2540000" cy="635000"/>
            </a:xfrm>
            <a:custGeom>
              <a:avLst/>
              <a:gdLst/>
              <a:ahLst/>
              <a:cxnLst/>
              <a:rect l="l" t="t" r="r" b="b"/>
              <a:pathLst>
                <a:path w="2540000" h="635000">
                  <a:moveTo>
                    <a:pt x="24130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508000"/>
                  </a:lnTo>
                  <a:lnTo>
                    <a:pt x="9980" y="557434"/>
                  </a:lnTo>
                  <a:lnTo>
                    <a:pt x="37197" y="597802"/>
                  </a:lnTo>
                  <a:lnTo>
                    <a:pt x="77565" y="625019"/>
                  </a:lnTo>
                  <a:lnTo>
                    <a:pt x="127000" y="635000"/>
                  </a:lnTo>
                  <a:lnTo>
                    <a:pt x="2413000" y="635000"/>
                  </a:lnTo>
                  <a:lnTo>
                    <a:pt x="2462434" y="625019"/>
                  </a:lnTo>
                  <a:lnTo>
                    <a:pt x="2502802" y="597802"/>
                  </a:lnTo>
                  <a:lnTo>
                    <a:pt x="2530019" y="557434"/>
                  </a:lnTo>
                  <a:lnTo>
                    <a:pt x="2540000" y="508000"/>
                  </a:lnTo>
                  <a:lnTo>
                    <a:pt x="2540000" y="127000"/>
                  </a:lnTo>
                  <a:lnTo>
                    <a:pt x="2530019" y="77565"/>
                  </a:lnTo>
                  <a:lnTo>
                    <a:pt x="2502802" y="37197"/>
                  </a:lnTo>
                  <a:lnTo>
                    <a:pt x="2462434" y="9980"/>
                  </a:lnTo>
                  <a:lnTo>
                    <a:pt x="2413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7" name="object 7"/>
            <p:cNvSpPr/>
            <p:nvPr/>
          </p:nvSpPr>
          <p:spPr>
            <a:xfrm>
              <a:off x="4714153" y="7879195"/>
              <a:ext cx="1152525" cy="304800"/>
            </a:xfrm>
            <a:custGeom>
              <a:avLst/>
              <a:gdLst/>
              <a:ahLst/>
              <a:cxnLst/>
              <a:rect l="l" t="t" r="r" b="b"/>
              <a:pathLst>
                <a:path w="1152525" h="304800">
                  <a:moveTo>
                    <a:pt x="36945" y="223404"/>
                  </a:moveTo>
                  <a:lnTo>
                    <a:pt x="0" y="223404"/>
                  </a:lnTo>
                  <a:lnTo>
                    <a:pt x="1578" y="235157"/>
                  </a:lnTo>
                  <a:lnTo>
                    <a:pt x="22116" y="274637"/>
                  </a:lnTo>
                  <a:lnTo>
                    <a:pt x="63382" y="299036"/>
                  </a:lnTo>
                  <a:lnTo>
                    <a:pt x="106218" y="304800"/>
                  </a:lnTo>
                  <a:lnTo>
                    <a:pt x="122607" y="304087"/>
                  </a:lnTo>
                  <a:lnTo>
                    <a:pt x="164089" y="293398"/>
                  </a:lnTo>
                  <a:lnTo>
                    <a:pt x="192875" y="272472"/>
                  </a:lnTo>
                  <a:lnTo>
                    <a:pt x="106218" y="272472"/>
                  </a:lnTo>
                  <a:lnTo>
                    <a:pt x="97559" y="272148"/>
                  </a:lnTo>
                  <a:lnTo>
                    <a:pt x="59459" y="260566"/>
                  </a:lnTo>
                  <a:lnTo>
                    <a:pt x="38190" y="231414"/>
                  </a:lnTo>
                  <a:lnTo>
                    <a:pt x="36945" y="223404"/>
                  </a:lnTo>
                  <a:close/>
                </a:path>
                <a:path w="1152525" h="304800">
                  <a:moveTo>
                    <a:pt x="109104" y="0"/>
                  </a:moveTo>
                  <a:lnTo>
                    <a:pt x="69678" y="5844"/>
                  </a:lnTo>
                  <a:lnTo>
                    <a:pt x="28863" y="30469"/>
                  </a:lnTo>
                  <a:lnTo>
                    <a:pt x="8920" y="70535"/>
                  </a:lnTo>
                  <a:lnTo>
                    <a:pt x="8081" y="82550"/>
                  </a:lnTo>
                  <a:lnTo>
                    <a:pt x="9344" y="96774"/>
                  </a:lnTo>
                  <a:lnTo>
                    <a:pt x="28286" y="130896"/>
                  </a:lnTo>
                  <a:lnTo>
                    <a:pt x="66711" y="153816"/>
                  </a:lnTo>
                  <a:lnTo>
                    <a:pt x="127153" y="171973"/>
                  </a:lnTo>
                  <a:lnTo>
                    <a:pt x="134540" y="174408"/>
                  </a:lnTo>
                  <a:lnTo>
                    <a:pt x="170151" y="194829"/>
                  </a:lnTo>
                  <a:lnTo>
                    <a:pt x="178377" y="208972"/>
                  </a:lnTo>
                  <a:lnTo>
                    <a:pt x="178333" y="219363"/>
                  </a:lnTo>
                  <a:lnTo>
                    <a:pt x="157631" y="257752"/>
                  </a:lnTo>
                  <a:lnTo>
                    <a:pt x="116203" y="272057"/>
                  </a:lnTo>
                  <a:lnTo>
                    <a:pt x="106218" y="272472"/>
                  </a:lnTo>
                  <a:lnTo>
                    <a:pt x="192875" y="272472"/>
                  </a:lnTo>
                  <a:lnTo>
                    <a:pt x="212228" y="231053"/>
                  </a:lnTo>
                  <a:lnTo>
                    <a:pt x="213013" y="219363"/>
                  </a:lnTo>
                  <a:lnTo>
                    <a:pt x="212481" y="209378"/>
                  </a:lnTo>
                  <a:lnTo>
                    <a:pt x="194829" y="171305"/>
                  </a:lnTo>
                  <a:lnTo>
                    <a:pt x="162637" y="149252"/>
                  </a:lnTo>
                  <a:lnTo>
                    <a:pt x="94384" y="128443"/>
                  </a:lnTo>
                  <a:lnTo>
                    <a:pt x="88370" y="126567"/>
                  </a:lnTo>
                  <a:lnTo>
                    <a:pt x="52195" y="106747"/>
                  </a:lnTo>
                  <a:lnTo>
                    <a:pt x="42718" y="88707"/>
                  </a:lnTo>
                  <a:lnTo>
                    <a:pt x="42718" y="80818"/>
                  </a:lnTo>
                  <a:lnTo>
                    <a:pt x="60613" y="45640"/>
                  </a:lnTo>
                  <a:lnTo>
                    <a:pt x="98443" y="32146"/>
                  </a:lnTo>
                  <a:lnTo>
                    <a:pt x="107950" y="31750"/>
                  </a:lnTo>
                  <a:lnTo>
                    <a:pt x="189852" y="31750"/>
                  </a:lnTo>
                  <a:lnTo>
                    <a:pt x="188046" y="29621"/>
                  </a:lnTo>
                  <a:lnTo>
                    <a:pt x="148395" y="5763"/>
                  </a:lnTo>
                  <a:lnTo>
                    <a:pt x="122995" y="640"/>
                  </a:lnTo>
                  <a:lnTo>
                    <a:pt x="109104" y="0"/>
                  </a:lnTo>
                  <a:close/>
                </a:path>
                <a:path w="1152525" h="304800">
                  <a:moveTo>
                    <a:pt x="189852" y="31750"/>
                  </a:moveTo>
                  <a:lnTo>
                    <a:pt x="107950" y="31750"/>
                  </a:lnTo>
                  <a:lnTo>
                    <a:pt x="120848" y="32507"/>
                  </a:lnTo>
                  <a:lnTo>
                    <a:pt x="132700" y="34780"/>
                  </a:lnTo>
                  <a:lnTo>
                    <a:pt x="167769" y="58448"/>
                  </a:lnTo>
                  <a:lnTo>
                    <a:pt x="174336" y="77931"/>
                  </a:lnTo>
                  <a:lnTo>
                    <a:pt x="208972" y="77931"/>
                  </a:lnTo>
                  <a:lnTo>
                    <a:pt x="207836" y="67044"/>
                  </a:lnTo>
                  <a:lnTo>
                    <a:pt x="205148" y="56753"/>
                  </a:lnTo>
                  <a:lnTo>
                    <a:pt x="200908" y="47056"/>
                  </a:lnTo>
                  <a:lnTo>
                    <a:pt x="195118" y="37955"/>
                  </a:lnTo>
                  <a:lnTo>
                    <a:pt x="189852" y="31750"/>
                  </a:lnTo>
                  <a:close/>
                </a:path>
                <a:path w="1152525" h="304800">
                  <a:moveTo>
                    <a:pt x="421442" y="105063"/>
                  </a:moveTo>
                  <a:lnTo>
                    <a:pt x="353254" y="105063"/>
                  </a:lnTo>
                  <a:lnTo>
                    <a:pt x="364268" y="105803"/>
                  </a:lnTo>
                  <a:lnTo>
                    <a:pt x="373784" y="108022"/>
                  </a:lnTo>
                  <a:lnTo>
                    <a:pt x="399283" y="140006"/>
                  </a:lnTo>
                  <a:lnTo>
                    <a:pt x="400013" y="150090"/>
                  </a:lnTo>
                  <a:lnTo>
                    <a:pt x="400013" y="156729"/>
                  </a:lnTo>
                  <a:lnTo>
                    <a:pt x="398041" y="160578"/>
                  </a:lnTo>
                  <a:lnTo>
                    <a:pt x="394096" y="162790"/>
                  </a:lnTo>
                  <a:lnTo>
                    <a:pt x="390248" y="165003"/>
                  </a:lnTo>
                  <a:lnTo>
                    <a:pt x="384090" y="166591"/>
                  </a:lnTo>
                  <a:lnTo>
                    <a:pt x="368868" y="168284"/>
                  </a:lnTo>
                  <a:lnTo>
                    <a:pt x="342863" y="171450"/>
                  </a:lnTo>
                  <a:lnTo>
                    <a:pt x="304709" y="178810"/>
                  </a:lnTo>
                  <a:lnTo>
                    <a:pt x="268422" y="200133"/>
                  </a:lnTo>
                  <a:lnTo>
                    <a:pt x="256955" y="238413"/>
                  </a:lnTo>
                  <a:lnTo>
                    <a:pt x="257481" y="247108"/>
                  </a:lnTo>
                  <a:lnTo>
                    <a:pt x="278822" y="287012"/>
                  </a:lnTo>
                  <a:lnTo>
                    <a:pt x="322181" y="304303"/>
                  </a:lnTo>
                  <a:lnTo>
                    <a:pt x="332473" y="304800"/>
                  </a:lnTo>
                  <a:lnTo>
                    <a:pt x="341772" y="304439"/>
                  </a:lnTo>
                  <a:lnTo>
                    <a:pt x="382361" y="288988"/>
                  </a:lnTo>
                  <a:lnTo>
                    <a:pt x="396065" y="274204"/>
                  </a:lnTo>
                  <a:lnTo>
                    <a:pt x="337668" y="274204"/>
                  </a:lnTo>
                  <a:lnTo>
                    <a:pt x="327840" y="273627"/>
                  </a:lnTo>
                  <a:lnTo>
                    <a:pt x="294192" y="254000"/>
                  </a:lnTo>
                  <a:lnTo>
                    <a:pt x="290909" y="229754"/>
                  </a:lnTo>
                  <a:lnTo>
                    <a:pt x="293218" y="222923"/>
                  </a:lnTo>
                  <a:lnTo>
                    <a:pt x="328287" y="203163"/>
                  </a:lnTo>
                  <a:lnTo>
                    <a:pt x="355419" y="199159"/>
                  </a:lnTo>
                  <a:lnTo>
                    <a:pt x="361384" y="198389"/>
                  </a:lnTo>
                  <a:lnTo>
                    <a:pt x="398570" y="189922"/>
                  </a:lnTo>
                  <a:lnTo>
                    <a:pt x="400013" y="188190"/>
                  </a:lnTo>
                  <a:lnTo>
                    <a:pt x="434073" y="188190"/>
                  </a:lnTo>
                  <a:lnTo>
                    <a:pt x="434073" y="153554"/>
                  </a:lnTo>
                  <a:lnTo>
                    <a:pt x="433531" y="141016"/>
                  </a:lnTo>
                  <a:lnTo>
                    <a:pt x="431908" y="129814"/>
                  </a:lnTo>
                  <a:lnTo>
                    <a:pt x="429202" y="119946"/>
                  </a:lnTo>
                  <a:lnTo>
                    <a:pt x="425413" y="111413"/>
                  </a:lnTo>
                  <a:lnTo>
                    <a:pt x="421442" y="105063"/>
                  </a:lnTo>
                  <a:close/>
                </a:path>
                <a:path w="1152525" h="304800">
                  <a:moveTo>
                    <a:pt x="434073" y="269586"/>
                  </a:moveTo>
                  <a:lnTo>
                    <a:pt x="400013" y="269586"/>
                  </a:lnTo>
                  <a:lnTo>
                    <a:pt x="400013" y="299604"/>
                  </a:lnTo>
                  <a:lnTo>
                    <a:pt x="434073" y="299604"/>
                  </a:lnTo>
                  <a:lnTo>
                    <a:pt x="434073" y="269586"/>
                  </a:lnTo>
                  <a:close/>
                </a:path>
                <a:path w="1152525" h="304800">
                  <a:moveTo>
                    <a:pt x="434073" y="188190"/>
                  </a:moveTo>
                  <a:lnTo>
                    <a:pt x="400013" y="188190"/>
                  </a:lnTo>
                  <a:lnTo>
                    <a:pt x="400009" y="219435"/>
                  </a:lnTo>
                  <a:lnTo>
                    <a:pt x="399562" y="226209"/>
                  </a:lnTo>
                  <a:lnTo>
                    <a:pt x="378294" y="262009"/>
                  </a:lnTo>
                  <a:lnTo>
                    <a:pt x="337668" y="274204"/>
                  </a:lnTo>
                  <a:lnTo>
                    <a:pt x="396065" y="274204"/>
                  </a:lnTo>
                  <a:lnTo>
                    <a:pt x="398282" y="269586"/>
                  </a:lnTo>
                  <a:lnTo>
                    <a:pt x="434073" y="269586"/>
                  </a:lnTo>
                  <a:lnTo>
                    <a:pt x="434073" y="188190"/>
                  </a:lnTo>
                  <a:close/>
                </a:path>
                <a:path w="1152525" h="304800">
                  <a:moveTo>
                    <a:pt x="359219" y="75045"/>
                  </a:moveTo>
                  <a:lnTo>
                    <a:pt x="352100" y="75045"/>
                  </a:lnTo>
                  <a:lnTo>
                    <a:pt x="343693" y="75334"/>
                  </a:lnTo>
                  <a:lnTo>
                    <a:pt x="301516" y="85869"/>
                  </a:lnTo>
                  <a:lnTo>
                    <a:pt x="267890" y="117456"/>
                  </a:lnTo>
                  <a:lnTo>
                    <a:pt x="263200" y="127000"/>
                  </a:lnTo>
                  <a:lnTo>
                    <a:pt x="295527" y="138545"/>
                  </a:lnTo>
                  <a:lnTo>
                    <a:pt x="298855" y="132574"/>
                  </a:lnTo>
                  <a:lnTo>
                    <a:pt x="303212" y="126783"/>
                  </a:lnTo>
                  <a:lnTo>
                    <a:pt x="341718" y="105731"/>
                  </a:lnTo>
                  <a:lnTo>
                    <a:pt x="353254" y="105063"/>
                  </a:lnTo>
                  <a:lnTo>
                    <a:pt x="421442" y="105063"/>
                  </a:lnTo>
                  <a:lnTo>
                    <a:pt x="420804" y="104044"/>
                  </a:lnTo>
                  <a:lnTo>
                    <a:pt x="383570" y="79203"/>
                  </a:lnTo>
                  <a:lnTo>
                    <a:pt x="367397" y="75911"/>
                  </a:lnTo>
                  <a:lnTo>
                    <a:pt x="359219" y="75045"/>
                  </a:lnTo>
                  <a:close/>
                </a:path>
                <a:path w="1152525" h="304800">
                  <a:moveTo>
                    <a:pt x="530297" y="4040"/>
                  </a:moveTo>
                  <a:lnTo>
                    <a:pt x="496238" y="4040"/>
                  </a:lnTo>
                  <a:lnTo>
                    <a:pt x="496238" y="299604"/>
                  </a:lnTo>
                  <a:lnTo>
                    <a:pt x="530297" y="299604"/>
                  </a:lnTo>
                  <a:lnTo>
                    <a:pt x="530297" y="4040"/>
                  </a:lnTo>
                  <a:close/>
                </a:path>
                <a:path w="1152525" h="304800">
                  <a:moveTo>
                    <a:pt x="612305" y="77931"/>
                  </a:moveTo>
                  <a:lnTo>
                    <a:pt x="575360" y="77931"/>
                  </a:lnTo>
                  <a:lnTo>
                    <a:pt x="657333" y="299604"/>
                  </a:lnTo>
                  <a:lnTo>
                    <a:pt x="691969" y="299604"/>
                  </a:lnTo>
                  <a:lnTo>
                    <a:pt x="708620" y="254577"/>
                  </a:lnTo>
                  <a:lnTo>
                    <a:pt x="673496" y="254577"/>
                  </a:lnTo>
                  <a:lnTo>
                    <a:pt x="612305" y="77931"/>
                  </a:lnTo>
                  <a:close/>
                </a:path>
                <a:path w="1152525" h="304800">
                  <a:moveTo>
                    <a:pt x="773942" y="77931"/>
                  </a:moveTo>
                  <a:lnTo>
                    <a:pt x="736996" y="77931"/>
                  </a:lnTo>
                  <a:lnTo>
                    <a:pt x="675805" y="254577"/>
                  </a:lnTo>
                  <a:lnTo>
                    <a:pt x="708620" y="254577"/>
                  </a:lnTo>
                  <a:lnTo>
                    <a:pt x="773942" y="77931"/>
                  </a:lnTo>
                  <a:close/>
                </a:path>
                <a:path w="1152525" h="304800">
                  <a:moveTo>
                    <a:pt x="966351" y="105063"/>
                  </a:moveTo>
                  <a:lnTo>
                    <a:pt x="898164" y="105063"/>
                  </a:lnTo>
                  <a:lnTo>
                    <a:pt x="909177" y="105803"/>
                  </a:lnTo>
                  <a:lnTo>
                    <a:pt x="918693" y="108022"/>
                  </a:lnTo>
                  <a:lnTo>
                    <a:pt x="944192" y="140006"/>
                  </a:lnTo>
                  <a:lnTo>
                    <a:pt x="944923" y="150090"/>
                  </a:lnTo>
                  <a:lnTo>
                    <a:pt x="944923" y="156729"/>
                  </a:lnTo>
                  <a:lnTo>
                    <a:pt x="942950" y="160578"/>
                  </a:lnTo>
                  <a:lnTo>
                    <a:pt x="939006" y="162790"/>
                  </a:lnTo>
                  <a:lnTo>
                    <a:pt x="935157" y="165003"/>
                  </a:lnTo>
                  <a:lnTo>
                    <a:pt x="929000" y="166591"/>
                  </a:lnTo>
                  <a:lnTo>
                    <a:pt x="913777" y="168284"/>
                  </a:lnTo>
                  <a:lnTo>
                    <a:pt x="887773" y="171450"/>
                  </a:lnTo>
                  <a:lnTo>
                    <a:pt x="849619" y="178810"/>
                  </a:lnTo>
                  <a:lnTo>
                    <a:pt x="813332" y="200133"/>
                  </a:lnTo>
                  <a:lnTo>
                    <a:pt x="801864" y="238413"/>
                  </a:lnTo>
                  <a:lnTo>
                    <a:pt x="802391" y="247108"/>
                  </a:lnTo>
                  <a:lnTo>
                    <a:pt x="823732" y="287012"/>
                  </a:lnTo>
                  <a:lnTo>
                    <a:pt x="867090" y="304303"/>
                  </a:lnTo>
                  <a:lnTo>
                    <a:pt x="877382" y="304800"/>
                  </a:lnTo>
                  <a:lnTo>
                    <a:pt x="886681" y="304439"/>
                  </a:lnTo>
                  <a:lnTo>
                    <a:pt x="927271" y="288988"/>
                  </a:lnTo>
                  <a:lnTo>
                    <a:pt x="940974" y="274204"/>
                  </a:lnTo>
                  <a:lnTo>
                    <a:pt x="882577" y="274204"/>
                  </a:lnTo>
                  <a:lnTo>
                    <a:pt x="872750" y="273627"/>
                  </a:lnTo>
                  <a:lnTo>
                    <a:pt x="839102" y="254000"/>
                  </a:lnTo>
                  <a:lnTo>
                    <a:pt x="835818" y="229754"/>
                  </a:lnTo>
                  <a:lnTo>
                    <a:pt x="838127" y="222923"/>
                  </a:lnTo>
                  <a:lnTo>
                    <a:pt x="873197" y="203163"/>
                  </a:lnTo>
                  <a:lnTo>
                    <a:pt x="900328" y="199159"/>
                  </a:lnTo>
                  <a:lnTo>
                    <a:pt x="906294" y="198389"/>
                  </a:lnTo>
                  <a:lnTo>
                    <a:pt x="943480" y="189922"/>
                  </a:lnTo>
                  <a:lnTo>
                    <a:pt x="944923" y="188190"/>
                  </a:lnTo>
                  <a:lnTo>
                    <a:pt x="978982" y="188190"/>
                  </a:lnTo>
                  <a:lnTo>
                    <a:pt x="978982" y="153554"/>
                  </a:lnTo>
                  <a:lnTo>
                    <a:pt x="978441" y="141016"/>
                  </a:lnTo>
                  <a:lnTo>
                    <a:pt x="976817" y="129814"/>
                  </a:lnTo>
                  <a:lnTo>
                    <a:pt x="974111" y="119946"/>
                  </a:lnTo>
                  <a:lnTo>
                    <a:pt x="970323" y="111413"/>
                  </a:lnTo>
                  <a:lnTo>
                    <a:pt x="966351" y="105063"/>
                  </a:lnTo>
                  <a:close/>
                </a:path>
                <a:path w="1152525" h="304800">
                  <a:moveTo>
                    <a:pt x="978982" y="269586"/>
                  </a:moveTo>
                  <a:lnTo>
                    <a:pt x="944923" y="269586"/>
                  </a:lnTo>
                  <a:lnTo>
                    <a:pt x="944923" y="299604"/>
                  </a:lnTo>
                  <a:lnTo>
                    <a:pt x="978982" y="299604"/>
                  </a:lnTo>
                  <a:lnTo>
                    <a:pt x="978982" y="269586"/>
                  </a:lnTo>
                  <a:close/>
                </a:path>
                <a:path w="1152525" h="304800">
                  <a:moveTo>
                    <a:pt x="978982" y="188190"/>
                  </a:moveTo>
                  <a:lnTo>
                    <a:pt x="944923" y="188190"/>
                  </a:lnTo>
                  <a:lnTo>
                    <a:pt x="944918" y="219435"/>
                  </a:lnTo>
                  <a:lnTo>
                    <a:pt x="944472" y="226209"/>
                  </a:lnTo>
                  <a:lnTo>
                    <a:pt x="923203" y="262009"/>
                  </a:lnTo>
                  <a:lnTo>
                    <a:pt x="882577" y="274204"/>
                  </a:lnTo>
                  <a:lnTo>
                    <a:pt x="940974" y="274204"/>
                  </a:lnTo>
                  <a:lnTo>
                    <a:pt x="943191" y="269586"/>
                  </a:lnTo>
                  <a:lnTo>
                    <a:pt x="978982" y="269586"/>
                  </a:lnTo>
                  <a:lnTo>
                    <a:pt x="978982" y="188190"/>
                  </a:lnTo>
                  <a:close/>
                </a:path>
                <a:path w="1152525" h="304800">
                  <a:moveTo>
                    <a:pt x="904129" y="75045"/>
                  </a:moveTo>
                  <a:lnTo>
                    <a:pt x="897009" y="75045"/>
                  </a:lnTo>
                  <a:lnTo>
                    <a:pt x="888603" y="75334"/>
                  </a:lnTo>
                  <a:lnTo>
                    <a:pt x="846426" y="85869"/>
                  </a:lnTo>
                  <a:lnTo>
                    <a:pt x="812799" y="117456"/>
                  </a:lnTo>
                  <a:lnTo>
                    <a:pt x="808109" y="127000"/>
                  </a:lnTo>
                  <a:lnTo>
                    <a:pt x="840436" y="138545"/>
                  </a:lnTo>
                  <a:lnTo>
                    <a:pt x="843765" y="132574"/>
                  </a:lnTo>
                  <a:lnTo>
                    <a:pt x="848121" y="126783"/>
                  </a:lnTo>
                  <a:lnTo>
                    <a:pt x="886627" y="105731"/>
                  </a:lnTo>
                  <a:lnTo>
                    <a:pt x="898164" y="105063"/>
                  </a:lnTo>
                  <a:lnTo>
                    <a:pt x="966351" y="105063"/>
                  </a:lnTo>
                  <a:lnTo>
                    <a:pt x="965714" y="104044"/>
                  </a:lnTo>
                  <a:lnTo>
                    <a:pt x="928480" y="79203"/>
                  </a:lnTo>
                  <a:lnTo>
                    <a:pt x="912307" y="75911"/>
                  </a:lnTo>
                  <a:lnTo>
                    <a:pt x="904129" y="75045"/>
                  </a:lnTo>
                  <a:close/>
                </a:path>
                <a:path w="1152525" h="304800">
                  <a:moveTo>
                    <a:pt x="1074052" y="77931"/>
                  </a:moveTo>
                  <a:lnTo>
                    <a:pt x="1041147" y="77931"/>
                  </a:lnTo>
                  <a:lnTo>
                    <a:pt x="1041147" y="299604"/>
                  </a:lnTo>
                  <a:lnTo>
                    <a:pt x="1075206" y="299604"/>
                  </a:lnTo>
                  <a:lnTo>
                    <a:pt x="1075206" y="159327"/>
                  </a:lnTo>
                  <a:lnTo>
                    <a:pt x="1075657" y="152030"/>
                  </a:lnTo>
                  <a:lnTo>
                    <a:pt x="1096385" y="117799"/>
                  </a:lnTo>
                  <a:lnTo>
                    <a:pt x="1108405" y="111413"/>
                  </a:lnTo>
                  <a:lnTo>
                    <a:pt x="1074052" y="111413"/>
                  </a:lnTo>
                  <a:lnTo>
                    <a:pt x="1074052" y="77931"/>
                  </a:lnTo>
                  <a:close/>
                </a:path>
                <a:path w="1152525" h="304800">
                  <a:moveTo>
                    <a:pt x="1136589" y="74468"/>
                  </a:moveTo>
                  <a:lnTo>
                    <a:pt x="1134088" y="74468"/>
                  </a:lnTo>
                  <a:lnTo>
                    <a:pt x="1124382" y="75108"/>
                  </a:lnTo>
                  <a:lnTo>
                    <a:pt x="1084875" y="96512"/>
                  </a:lnTo>
                  <a:lnTo>
                    <a:pt x="1076361" y="111413"/>
                  </a:lnTo>
                  <a:lnTo>
                    <a:pt x="1108405" y="111413"/>
                  </a:lnTo>
                  <a:lnTo>
                    <a:pt x="1108904" y="111188"/>
                  </a:lnTo>
                  <a:lnTo>
                    <a:pt x="1115904" y="109068"/>
                  </a:lnTo>
                  <a:lnTo>
                    <a:pt x="1123336" y="107796"/>
                  </a:lnTo>
                  <a:lnTo>
                    <a:pt x="1131202" y="107372"/>
                  </a:lnTo>
                  <a:lnTo>
                    <a:pt x="1151983" y="107372"/>
                  </a:lnTo>
                  <a:lnTo>
                    <a:pt x="1151983" y="75045"/>
                  </a:lnTo>
                  <a:lnTo>
                    <a:pt x="1150059" y="74853"/>
                  </a:lnTo>
                  <a:lnTo>
                    <a:pt x="1147221" y="74708"/>
                  </a:lnTo>
                  <a:lnTo>
                    <a:pt x="1139716" y="74516"/>
                  </a:lnTo>
                  <a:lnTo>
                    <a:pt x="1136589" y="74468"/>
                  </a:lnTo>
                  <a:close/>
                </a:path>
                <a:path w="1152525" h="304800">
                  <a:moveTo>
                    <a:pt x="1151983" y="107372"/>
                  </a:moveTo>
                  <a:lnTo>
                    <a:pt x="1135723" y="107372"/>
                  </a:lnTo>
                  <a:lnTo>
                    <a:pt x="1140005" y="107709"/>
                  </a:lnTo>
                  <a:lnTo>
                    <a:pt x="1144046" y="108382"/>
                  </a:lnTo>
                  <a:lnTo>
                    <a:pt x="1148183" y="108960"/>
                  </a:lnTo>
                  <a:lnTo>
                    <a:pt x="1150829" y="109393"/>
                  </a:lnTo>
                  <a:lnTo>
                    <a:pt x="1151983" y="109681"/>
                  </a:lnTo>
                  <a:lnTo>
                    <a:pt x="1151983" y="107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139609" y="5493629"/>
            <a:ext cx="1879399" cy="524063"/>
            <a:chOff x="9652000" y="7721600"/>
            <a:chExt cx="2641600" cy="736600"/>
          </a:xfrm>
        </p:grpSpPr>
        <p:sp>
          <p:nvSpPr>
            <p:cNvPr id="9" name="object 9"/>
            <p:cNvSpPr/>
            <p:nvPr/>
          </p:nvSpPr>
          <p:spPr>
            <a:xfrm>
              <a:off x="9652000" y="7721600"/>
              <a:ext cx="2641600" cy="736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0" name="object 10"/>
            <p:cNvSpPr/>
            <p:nvPr/>
          </p:nvSpPr>
          <p:spPr>
            <a:xfrm>
              <a:off x="9702800" y="7721600"/>
              <a:ext cx="2540000" cy="6350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1" name="object 11"/>
          <p:cNvSpPr/>
          <p:nvPr/>
        </p:nvSpPr>
        <p:spPr>
          <a:xfrm>
            <a:off x="2115830" y="2105289"/>
            <a:ext cx="7879020" cy="30453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115830" y="2105289"/>
          <a:ext cx="7879019" cy="3044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8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42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8378509" y="2750100"/>
            <a:ext cx="1484882" cy="2159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4" name="object 14"/>
          <p:cNvSpPr/>
          <p:nvPr/>
        </p:nvSpPr>
        <p:spPr>
          <a:xfrm>
            <a:off x="8360438" y="3165736"/>
            <a:ext cx="1488270" cy="2159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15" name="object 15"/>
          <p:cNvSpPr/>
          <p:nvPr/>
        </p:nvSpPr>
        <p:spPr>
          <a:xfrm>
            <a:off x="8360438" y="3536195"/>
            <a:ext cx="1454386" cy="2159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16" name="object 16"/>
          <p:cNvGrpSpPr/>
          <p:nvPr/>
        </p:nvGrpSpPr>
        <p:grpSpPr>
          <a:xfrm>
            <a:off x="10907443" y="460814"/>
            <a:ext cx="379494" cy="379494"/>
            <a:chOff x="14947900" y="647700"/>
            <a:chExt cx="533400" cy="533400"/>
          </a:xfrm>
        </p:grpSpPr>
        <p:sp>
          <p:nvSpPr>
            <p:cNvPr id="17" name="object 17"/>
            <p:cNvSpPr/>
            <p:nvPr/>
          </p:nvSpPr>
          <p:spPr>
            <a:xfrm>
              <a:off x="14947900" y="647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8760" y="4296"/>
                  </a:lnTo>
                  <a:lnTo>
                    <a:pt x="173639" y="16685"/>
                  </a:lnTo>
                  <a:lnTo>
                    <a:pt x="132091" y="36412"/>
                  </a:lnTo>
                  <a:lnTo>
                    <a:pt x="94868" y="62724"/>
                  </a:lnTo>
                  <a:lnTo>
                    <a:pt x="62724" y="94868"/>
                  </a:lnTo>
                  <a:lnTo>
                    <a:pt x="36412" y="132091"/>
                  </a:lnTo>
                  <a:lnTo>
                    <a:pt x="16685" y="173639"/>
                  </a:lnTo>
                  <a:lnTo>
                    <a:pt x="4296" y="218760"/>
                  </a:lnTo>
                  <a:lnTo>
                    <a:pt x="0" y="266700"/>
                  </a:lnTo>
                  <a:lnTo>
                    <a:pt x="4296" y="314639"/>
                  </a:lnTo>
                  <a:lnTo>
                    <a:pt x="16685" y="359760"/>
                  </a:lnTo>
                  <a:lnTo>
                    <a:pt x="36412" y="401308"/>
                  </a:lnTo>
                  <a:lnTo>
                    <a:pt x="62724" y="438531"/>
                  </a:lnTo>
                  <a:lnTo>
                    <a:pt x="94868" y="470675"/>
                  </a:lnTo>
                  <a:lnTo>
                    <a:pt x="132091" y="496987"/>
                  </a:lnTo>
                  <a:lnTo>
                    <a:pt x="173639" y="516714"/>
                  </a:lnTo>
                  <a:lnTo>
                    <a:pt x="218760" y="529103"/>
                  </a:lnTo>
                  <a:lnTo>
                    <a:pt x="266700" y="533400"/>
                  </a:lnTo>
                  <a:lnTo>
                    <a:pt x="314639" y="529103"/>
                  </a:lnTo>
                  <a:lnTo>
                    <a:pt x="359760" y="516714"/>
                  </a:lnTo>
                  <a:lnTo>
                    <a:pt x="401308" y="496987"/>
                  </a:lnTo>
                  <a:lnTo>
                    <a:pt x="438531" y="470675"/>
                  </a:lnTo>
                  <a:lnTo>
                    <a:pt x="470675" y="438531"/>
                  </a:lnTo>
                  <a:lnTo>
                    <a:pt x="496987" y="401308"/>
                  </a:lnTo>
                  <a:lnTo>
                    <a:pt x="516714" y="359760"/>
                  </a:lnTo>
                  <a:lnTo>
                    <a:pt x="529103" y="314639"/>
                  </a:lnTo>
                  <a:lnTo>
                    <a:pt x="533400" y="266700"/>
                  </a:lnTo>
                  <a:lnTo>
                    <a:pt x="529103" y="218760"/>
                  </a:lnTo>
                  <a:lnTo>
                    <a:pt x="516714" y="173639"/>
                  </a:lnTo>
                  <a:lnTo>
                    <a:pt x="496987" y="132091"/>
                  </a:lnTo>
                  <a:lnTo>
                    <a:pt x="470675" y="94868"/>
                  </a:lnTo>
                  <a:lnTo>
                    <a:pt x="438531" y="62724"/>
                  </a:lnTo>
                  <a:lnTo>
                    <a:pt x="401308" y="36412"/>
                  </a:lnTo>
                  <a:lnTo>
                    <a:pt x="359760" y="16685"/>
                  </a:lnTo>
                  <a:lnTo>
                    <a:pt x="314639" y="429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18" name="object 18"/>
            <p:cNvSpPr/>
            <p:nvPr/>
          </p:nvSpPr>
          <p:spPr>
            <a:xfrm>
              <a:off x="15011400" y="698500"/>
              <a:ext cx="406400" cy="4064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sp>
        <p:nvSpPr>
          <p:cNvPr id="19" name="object 19"/>
          <p:cNvSpPr/>
          <p:nvPr/>
        </p:nvSpPr>
        <p:spPr>
          <a:xfrm>
            <a:off x="9508674" y="575812"/>
            <a:ext cx="1260010" cy="214143"/>
          </a:xfrm>
          <a:custGeom>
            <a:avLst/>
            <a:gdLst/>
            <a:ahLst/>
            <a:cxnLst/>
            <a:rect l="l" t="t" r="r" b="b"/>
            <a:pathLst>
              <a:path w="1771015" h="300990">
                <a:moveTo>
                  <a:pt x="35790" y="0"/>
                </a:moveTo>
                <a:lnTo>
                  <a:pt x="0" y="0"/>
                </a:lnTo>
                <a:lnTo>
                  <a:pt x="0" y="295563"/>
                </a:lnTo>
                <a:lnTo>
                  <a:pt x="35790" y="295563"/>
                </a:lnTo>
                <a:lnTo>
                  <a:pt x="35790" y="199736"/>
                </a:lnTo>
                <a:lnTo>
                  <a:pt x="72736" y="158172"/>
                </a:lnTo>
                <a:lnTo>
                  <a:pt x="113665" y="158172"/>
                </a:lnTo>
                <a:lnTo>
                  <a:pt x="104831" y="146627"/>
                </a:lnTo>
                <a:lnTo>
                  <a:pt x="35790" y="146627"/>
                </a:lnTo>
                <a:lnTo>
                  <a:pt x="35790" y="0"/>
                </a:lnTo>
                <a:close/>
              </a:path>
              <a:path w="1771015" h="300990">
                <a:moveTo>
                  <a:pt x="113665" y="158172"/>
                </a:moveTo>
                <a:lnTo>
                  <a:pt x="72736" y="158172"/>
                </a:lnTo>
                <a:lnTo>
                  <a:pt x="175490" y="295563"/>
                </a:lnTo>
                <a:lnTo>
                  <a:pt x="218786" y="295563"/>
                </a:lnTo>
                <a:lnTo>
                  <a:pt x="113665" y="158172"/>
                </a:lnTo>
                <a:close/>
              </a:path>
              <a:path w="1771015" h="300990">
                <a:moveTo>
                  <a:pt x="218786" y="0"/>
                </a:moveTo>
                <a:lnTo>
                  <a:pt x="172027" y="0"/>
                </a:lnTo>
                <a:lnTo>
                  <a:pt x="39254" y="146627"/>
                </a:lnTo>
                <a:lnTo>
                  <a:pt x="104831" y="146627"/>
                </a:lnTo>
                <a:lnTo>
                  <a:pt x="94672" y="133349"/>
                </a:lnTo>
                <a:lnTo>
                  <a:pt x="218786" y="0"/>
                </a:lnTo>
                <a:close/>
              </a:path>
              <a:path w="1771015" h="300990">
                <a:moveTo>
                  <a:pt x="414695" y="101022"/>
                </a:moveTo>
                <a:lnTo>
                  <a:pt x="346507" y="101022"/>
                </a:lnTo>
                <a:lnTo>
                  <a:pt x="357521" y="101762"/>
                </a:lnTo>
                <a:lnTo>
                  <a:pt x="367037" y="103981"/>
                </a:lnTo>
                <a:lnTo>
                  <a:pt x="392536" y="135965"/>
                </a:lnTo>
                <a:lnTo>
                  <a:pt x="393266" y="146049"/>
                </a:lnTo>
                <a:lnTo>
                  <a:pt x="393266" y="152688"/>
                </a:lnTo>
                <a:lnTo>
                  <a:pt x="391294" y="156537"/>
                </a:lnTo>
                <a:lnTo>
                  <a:pt x="387350" y="158749"/>
                </a:lnTo>
                <a:lnTo>
                  <a:pt x="383501" y="160962"/>
                </a:lnTo>
                <a:lnTo>
                  <a:pt x="377343" y="162550"/>
                </a:lnTo>
                <a:lnTo>
                  <a:pt x="362121" y="164243"/>
                </a:lnTo>
                <a:lnTo>
                  <a:pt x="336116" y="167409"/>
                </a:lnTo>
                <a:lnTo>
                  <a:pt x="297962" y="174769"/>
                </a:lnTo>
                <a:lnTo>
                  <a:pt x="261675" y="196092"/>
                </a:lnTo>
                <a:lnTo>
                  <a:pt x="250208" y="234372"/>
                </a:lnTo>
                <a:lnTo>
                  <a:pt x="250734" y="243067"/>
                </a:lnTo>
                <a:lnTo>
                  <a:pt x="272075" y="282971"/>
                </a:lnTo>
                <a:lnTo>
                  <a:pt x="315434" y="300262"/>
                </a:lnTo>
                <a:lnTo>
                  <a:pt x="325726" y="300759"/>
                </a:lnTo>
                <a:lnTo>
                  <a:pt x="335025" y="300398"/>
                </a:lnTo>
                <a:lnTo>
                  <a:pt x="375615" y="284947"/>
                </a:lnTo>
                <a:lnTo>
                  <a:pt x="389318" y="270163"/>
                </a:lnTo>
                <a:lnTo>
                  <a:pt x="330921" y="270163"/>
                </a:lnTo>
                <a:lnTo>
                  <a:pt x="321093" y="269586"/>
                </a:lnTo>
                <a:lnTo>
                  <a:pt x="287445" y="249959"/>
                </a:lnTo>
                <a:lnTo>
                  <a:pt x="284162" y="225713"/>
                </a:lnTo>
                <a:lnTo>
                  <a:pt x="286471" y="218882"/>
                </a:lnTo>
                <a:lnTo>
                  <a:pt x="321540" y="199123"/>
                </a:lnTo>
                <a:lnTo>
                  <a:pt x="348672" y="195118"/>
                </a:lnTo>
                <a:lnTo>
                  <a:pt x="354637" y="194348"/>
                </a:lnTo>
                <a:lnTo>
                  <a:pt x="391823" y="185881"/>
                </a:lnTo>
                <a:lnTo>
                  <a:pt x="393266" y="184149"/>
                </a:lnTo>
                <a:lnTo>
                  <a:pt x="427326" y="184149"/>
                </a:lnTo>
                <a:lnTo>
                  <a:pt x="427326" y="149513"/>
                </a:lnTo>
                <a:lnTo>
                  <a:pt x="426784" y="136976"/>
                </a:lnTo>
                <a:lnTo>
                  <a:pt x="425161" y="125773"/>
                </a:lnTo>
                <a:lnTo>
                  <a:pt x="422455" y="115905"/>
                </a:lnTo>
                <a:lnTo>
                  <a:pt x="418666" y="107372"/>
                </a:lnTo>
                <a:lnTo>
                  <a:pt x="414695" y="101022"/>
                </a:lnTo>
                <a:close/>
              </a:path>
              <a:path w="1771015" h="300990">
                <a:moveTo>
                  <a:pt x="427326" y="265545"/>
                </a:moveTo>
                <a:lnTo>
                  <a:pt x="393266" y="265545"/>
                </a:lnTo>
                <a:lnTo>
                  <a:pt x="393266" y="295563"/>
                </a:lnTo>
                <a:lnTo>
                  <a:pt x="427326" y="295563"/>
                </a:lnTo>
                <a:lnTo>
                  <a:pt x="427326" y="265545"/>
                </a:lnTo>
                <a:close/>
              </a:path>
              <a:path w="1771015" h="300990">
                <a:moveTo>
                  <a:pt x="427326" y="184149"/>
                </a:moveTo>
                <a:lnTo>
                  <a:pt x="393266" y="184149"/>
                </a:lnTo>
                <a:lnTo>
                  <a:pt x="393262" y="215394"/>
                </a:lnTo>
                <a:lnTo>
                  <a:pt x="392815" y="222168"/>
                </a:lnTo>
                <a:lnTo>
                  <a:pt x="371547" y="257968"/>
                </a:lnTo>
                <a:lnTo>
                  <a:pt x="330921" y="270163"/>
                </a:lnTo>
                <a:lnTo>
                  <a:pt x="389318" y="270163"/>
                </a:lnTo>
                <a:lnTo>
                  <a:pt x="391535" y="265545"/>
                </a:lnTo>
                <a:lnTo>
                  <a:pt x="427326" y="265545"/>
                </a:lnTo>
                <a:lnTo>
                  <a:pt x="427326" y="184149"/>
                </a:lnTo>
                <a:close/>
              </a:path>
              <a:path w="1771015" h="300990">
                <a:moveTo>
                  <a:pt x="352473" y="71004"/>
                </a:moveTo>
                <a:lnTo>
                  <a:pt x="345353" y="71004"/>
                </a:lnTo>
                <a:lnTo>
                  <a:pt x="336946" y="71293"/>
                </a:lnTo>
                <a:lnTo>
                  <a:pt x="294769" y="81828"/>
                </a:lnTo>
                <a:lnTo>
                  <a:pt x="261143" y="113416"/>
                </a:lnTo>
                <a:lnTo>
                  <a:pt x="256453" y="122959"/>
                </a:lnTo>
                <a:lnTo>
                  <a:pt x="288780" y="134504"/>
                </a:lnTo>
                <a:lnTo>
                  <a:pt x="292108" y="128533"/>
                </a:lnTo>
                <a:lnTo>
                  <a:pt x="296465" y="122742"/>
                </a:lnTo>
                <a:lnTo>
                  <a:pt x="334971" y="101690"/>
                </a:lnTo>
                <a:lnTo>
                  <a:pt x="346507" y="101022"/>
                </a:lnTo>
                <a:lnTo>
                  <a:pt x="414695" y="101022"/>
                </a:lnTo>
                <a:lnTo>
                  <a:pt x="414057" y="100003"/>
                </a:lnTo>
                <a:lnTo>
                  <a:pt x="376823" y="75162"/>
                </a:lnTo>
                <a:lnTo>
                  <a:pt x="360651" y="71870"/>
                </a:lnTo>
                <a:lnTo>
                  <a:pt x="352473" y="71004"/>
                </a:lnTo>
                <a:close/>
              </a:path>
              <a:path w="1771015" h="300990">
                <a:moveTo>
                  <a:pt x="522395" y="73890"/>
                </a:moveTo>
                <a:lnTo>
                  <a:pt x="489491" y="73890"/>
                </a:lnTo>
                <a:lnTo>
                  <a:pt x="489491" y="295563"/>
                </a:lnTo>
                <a:lnTo>
                  <a:pt x="523550" y="295563"/>
                </a:lnTo>
                <a:lnTo>
                  <a:pt x="523550" y="155286"/>
                </a:lnTo>
                <a:lnTo>
                  <a:pt x="524001" y="147989"/>
                </a:lnTo>
                <a:lnTo>
                  <a:pt x="544728" y="113758"/>
                </a:lnTo>
                <a:lnTo>
                  <a:pt x="556749" y="107372"/>
                </a:lnTo>
                <a:lnTo>
                  <a:pt x="522395" y="107372"/>
                </a:lnTo>
                <a:lnTo>
                  <a:pt x="522395" y="73890"/>
                </a:lnTo>
                <a:close/>
              </a:path>
              <a:path w="1771015" h="300990">
                <a:moveTo>
                  <a:pt x="584933" y="70427"/>
                </a:moveTo>
                <a:lnTo>
                  <a:pt x="582432" y="70427"/>
                </a:lnTo>
                <a:lnTo>
                  <a:pt x="572726" y="71067"/>
                </a:lnTo>
                <a:lnTo>
                  <a:pt x="533219" y="92471"/>
                </a:lnTo>
                <a:lnTo>
                  <a:pt x="524704" y="107372"/>
                </a:lnTo>
                <a:lnTo>
                  <a:pt x="556749" y="107372"/>
                </a:lnTo>
                <a:lnTo>
                  <a:pt x="557248" y="107147"/>
                </a:lnTo>
                <a:lnTo>
                  <a:pt x="564247" y="105027"/>
                </a:lnTo>
                <a:lnTo>
                  <a:pt x="571680" y="103755"/>
                </a:lnTo>
                <a:lnTo>
                  <a:pt x="579545" y="103331"/>
                </a:lnTo>
                <a:lnTo>
                  <a:pt x="600327" y="103331"/>
                </a:lnTo>
                <a:lnTo>
                  <a:pt x="600327" y="71004"/>
                </a:lnTo>
                <a:lnTo>
                  <a:pt x="598403" y="70812"/>
                </a:lnTo>
                <a:lnTo>
                  <a:pt x="595565" y="70667"/>
                </a:lnTo>
                <a:lnTo>
                  <a:pt x="588060" y="70475"/>
                </a:lnTo>
                <a:lnTo>
                  <a:pt x="584933" y="70427"/>
                </a:lnTo>
                <a:close/>
              </a:path>
              <a:path w="1771015" h="300990">
                <a:moveTo>
                  <a:pt x="600327" y="103331"/>
                </a:moveTo>
                <a:lnTo>
                  <a:pt x="584067" y="103331"/>
                </a:lnTo>
                <a:lnTo>
                  <a:pt x="588349" y="103668"/>
                </a:lnTo>
                <a:lnTo>
                  <a:pt x="592390" y="104342"/>
                </a:lnTo>
                <a:lnTo>
                  <a:pt x="596527" y="104919"/>
                </a:lnTo>
                <a:lnTo>
                  <a:pt x="599173" y="105352"/>
                </a:lnTo>
                <a:lnTo>
                  <a:pt x="600327" y="105640"/>
                </a:lnTo>
                <a:lnTo>
                  <a:pt x="600327" y="103331"/>
                </a:lnTo>
                <a:close/>
              </a:path>
              <a:path w="1771015" h="300990">
                <a:moveTo>
                  <a:pt x="674759" y="0"/>
                </a:moveTo>
                <a:lnTo>
                  <a:pt x="640700" y="0"/>
                </a:lnTo>
                <a:lnTo>
                  <a:pt x="640700" y="295563"/>
                </a:lnTo>
                <a:lnTo>
                  <a:pt x="674759" y="295563"/>
                </a:lnTo>
                <a:lnTo>
                  <a:pt x="674759" y="0"/>
                </a:lnTo>
                <a:close/>
              </a:path>
              <a:path w="1771015" h="300990">
                <a:moveTo>
                  <a:pt x="898777" y="0"/>
                </a:moveTo>
                <a:lnTo>
                  <a:pt x="856059" y="0"/>
                </a:lnTo>
                <a:lnTo>
                  <a:pt x="856059" y="295563"/>
                </a:lnTo>
                <a:lnTo>
                  <a:pt x="889541" y="295563"/>
                </a:lnTo>
                <a:lnTo>
                  <a:pt x="889541" y="71004"/>
                </a:lnTo>
                <a:lnTo>
                  <a:pt x="927847" y="71004"/>
                </a:lnTo>
                <a:lnTo>
                  <a:pt x="898777" y="0"/>
                </a:lnTo>
                <a:close/>
              </a:path>
              <a:path w="1771015" h="300990">
                <a:moveTo>
                  <a:pt x="927847" y="71004"/>
                </a:moveTo>
                <a:lnTo>
                  <a:pt x="892427" y="71004"/>
                </a:lnTo>
                <a:lnTo>
                  <a:pt x="984791" y="295563"/>
                </a:lnTo>
                <a:lnTo>
                  <a:pt x="1017118" y="295563"/>
                </a:lnTo>
                <a:lnTo>
                  <a:pt x="1037775" y="245340"/>
                </a:lnTo>
                <a:lnTo>
                  <a:pt x="999223" y="245340"/>
                </a:lnTo>
                <a:lnTo>
                  <a:pt x="927847" y="71004"/>
                </a:lnTo>
                <a:close/>
              </a:path>
              <a:path w="1771015" h="300990">
                <a:moveTo>
                  <a:pt x="1145850" y="71004"/>
                </a:moveTo>
                <a:lnTo>
                  <a:pt x="1112368" y="71004"/>
                </a:lnTo>
                <a:lnTo>
                  <a:pt x="1112368" y="295563"/>
                </a:lnTo>
                <a:lnTo>
                  <a:pt x="1145850" y="295563"/>
                </a:lnTo>
                <a:lnTo>
                  <a:pt x="1145850" y="71004"/>
                </a:lnTo>
                <a:close/>
              </a:path>
              <a:path w="1771015" h="300990">
                <a:moveTo>
                  <a:pt x="1145850" y="0"/>
                </a:moveTo>
                <a:lnTo>
                  <a:pt x="1103132" y="0"/>
                </a:lnTo>
                <a:lnTo>
                  <a:pt x="1002686" y="245340"/>
                </a:lnTo>
                <a:lnTo>
                  <a:pt x="1037775" y="245340"/>
                </a:lnTo>
                <a:lnTo>
                  <a:pt x="1109482" y="71004"/>
                </a:lnTo>
                <a:lnTo>
                  <a:pt x="1145850" y="71004"/>
                </a:lnTo>
                <a:lnTo>
                  <a:pt x="1145850" y="0"/>
                </a:lnTo>
                <a:close/>
              </a:path>
              <a:path w="1771015" h="300990">
                <a:moveTo>
                  <a:pt x="1367195" y="101022"/>
                </a:moveTo>
                <a:lnTo>
                  <a:pt x="1299008" y="101022"/>
                </a:lnTo>
                <a:lnTo>
                  <a:pt x="1310021" y="101762"/>
                </a:lnTo>
                <a:lnTo>
                  <a:pt x="1319537" y="103981"/>
                </a:lnTo>
                <a:lnTo>
                  <a:pt x="1345036" y="135965"/>
                </a:lnTo>
                <a:lnTo>
                  <a:pt x="1345766" y="146049"/>
                </a:lnTo>
                <a:lnTo>
                  <a:pt x="1345766" y="152688"/>
                </a:lnTo>
                <a:lnTo>
                  <a:pt x="1343794" y="156537"/>
                </a:lnTo>
                <a:lnTo>
                  <a:pt x="1339849" y="158749"/>
                </a:lnTo>
                <a:lnTo>
                  <a:pt x="1336001" y="160962"/>
                </a:lnTo>
                <a:lnTo>
                  <a:pt x="1329843" y="162550"/>
                </a:lnTo>
                <a:lnTo>
                  <a:pt x="1314621" y="164243"/>
                </a:lnTo>
                <a:lnTo>
                  <a:pt x="1288616" y="167409"/>
                </a:lnTo>
                <a:lnTo>
                  <a:pt x="1250462" y="174769"/>
                </a:lnTo>
                <a:lnTo>
                  <a:pt x="1214175" y="196092"/>
                </a:lnTo>
                <a:lnTo>
                  <a:pt x="1202708" y="234372"/>
                </a:lnTo>
                <a:lnTo>
                  <a:pt x="1203234" y="243067"/>
                </a:lnTo>
                <a:lnTo>
                  <a:pt x="1224575" y="282971"/>
                </a:lnTo>
                <a:lnTo>
                  <a:pt x="1267934" y="300262"/>
                </a:lnTo>
                <a:lnTo>
                  <a:pt x="1278226" y="300759"/>
                </a:lnTo>
                <a:lnTo>
                  <a:pt x="1287525" y="300398"/>
                </a:lnTo>
                <a:lnTo>
                  <a:pt x="1328115" y="284947"/>
                </a:lnTo>
                <a:lnTo>
                  <a:pt x="1341818" y="270163"/>
                </a:lnTo>
                <a:lnTo>
                  <a:pt x="1283421" y="270163"/>
                </a:lnTo>
                <a:lnTo>
                  <a:pt x="1273593" y="269586"/>
                </a:lnTo>
                <a:lnTo>
                  <a:pt x="1239945" y="249959"/>
                </a:lnTo>
                <a:lnTo>
                  <a:pt x="1236662" y="225713"/>
                </a:lnTo>
                <a:lnTo>
                  <a:pt x="1238971" y="218882"/>
                </a:lnTo>
                <a:lnTo>
                  <a:pt x="1274040" y="199123"/>
                </a:lnTo>
                <a:lnTo>
                  <a:pt x="1301172" y="195118"/>
                </a:lnTo>
                <a:lnTo>
                  <a:pt x="1307137" y="194348"/>
                </a:lnTo>
                <a:lnTo>
                  <a:pt x="1344323" y="185881"/>
                </a:lnTo>
                <a:lnTo>
                  <a:pt x="1345766" y="184149"/>
                </a:lnTo>
                <a:lnTo>
                  <a:pt x="1379826" y="184149"/>
                </a:lnTo>
                <a:lnTo>
                  <a:pt x="1379826" y="149513"/>
                </a:lnTo>
                <a:lnTo>
                  <a:pt x="1379284" y="136976"/>
                </a:lnTo>
                <a:lnTo>
                  <a:pt x="1377661" y="125773"/>
                </a:lnTo>
                <a:lnTo>
                  <a:pt x="1374955" y="115905"/>
                </a:lnTo>
                <a:lnTo>
                  <a:pt x="1371166" y="107372"/>
                </a:lnTo>
                <a:lnTo>
                  <a:pt x="1367195" y="101022"/>
                </a:lnTo>
                <a:close/>
              </a:path>
              <a:path w="1771015" h="300990">
                <a:moveTo>
                  <a:pt x="1379826" y="265545"/>
                </a:moveTo>
                <a:lnTo>
                  <a:pt x="1345766" y="265545"/>
                </a:lnTo>
                <a:lnTo>
                  <a:pt x="1345766" y="295563"/>
                </a:lnTo>
                <a:lnTo>
                  <a:pt x="1379826" y="295563"/>
                </a:lnTo>
                <a:lnTo>
                  <a:pt x="1379826" y="265545"/>
                </a:lnTo>
                <a:close/>
              </a:path>
              <a:path w="1771015" h="300990">
                <a:moveTo>
                  <a:pt x="1379826" y="184149"/>
                </a:moveTo>
                <a:lnTo>
                  <a:pt x="1345766" y="184149"/>
                </a:lnTo>
                <a:lnTo>
                  <a:pt x="1345762" y="215394"/>
                </a:lnTo>
                <a:lnTo>
                  <a:pt x="1345315" y="222168"/>
                </a:lnTo>
                <a:lnTo>
                  <a:pt x="1324047" y="257968"/>
                </a:lnTo>
                <a:lnTo>
                  <a:pt x="1283421" y="270163"/>
                </a:lnTo>
                <a:lnTo>
                  <a:pt x="1341818" y="270163"/>
                </a:lnTo>
                <a:lnTo>
                  <a:pt x="1344035" y="265545"/>
                </a:lnTo>
                <a:lnTo>
                  <a:pt x="1379826" y="265545"/>
                </a:lnTo>
                <a:lnTo>
                  <a:pt x="1379826" y="184149"/>
                </a:lnTo>
                <a:close/>
              </a:path>
              <a:path w="1771015" h="300990">
                <a:moveTo>
                  <a:pt x="1304973" y="71004"/>
                </a:moveTo>
                <a:lnTo>
                  <a:pt x="1297853" y="71004"/>
                </a:lnTo>
                <a:lnTo>
                  <a:pt x="1289446" y="71293"/>
                </a:lnTo>
                <a:lnTo>
                  <a:pt x="1247269" y="81828"/>
                </a:lnTo>
                <a:lnTo>
                  <a:pt x="1213643" y="113416"/>
                </a:lnTo>
                <a:lnTo>
                  <a:pt x="1208953" y="122959"/>
                </a:lnTo>
                <a:lnTo>
                  <a:pt x="1241280" y="134504"/>
                </a:lnTo>
                <a:lnTo>
                  <a:pt x="1244609" y="128533"/>
                </a:lnTo>
                <a:lnTo>
                  <a:pt x="1248965" y="122742"/>
                </a:lnTo>
                <a:lnTo>
                  <a:pt x="1287471" y="101690"/>
                </a:lnTo>
                <a:lnTo>
                  <a:pt x="1299008" y="101022"/>
                </a:lnTo>
                <a:lnTo>
                  <a:pt x="1367195" y="101022"/>
                </a:lnTo>
                <a:lnTo>
                  <a:pt x="1366557" y="100003"/>
                </a:lnTo>
                <a:lnTo>
                  <a:pt x="1329323" y="75162"/>
                </a:lnTo>
                <a:lnTo>
                  <a:pt x="1313151" y="71870"/>
                </a:lnTo>
                <a:lnTo>
                  <a:pt x="1304973" y="71004"/>
                </a:lnTo>
                <a:close/>
              </a:path>
              <a:path w="1771015" h="300990">
                <a:moveTo>
                  <a:pt x="1474895" y="73890"/>
                </a:moveTo>
                <a:lnTo>
                  <a:pt x="1441991" y="73890"/>
                </a:lnTo>
                <a:lnTo>
                  <a:pt x="1441991" y="295563"/>
                </a:lnTo>
                <a:lnTo>
                  <a:pt x="1476050" y="295563"/>
                </a:lnTo>
                <a:lnTo>
                  <a:pt x="1476050" y="155286"/>
                </a:lnTo>
                <a:lnTo>
                  <a:pt x="1476501" y="147989"/>
                </a:lnTo>
                <a:lnTo>
                  <a:pt x="1497228" y="113758"/>
                </a:lnTo>
                <a:lnTo>
                  <a:pt x="1509249" y="107372"/>
                </a:lnTo>
                <a:lnTo>
                  <a:pt x="1474895" y="107372"/>
                </a:lnTo>
                <a:lnTo>
                  <a:pt x="1474895" y="73890"/>
                </a:lnTo>
                <a:close/>
              </a:path>
              <a:path w="1771015" h="300990">
                <a:moveTo>
                  <a:pt x="1537433" y="70427"/>
                </a:moveTo>
                <a:lnTo>
                  <a:pt x="1534932" y="70427"/>
                </a:lnTo>
                <a:lnTo>
                  <a:pt x="1525226" y="71067"/>
                </a:lnTo>
                <a:lnTo>
                  <a:pt x="1485719" y="92471"/>
                </a:lnTo>
                <a:lnTo>
                  <a:pt x="1477204" y="107372"/>
                </a:lnTo>
                <a:lnTo>
                  <a:pt x="1509249" y="107372"/>
                </a:lnTo>
                <a:lnTo>
                  <a:pt x="1509748" y="107147"/>
                </a:lnTo>
                <a:lnTo>
                  <a:pt x="1516747" y="105027"/>
                </a:lnTo>
                <a:lnTo>
                  <a:pt x="1524180" y="103755"/>
                </a:lnTo>
                <a:lnTo>
                  <a:pt x="1532045" y="103331"/>
                </a:lnTo>
                <a:lnTo>
                  <a:pt x="1552827" y="103331"/>
                </a:lnTo>
                <a:lnTo>
                  <a:pt x="1552827" y="71004"/>
                </a:lnTo>
                <a:lnTo>
                  <a:pt x="1550903" y="70812"/>
                </a:lnTo>
                <a:lnTo>
                  <a:pt x="1548065" y="70667"/>
                </a:lnTo>
                <a:lnTo>
                  <a:pt x="1540560" y="70475"/>
                </a:lnTo>
                <a:lnTo>
                  <a:pt x="1537433" y="70427"/>
                </a:lnTo>
                <a:close/>
              </a:path>
              <a:path w="1771015" h="300990">
                <a:moveTo>
                  <a:pt x="1552827" y="103331"/>
                </a:moveTo>
                <a:lnTo>
                  <a:pt x="1536567" y="103331"/>
                </a:lnTo>
                <a:lnTo>
                  <a:pt x="1540849" y="103668"/>
                </a:lnTo>
                <a:lnTo>
                  <a:pt x="1544890" y="104342"/>
                </a:lnTo>
                <a:lnTo>
                  <a:pt x="1549027" y="104919"/>
                </a:lnTo>
                <a:lnTo>
                  <a:pt x="1551673" y="105352"/>
                </a:lnTo>
                <a:lnTo>
                  <a:pt x="1552827" y="105640"/>
                </a:lnTo>
                <a:lnTo>
                  <a:pt x="1552827" y="103331"/>
                </a:lnTo>
                <a:close/>
              </a:path>
              <a:path w="1771015" h="300990">
                <a:moveTo>
                  <a:pt x="1625347" y="73890"/>
                </a:moveTo>
                <a:lnTo>
                  <a:pt x="1586092" y="73890"/>
                </a:lnTo>
                <a:lnTo>
                  <a:pt x="1656520" y="184727"/>
                </a:lnTo>
                <a:lnTo>
                  <a:pt x="1586092" y="295563"/>
                </a:lnTo>
                <a:lnTo>
                  <a:pt x="1625347" y="295563"/>
                </a:lnTo>
                <a:lnTo>
                  <a:pt x="1678456" y="209549"/>
                </a:lnTo>
                <a:lnTo>
                  <a:pt x="1715269" y="209549"/>
                </a:lnTo>
                <a:lnTo>
                  <a:pt x="1699238" y="184727"/>
                </a:lnTo>
                <a:lnTo>
                  <a:pt x="1712287" y="164522"/>
                </a:lnTo>
                <a:lnTo>
                  <a:pt x="1678456" y="164522"/>
                </a:lnTo>
                <a:lnTo>
                  <a:pt x="1625347" y="73890"/>
                </a:lnTo>
                <a:close/>
              </a:path>
              <a:path w="1771015" h="300990">
                <a:moveTo>
                  <a:pt x="1715269" y="209549"/>
                </a:moveTo>
                <a:lnTo>
                  <a:pt x="1678456" y="209549"/>
                </a:lnTo>
                <a:lnTo>
                  <a:pt x="1731565" y="295563"/>
                </a:lnTo>
                <a:lnTo>
                  <a:pt x="1770820" y="295563"/>
                </a:lnTo>
                <a:lnTo>
                  <a:pt x="1715269" y="209549"/>
                </a:lnTo>
                <a:close/>
              </a:path>
              <a:path w="1771015" h="300990">
                <a:moveTo>
                  <a:pt x="1770820" y="73890"/>
                </a:moveTo>
                <a:lnTo>
                  <a:pt x="1731565" y="73890"/>
                </a:lnTo>
                <a:lnTo>
                  <a:pt x="1678456" y="164522"/>
                </a:lnTo>
                <a:lnTo>
                  <a:pt x="1712287" y="164522"/>
                </a:lnTo>
                <a:lnTo>
                  <a:pt x="1770820" y="7389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 sz="1281"/>
          </a:p>
        </p:txBody>
      </p:sp>
      <p:sp>
        <p:nvSpPr>
          <p:cNvPr id="20" name="object 20"/>
          <p:cNvSpPr/>
          <p:nvPr/>
        </p:nvSpPr>
        <p:spPr>
          <a:xfrm>
            <a:off x="9777996" y="1481834"/>
            <a:ext cx="542134" cy="54213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81"/>
          </a:p>
        </p:txBody>
      </p:sp>
      <p:grpSp>
        <p:nvGrpSpPr>
          <p:cNvPr id="21" name="object 21"/>
          <p:cNvGrpSpPr/>
          <p:nvPr/>
        </p:nvGrpSpPr>
        <p:grpSpPr>
          <a:xfrm>
            <a:off x="2667000" y="2764885"/>
            <a:ext cx="6767644" cy="831273"/>
            <a:chOff x="3365500" y="3886200"/>
            <a:chExt cx="9512300" cy="1168400"/>
          </a:xfrm>
        </p:grpSpPr>
        <p:sp>
          <p:nvSpPr>
            <p:cNvPr id="22" name="object 22"/>
            <p:cNvSpPr/>
            <p:nvPr/>
          </p:nvSpPr>
          <p:spPr>
            <a:xfrm>
              <a:off x="3365500" y="3886200"/>
              <a:ext cx="9512300" cy="11684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3" name="object 23"/>
            <p:cNvSpPr/>
            <p:nvPr/>
          </p:nvSpPr>
          <p:spPr>
            <a:xfrm>
              <a:off x="3416300" y="3886200"/>
              <a:ext cx="9410700" cy="106680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8684692" y="912593"/>
            <a:ext cx="3026917" cy="1111375"/>
            <a:chOff x="11823700" y="1282700"/>
            <a:chExt cx="4254500" cy="1562100"/>
          </a:xfrm>
        </p:grpSpPr>
        <p:sp>
          <p:nvSpPr>
            <p:cNvPr id="25" name="object 25"/>
            <p:cNvSpPr/>
            <p:nvPr/>
          </p:nvSpPr>
          <p:spPr>
            <a:xfrm>
              <a:off x="11823700" y="1282700"/>
              <a:ext cx="4254500" cy="156210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81"/>
            </a:p>
          </p:txBody>
        </p:sp>
        <p:sp>
          <p:nvSpPr>
            <p:cNvPr id="26" name="object 26"/>
            <p:cNvSpPr/>
            <p:nvPr/>
          </p:nvSpPr>
          <p:spPr>
            <a:xfrm>
              <a:off x="11849100" y="2070099"/>
              <a:ext cx="4229100" cy="12700"/>
            </a:xfrm>
            <a:custGeom>
              <a:avLst/>
              <a:gdLst/>
              <a:ahLst/>
              <a:cxnLst/>
              <a:rect l="l" t="t" r="r" b="b"/>
              <a:pathLst>
                <a:path w="4229100" h="12700">
                  <a:moveTo>
                    <a:pt x="42291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4229100" y="12700"/>
                  </a:lnTo>
                  <a:lnTo>
                    <a:pt x="4229100" y="6350"/>
                  </a:lnTo>
                  <a:lnTo>
                    <a:pt x="4229100" y="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 sz="1281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62B7-6C20-6567-C83A-DD42F098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rgbClr val="00DFC0"/>
                </a:solidFill>
                <a:latin typeface="+mn-lt"/>
              </a:rPr>
              <a:t>Dúvidas?</a:t>
            </a:r>
          </a:p>
        </p:txBody>
      </p:sp>
      <p:pic>
        <p:nvPicPr>
          <p:cNvPr id="1026" name="Picture 2" descr="A dúvida metódica como busca da verdade">
            <a:extLst>
              <a:ext uri="{FF2B5EF4-FFF2-40B4-BE49-F238E27FC236}">
                <a16:creationId xmlns:a16="http://schemas.microsoft.com/office/drawing/2014/main" id="{C2968991-8896-2882-8209-9B11CA8BB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655" y="2097719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402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457</Words>
  <Application>Microsoft Office PowerPoint</Application>
  <PresentationFormat>Widescreen</PresentationFormat>
  <Paragraphs>106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0" baseType="lpstr">
      <vt:lpstr>Arial</vt:lpstr>
      <vt:lpstr>Cabin</vt:lpstr>
      <vt:lpstr>Calibri</vt:lpstr>
      <vt:lpstr>Calibri Light</vt:lpstr>
      <vt:lpstr>Geist</vt:lpstr>
      <vt:lpstr>Times New Roman</vt:lpstr>
      <vt:lpstr>Unbounded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 Bera</dc:creator>
  <cp:lastModifiedBy>Mateus Bera</cp:lastModifiedBy>
  <cp:revision>14</cp:revision>
  <dcterms:created xsi:type="dcterms:W3CDTF">2025-06-11T00:01:04Z</dcterms:created>
  <dcterms:modified xsi:type="dcterms:W3CDTF">2025-06-14T18:34:14Z</dcterms:modified>
</cp:coreProperties>
</file>